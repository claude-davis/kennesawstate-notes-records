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notesMasterIdLst>
    <p:notesMasterId r:id="rId12"/>
  </p:notesMasterIdLst>
  <p:handoutMasterIdLst>
    <p:handoutMasterId r:id="rId13"/>
  </p:handoutMasterIdLst>
  <p:sldIdLst>
    <p:sldId id="420" r:id="rId2"/>
    <p:sldId id="542" r:id="rId3"/>
    <p:sldId id="543" r:id="rId4"/>
    <p:sldId id="544" r:id="rId5"/>
    <p:sldId id="545" r:id="rId6"/>
    <p:sldId id="546" r:id="rId7"/>
    <p:sldId id="547" r:id="rId8"/>
    <p:sldId id="548" r:id="rId9"/>
    <p:sldId id="549" r:id="rId10"/>
    <p:sldId id="472" r:id="rId11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4E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3113E0-E497-B949-B4ED-B6614E1A933F}" v="4" dt="2021-09-24T14:09:38.9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81" autoAdjust="0"/>
    <p:restoredTop sz="94745" autoAdjust="0"/>
  </p:normalViewPr>
  <p:slideViewPr>
    <p:cSldViewPr>
      <p:cViewPr varScale="1">
        <p:scale>
          <a:sx n="83" d="100"/>
          <a:sy n="83" d="100"/>
        </p:scale>
        <p:origin x="734" y="6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75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2040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6199E5-986C-6B48-BC8A-CF180E6642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75FD1-974F-7445-A936-A5034342EC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637E63E9-B253-B94A-AE48-028EF49232FD}" type="datetimeFigureOut">
              <a:rPr lang="en-US" altLang="en-US"/>
              <a:pPr/>
              <a:t>5/22/2024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8B798-64B0-7F47-A55E-F9BC3145EB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74466-60F4-FA4E-976C-9BE1D9D0FB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304B74D7-9A97-8F44-817C-D7C96673C1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4830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CCC02D-07F9-CD45-8D94-FCD502661F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BFF332-B4E1-5E4B-9E57-0134CF6F53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CCC3EF90-FCF5-CC41-9A5A-15A8F83B20D0}" type="datetimeFigureOut">
              <a:rPr lang="en-US" altLang="en-US"/>
              <a:pPr/>
              <a:t>5/22/2024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DEDE843-E0E6-FF41-BE32-C980B12CB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BFD7777-8761-3248-B860-370D60236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AF59C-E359-024D-B379-31D7A859ED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3405E-12E8-5D48-8832-AA448DD7D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5043E83-1B97-CD47-9A6A-7D3D30D0DB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03172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43E83-1B97-CD47-9A6A-7D3D30D0DBDF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0361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16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579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78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4800" b="1"/>
              <a:t>Module 5 </a:t>
            </a:r>
            <a:r>
              <a:rPr lang="mr-IN" altLang="en-US" sz="4800" b="1" dirty="0"/>
              <a:t>–</a:t>
            </a:r>
            <a:r>
              <a:rPr lang="en-US" altLang="en-US" sz="4800" b="1" dirty="0"/>
              <a:t> Part 2</a:t>
            </a:r>
            <a:br>
              <a:rPr lang="en-US" altLang="en-US" sz="4800" b="1" dirty="0"/>
            </a:br>
            <a:endParaRPr lang="en-US" altLang="en-US" sz="4800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3400" b="1" dirty="0"/>
              <a:t>Mapping Types</a:t>
            </a:r>
            <a:endParaRPr 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186142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4400-91D8-0FD8-5801-3C208D05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562BB4F-CB6A-4333-E93E-5867EAAF7F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Dictionaries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525C94-E31F-AFAC-BF35-D3E4CED63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268" y="1981200"/>
            <a:ext cx="7886700" cy="2895600"/>
          </a:xfrm>
        </p:spPr>
        <p:txBody>
          <a:bodyPr>
            <a:normAutofit/>
          </a:bodyPr>
          <a:lstStyle/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Python only has one mapping type: Dictionaries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Unlike sequences which have their elements indexed by number, Dictionaries index their elements by keys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Items in a Dictionary are stored as key-value pairs. Where one specific key maps to a specific value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Keys are always unique</a:t>
            </a:r>
            <a:endParaRPr lang="en-US" altLang="en-US" sz="2500" dirty="0">
              <a:latin typeface="Calibri" panose="020F0502020204030204" pitchFamily="34" charset="0"/>
            </a:endParaRPr>
          </a:p>
          <a:p>
            <a:pPr marL="171450" lvl="1" indent="0">
              <a:spcBef>
                <a:spcPts val="0"/>
              </a:spcBef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44198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8E90-83A3-DB88-B403-69FF1691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B962056-0904-7F42-C443-EAD2E4B90B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Dictionaries – Creating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AB34FE-F64F-0E5E-6E9C-3549B0354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724400"/>
          </a:xfrm>
        </p:spPr>
        <p:txBody>
          <a:bodyPr>
            <a:normAutofit/>
          </a:bodyPr>
          <a:lstStyle/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creates an empty dictionary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age = {}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creates a dictionary with some key-value pairs</a:t>
            </a:r>
            <a:br>
              <a:rPr lang="en-US" altLang="en-US" sz="2800" dirty="0">
                <a:latin typeface="Calibri" panose="020F0502020204030204" pitchFamily="34" charset="0"/>
              </a:rPr>
            </a:br>
            <a:r>
              <a:rPr lang="en-US" altLang="en-US" sz="2800" dirty="0">
                <a:latin typeface="Calibri" panose="020F0502020204030204" pitchFamily="34" charset="0"/>
              </a:rPr>
              <a:t>ages = {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800" dirty="0">
                <a:latin typeface="Calibri" panose="020F0502020204030204" pitchFamily="34" charset="0"/>
              </a:rPr>
              <a:t>: 30,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“Bob”</a:t>
            </a:r>
            <a:r>
              <a:rPr lang="en-US" altLang="en-US" sz="2800" dirty="0">
                <a:latin typeface="Calibri" panose="020F0502020204030204" pitchFamily="34" charset="0"/>
              </a:rPr>
              <a:t>: 40,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“Charlie”</a:t>
            </a:r>
            <a:r>
              <a:rPr lang="en-US" altLang="en-US" sz="2800" dirty="0">
                <a:latin typeface="Calibri" panose="020F0502020204030204" pitchFamily="34" charset="0"/>
              </a:rPr>
              <a:t>: 50}</a:t>
            </a:r>
            <a:endParaRPr lang="en-US" altLang="en-US" sz="25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#creates a dictionary using dictionary comprehension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dirty="0">
                <a:latin typeface="Calibri" panose="020F0502020204030204" pitchFamily="34" charset="0"/>
              </a:rPr>
              <a:t>numbers = {x: x ** 2 for x in range(10)}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creates a dictionary using the dictionary constructor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dirty="0">
                <a:latin typeface="Calibri" panose="020F0502020204030204" pitchFamily="34" charset="0"/>
              </a:rPr>
              <a:t>ages = </a:t>
            </a:r>
            <a:r>
              <a:rPr lang="en-US" altLang="en-US" sz="2500" dirty="0" err="1">
                <a:latin typeface="Calibri" panose="020F0502020204030204" pitchFamily="34" charset="0"/>
              </a:rPr>
              <a:t>dict</a:t>
            </a:r>
            <a:r>
              <a:rPr lang="en-US" altLang="en-US" sz="2500" dirty="0">
                <a:latin typeface="Calibri" panose="020F0502020204030204" pitchFamily="34" charset="0"/>
              </a:rPr>
              <a:t>(Alice = 30, Bob = 40, Charlie = 50)</a:t>
            </a:r>
          </a:p>
          <a:p>
            <a:pPr marL="0" lvl="1" indent="0">
              <a:spcBef>
                <a:spcPts val="0"/>
              </a:spcBef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52005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0C8E8-B93F-3AF3-E456-8DEF68E5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BDE07F3-EA5D-293D-0C3F-10F873028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81000"/>
            <a:ext cx="78867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Dictionaries – Key-Value pairs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96D393-61DD-A078-1DF2-891C5A33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7244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In the example below, we have a dictionary with 3 items (3 key-value pairs)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en-US" sz="2800" dirty="0">
                <a:latin typeface="Calibri" panose="020F0502020204030204" pitchFamily="34" charset="0"/>
              </a:rPr>
            </a:br>
            <a:r>
              <a:rPr lang="en-US" altLang="en-US" sz="2800" dirty="0">
                <a:latin typeface="Calibri" panose="020F0502020204030204" pitchFamily="34" charset="0"/>
              </a:rPr>
              <a:t>ages = {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800" dirty="0">
                <a:latin typeface="Calibri" panose="020F0502020204030204" pitchFamily="34" charset="0"/>
              </a:rPr>
              <a:t>: 30,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“Bob”</a:t>
            </a:r>
            <a:r>
              <a:rPr lang="en-US" altLang="en-US" sz="2800" dirty="0">
                <a:latin typeface="Calibri" panose="020F0502020204030204" pitchFamily="34" charset="0"/>
              </a:rPr>
              <a:t>: 40,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“Charlie”</a:t>
            </a:r>
            <a:r>
              <a:rPr lang="en-US" altLang="en-US" sz="2800" dirty="0">
                <a:latin typeface="Calibri" panose="020F0502020204030204" pitchFamily="34" charset="0"/>
              </a:rPr>
              <a:t>: 50}</a:t>
            </a:r>
            <a:endParaRPr lang="en-US" altLang="en-US" sz="25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en-US" altLang="en-US" sz="2500" dirty="0">
                <a:latin typeface="Calibri" panose="020F0502020204030204" pitchFamily="34" charset="0"/>
              </a:rPr>
              <a:t>The keys present in this dictionary are </a:t>
            </a:r>
            <a:r>
              <a:rPr lang="en-US" altLang="en-US" sz="2500" dirty="0">
                <a:solidFill>
                  <a:srgbClr val="C00000"/>
                </a:solidFill>
                <a:latin typeface="Calibri" panose="020F0502020204030204" pitchFamily="34" charset="0"/>
              </a:rPr>
              <a:t>”Alice”</a:t>
            </a:r>
            <a:r>
              <a:rPr lang="en-US" altLang="en-US" sz="2500" dirty="0">
                <a:latin typeface="Calibri" panose="020F0502020204030204" pitchFamily="34" charset="0"/>
              </a:rPr>
              <a:t>, </a:t>
            </a:r>
            <a:r>
              <a:rPr lang="en-US" altLang="en-US" sz="2500" dirty="0">
                <a:solidFill>
                  <a:srgbClr val="C00000"/>
                </a:solidFill>
                <a:latin typeface="Calibri" panose="020F0502020204030204" pitchFamily="34" charset="0"/>
              </a:rPr>
              <a:t>“Bob”</a:t>
            </a:r>
            <a:r>
              <a:rPr lang="en-US" altLang="en-US" sz="2500" dirty="0">
                <a:latin typeface="Calibri" panose="020F0502020204030204" pitchFamily="34" charset="0"/>
              </a:rPr>
              <a:t>, and </a:t>
            </a:r>
            <a:r>
              <a:rPr lang="en-US" altLang="en-US" sz="2500" dirty="0">
                <a:solidFill>
                  <a:srgbClr val="C00000"/>
                </a:solidFill>
                <a:latin typeface="Calibri" panose="020F0502020204030204" pitchFamily="34" charset="0"/>
              </a:rPr>
              <a:t>“Charlie”</a:t>
            </a:r>
          </a:p>
          <a:p>
            <a:pPr marL="0" lvl="1" indent="0">
              <a:spcBef>
                <a:spcPts val="0"/>
              </a:spcBef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en-US" altLang="en-US" sz="2500" dirty="0">
                <a:latin typeface="Calibri" panose="020F0502020204030204" pitchFamily="34" charset="0"/>
              </a:rPr>
              <a:t>The </a:t>
            </a:r>
            <a:r>
              <a:rPr lang="en-US" altLang="en-US" sz="2500" dirty="0">
                <a:solidFill>
                  <a:srgbClr val="C00000"/>
                </a:solidFill>
                <a:latin typeface="Calibri" panose="020F0502020204030204" pitchFamily="34" charset="0"/>
              </a:rPr>
              <a:t>“Alice” </a:t>
            </a:r>
            <a:r>
              <a:rPr lang="en-US" altLang="en-US" sz="2500" dirty="0">
                <a:latin typeface="Calibri" panose="020F0502020204030204" pitchFamily="34" charset="0"/>
              </a:rPr>
              <a:t>key is associated with the value 30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altLang="en-US" sz="2500" dirty="0">
                <a:latin typeface="Calibri" panose="020F0502020204030204" pitchFamily="34" charset="0"/>
              </a:rPr>
              <a:t>The </a:t>
            </a:r>
            <a:r>
              <a:rPr lang="en-US" altLang="en-US" sz="2500" dirty="0">
                <a:solidFill>
                  <a:srgbClr val="C00000"/>
                </a:solidFill>
                <a:latin typeface="Calibri" panose="020F0502020204030204" pitchFamily="34" charset="0"/>
              </a:rPr>
              <a:t>“Bob” </a:t>
            </a:r>
            <a:r>
              <a:rPr lang="en-US" altLang="en-US" sz="2500" dirty="0">
                <a:latin typeface="Calibri" panose="020F0502020204030204" pitchFamily="34" charset="0"/>
              </a:rPr>
              <a:t>key is associated with the value 40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altLang="en-US" sz="2500" dirty="0">
                <a:latin typeface="Calibri" panose="020F0502020204030204" pitchFamily="34" charset="0"/>
              </a:rPr>
              <a:t>The “</a:t>
            </a:r>
            <a:r>
              <a:rPr lang="en-US" altLang="en-US" sz="2500" dirty="0">
                <a:solidFill>
                  <a:srgbClr val="C00000"/>
                </a:solidFill>
                <a:latin typeface="Calibri" panose="020F0502020204030204" pitchFamily="34" charset="0"/>
              </a:rPr>
              <a:t>Charlie”</a:t>
            </a:r>
            <a:r>
              <a:rPr lang="en-US" altLang="en-US" sz="2500" dirty="0">
                <a:latin typeface="Calibri" panose="020F0502020204030204" pitchFamily="34" charset="0"/>
              </a:rPr>
              <a:t> key is associated with the value 50</a:t>
            </a:r>
          </a:p>
          <a:p>
            <a:pPr marL="0" lvl="1" indent="0">
              <a:spcBef>
                <a:spcPts val="0"/>
              </a:spcBef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97437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ED4C5-2C11-C851-7D6B-E3487CFD4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31E6A28-3B62-5480-2437-EDEFFA8F91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Dictionaries – Accessing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3E01A-A3F3-8C28-4DF1-FF1987ADB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524000"/>
            <a:ext cx="7886700" cy="47244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Given that the values in a dictionary are indexed by keys and not by numbers, we must use the keys to access a particular value</a:t>
            </a:r>
          </a:p>
          <a:p>
            <a:pPr>
              <a:spcBef>
                <a:spcPts val="0"/>
              </a:spcBef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ages = {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800" dirty="0">
                <a:latin typeface="Calibri" panose="020F0502020204030204" pitchFamily="34" charset="0"/>
              </a:rPr>
              <a:t>: 30,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“Bob”</a:t>
            </a:r>
            <a:r>
              <a:rPr lang="en-US" altLang="en-US" sz="2800" dirty="0">
                <a:latin typeface="Calibri" panose="020F0502020204030204" pitchFamily="34" charset="0"/>
              </a:rPr>
              <a:t>: 40,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“Charlie”</a:t>
            </a:r>
            <a:r>
              <a:rPr lang="en-US" altLang="en-US" sz="2800" dirty="0">
                <a:latin typeface="Calibri" panose="020F0502020204030204" pitchFamily="34" charset="0"/>
              </a:rPr>
              <a:t>: 50}</a:t>
            </a:r>
            <a:endParaRPr lang="en-US" altLang="en-US" sz="25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print(age[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800" dirty="0">
                <a:latin typeface="Calibri" panose="020F0502020204030204" pitchFamily="34" charset="0"/>
              </a:rPr>
              <a:t>])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30</a:t>
            </a:r>
          </a:p>
          <a:p>
            <a:pPr marL="0" lvl="1" indent="0">
              <a:spcBef>
                <a:spcPts val="0"/>
              </a:spcBef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en-US" altLang="en-US" sz="2500" dirty="0">
                <a:latin typeface="Calibri" panose="020F0502020204030204" pitchFamily="34" charset="0"/>
              </a:rPr>
              <a:t>Like with lists, we can replace the value associated with a key by doing an assignment</a:t>
            </a:r>
          </a:p>
          <a:p>
            <a:pPr marL="0" lvl="1" indent="0">
              <a:spcBef>
                <a:spcPts val="0"/>
              </a:spcBef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  <a:p>
            <a:pPr marL="0" lvl="1" indent="0">
              <a:spcBef>
                <a:spcPts val="0"/>
              </a:spcBef>
              <a:buNone/>
            </a:pPr>
            <a:r>
              <a:rPr lang="en-US" altLang="en-US" sz="2500" dirty="0">
                <a:latin typeface="Calibri" panose="020F0502020204030204" pitchFamily="34" charset="0"/>
              </a:rPr>
              <a:t>age[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400" dirty="0">
                <a:latin typeface="Calibri" panose="020F0502020204030204" pitchFamily="34" charset="0"/>
              </a:rPr>
              <a:t>] = 60 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replaces “Alice” value with 60</a:t>
            </a:r>
            <a:endParaRPr lang="en-US" altLang="en-US" sz="25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513218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699CB-6EA7-3343-90F2-71EF3BD7A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B4DF380-6D8C-03C5-1DC4-4F9328575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Dictionaries – Accessing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728A8B-592D-CF6D-D8B2-EF9288A9F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524000"/>
            <a:ext cx="7886700" cy="47244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We can check if a key exists in a dictionary much like how we would check if an item exists in a sequence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“Eve”</a:t>
            </a:r>
            <a:r>
              <a:rPr lang="en-US" altLang="en-US" sz="2800" dirty="0">
                <a:latin typeface="Calibri" panose="020F0502020204030204" pitchFamily="34" charset="0"/>
              </a:rPr>
              <a:t> in ages)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will print False</a:t>
            </a:r>
          </a:p>
          <a:p>
            <a:pPr>
              <a:spcBef>
                <a:spcPts val="0"/>
              </a:spcBef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Trying to read from a non-existent key is an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print(ages[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“Eve”</a:t>
            </a:r>
            <a:r>
              <a:rPr lang="en-US" altLang="en-US" sz="2800" dirty="0">
                <a:latin typeface="Calibri" panose="020F0502020204030204" pitchFamily="34" charset="0"/>
              </a:rPr>
              <a:t>])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crashes your program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Trying to assign to a non-existent key adds that key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ages[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“David”</a:t>
            </a:r>
            <a:r>
              <a:rPr lang="en-US" altLang="en-US" sz="2800" dirty="0">
                <a:latin typeface="Calibri" panose="020F0502020204030204" pitchFamily="34" charset="0"/>
              </a:rPr>
              <a:t>] = 70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key “David” has been added</a:t>
            </a:r>
            <a:endParaRPr lang="en-US" alt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805787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24001-D471-AEAD-CB8D-E2E1147FE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69E7294-A916-9A36-9042-F7E357570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Dictionaries – Accessing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0CDFB2-F0AA-04A1-6082-B28839745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524000"/>
            <a:ext cx="7886700" cy="47244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Printing a dictionary gives you all the key-value pairs in dictionary form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{'Alice': 30, 'Bob': 40, 'Charlie': 50}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print(ages)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Converting the dictionary into a list gives you all the keys inside that list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['Alice', 'Bob', 'Charlie']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print(list(ages))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29229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1A05-F466-A1CA-FAA2-620819E4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E8B2508-31B5-EA45-3C55-72D273B423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Dictionaries – Accessing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739D19-47D4-B1D4-BACE-D19A020BC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524000"/>
            <a:ext cx="7886700" cy="47244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We can use the dictionary’s values() to retrieve a list of all the values in a dictionary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[30, 40, 50]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print(list(</a:t>
            </a:r>
            <a:r>
              <a:rPr lang="en-US" altLang="en-US" sz="2800" dirty="0" err="1">
                <a:latin typeface="Calibri" panose="020F0502020204030204" pitchFamily="34" charset="0"/>
              </a:rPr>
              <a:t>ages.values</a:t>
            </a:r>
            <a:r>
              <a:rPr lang="en-US" altLang="en-US" sz="2800" dirty="0">
                <a:latin typeface="Calibri" panose="020F0502020204030204" pitchFamily="34" charset="0"/>
              </a:rPr>
              <a:t>))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We can use the dictionary’s items() to retrieve all key-value pairs. Notice that they will be stored inside of tuples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[('Alice', 30), ('Bob', 40), ('Charlie', 50)]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print(list(</a:t>
            </a:r>
            <a:r>
              <a:rPr lang="en-US" altLang="en-US" sz="2800" dirty="0" err="1">
                <a:latin typeface="Calibri" panose="020F0502020204030204" pitchFamily="34" charset="0"/>
              </a:rPr>
              <a:t>ages.items</a:t>
            </a:r>
            <a:r>
              <a:rPr lang="en-US" altLang="en-US" sz="2800" dirty="0">
                <a:latin typeface="Calibri" panose="020F0502020204030204" pitchFamily="34" charset="0"/>
              </a:rPr>
              <a:t>()))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453865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E9758-6B79-BA34-92D2-9266B290E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B114D4B-4946-F587-2B23-72292599C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Dictionaries – Accessing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CC0C74-5910-1481-C1F8-D7A37757D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524000"/>
            <a:ext cx="7886700" cy="47244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We can use the dictionary’s values() to retrieve a list of all the values in a dictionary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[30, 40, 50]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print(list(</a:t>
            </a:r>
            <a:r>
              <a:rPr lang="en-US" altLang="en-US" sz="2800" dirty="0" err="1">
                <a:latin typeface="Calibri" panose="020F0502020204030204" pitchFamily="34" charset="0"/>
              </a:rPr>
              <a:t>ages.values</a:t>
            </a:r>
            <a:r>
              <a:rPr lang="en-US" altLang="en-US" sz="2800" dirty="0">
                <a:latin typeface="Calibri" panose="020F0502020204030204" pitchFamily="34" charset="0"/>
              </a:rPr>
              <a:t>))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We can use the dictionary’s items() to retrieve all key-value pairs. Notice that they will be stored inside of tuples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[('Alice', 30), ('Bob', 40), ('Charlie', 50)]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print(list(</a:t>
            </a:r>
            <a:r>
              <a:rPr lang="en-US" altLang="en-US" sz="2800" dirty="0" err="1">
                <a:latin typeface="Calibri" panose="020F0502020204030204" pitchFamily="34" charset="0"/>
              </a:rPr>
              <a:t>ages.items</a:t>
            </a:r>
            <a:r>
              <a:rPr lang="en-US" altLang="en-US" sz="2800" dirty="0">
                <a:latin typeface="Calibri" panose="020F0502020204030204" pitchFamily="34" charset="0"/>
              </a:rPr>
              <a:t>()))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057249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86B0D810-B974-4867-8C1F-D93335D6C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454923" eaLnBrk="1" fontAlgn="auto" hangingPunct="1">
              <a:spcAft>
                <a:spcPts val="0"/>
              </a:spcAft>
              <a:defRPr/>
            </a:pPr>
            <a:r>
              <a:rPr lang="en-US" altLang="en-US" sz="4378" b="1" dirty="0"/>
              <a:t>Summary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2CA29A8-E04E-463B-96E8-222CC726AA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3184" dirty="0"/>
              <a:t>Sequence types can any number of elements of different types</a:t>
            </a:r>
          </a:p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3184" dirty="0"/>
              <a:t>Elements in a Sequence are always ordered, but may not be sorted</a:t>
            </a:r>
          </a:p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3184" dirty="0"/>
              <a:t>Lists can vary in size once created</a:t>
            </a:r>
          </a:p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3184" dirty="0"/>
              <a:t>Strings, Tuples and Ranges cannot vary in size once created</a:t>
            </a:r>
          </a:p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3184" dirty="0"/>
              <a:t>You can access one or more elements in a Sequence</a:t>
            </a:r>
          </a:p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altLang="en-US" sz="3184" dirty="0"/>
          </a:p>
        </p:txBody>
      </p:sp>
    </p:spTree>
    <p:extLst>
      <p:ext uri="{BB962C8B-B14F-4D97-AF65-F5344CB8AC3E}">
        <p14:creationId xmlns:p14="http://schemas.microsoft.com/office/powerpoint/2010/main" val="1740973228"/>
      </p:ext>
    </p:extLst>
  </p:cSld>
  <p:clrMapOvr>
    <a:masterClrMapping/>
  </p:clrMapOvr>
</p:sld>
</file>

<file path=ppt/theme/theme1.xml><?xml version="1.0" encoding="utf-8"?>
<a:theme xmlns:a="http://schemas.openxmlformats.org/drawingml/2006/main" name="PPT2_16to9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PPT2_16to9</Template>
  <TotalTime>16596</TotalTime>
  <Words>681</Words>
  <Application>Microsoft Office PowerPoint</Application>
  <PresentationFormat>On-screen Show (4:3)</PresentationFormat>
  <Paragraphs>80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PPT2_16to9</vt:lpstr>
      <vt:lpstr>Module 5 – Part 2 </vt:lpstr>
      <vt:lpstr>Dictionaries</vt:lpstr>
      <vt:lpstr>Dictionaries – Creating</vt:lpstr>
      <vt:lpstr>Dictionaries – Key-Value pairs</vt:lpstr>
      <vt:lpstr>Dictionaries – Accessing</vt:lpstr>
      <vt:lpstr>Dictionaries – Accessing</vt:lpstr>
      <vt:lpstr>Dictionaries – Accessing</vt:lpstr>
      <vt:lpstr>Dictionaries – Accessing</vt:lpstr>
      <vt:lpstr>Dictionaries – Accessing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CSE1301</dc:title>
  <dc:creator>Jon Preston</dc:creator>
  <cp:lastModifiedBy>Dmitri Nunes Dias Fernandes</cp:lastModifiedBy>
  <cp:revision>513</cp:revision>
  <dcterms:created xsi:type="dcterms:W3CDTF">2017-03-19T10:32:05Z</dcterms:created>
  <dcterms:modified xsi:type="dcterms:W3CDTF">2024-05-22T23:12:28Z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2012-04-21T00:00:00Z</vt:filetime>
  </property>
  <property fmtid="{D5CDD505-2E9C-101B-9397-08002B2CF9AE}" pid="3" name="LastSaved">
    <vt:filetime>2017-03-19T00:00:00Z</vt:filetime>
  </property>
</Properties>
</file>