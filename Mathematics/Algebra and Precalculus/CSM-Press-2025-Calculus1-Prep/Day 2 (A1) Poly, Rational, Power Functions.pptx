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56" r:id="rId5"/>
    <p:sldId id="274" r:id="rId6"/>
    <p:sldId id="275" r:id="rId7"/>
    <p:sldId id="276" r:id="rId8"/>
    <p:sldId id="278" r:id="rId9"/>
    <p:sldId id="280" r:id="rId10"/>
    <p:sldId id="288" r:id="rId11"/>
    <p:sldId id="289" r:id="rId12"/>
    <p:sldId id="279" r:id="rId13"/>
    <p:sldId id="282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249" autoAdjust="0"/>
  </p:normalViewPr>
  <p:slideViewPr>
    <p:cSldViewPr snapToGrid="0" snapToObjects="1">
      <p:cViewPr varScale="1">
        <p:scale>
          <a:sx n="151" d="100"/>
          <a:sy n="151" d="100"/>
        </p:scale>
        <p:origin x="778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stin Deutsch" userId="317d3870-7f9b-438f-aeba-8a1544be72a1" providerId="ADAL" clId="{0EAD7B71-0DD9-4EDD-B9E2-B62221825348}"/>
    <pc:docChg chg="delSld modSld">
      <pc:chgData name="Dustin Deutsch" userId="317d3870-7f9b-438f-aeba-8a1544be72a1" providerId="ADAL" clId="{0EAD7B71-0DD9-4EDD-B9E2-B62221825348}" dt="2025-08-04T15:45:19.343" v="50" actId="47"/>
      <pc:docMkLst>
        <pc:docMk/>
      </pc:docMkLst>
      <pc:sldChg chg="delSp modSp mod">
        <pc:chgData name="Dustin Deutsch" userId="317d3870-7f9b-438f-aeba-8a1544be72a1" providerId="ADAL" clId="{0EAD7B71-0DD9-4EDD-B9E2-B62221825348}" dt="2025-08-04T15:44:54.825" v="42" actId="20577"/>
        <pc:sldMkLst>
          <pc:docMk/>
          <pc:sldMk cId="422095949" sldId="256"/>
        </pc:sldMkLst>
        <pc:spChg chg="mod">
          <ac:chgData name="Dustin Deutsch" userId="317d3870-7f9b-438f-aeba-8a1544be72a1" providerId="ADAL" clId="{0EAD7B71-0DD9-4EDD-B9E2-B62221825348}" dt="2025-08-04T15:44:54.825" v="42" actId="20577"/>
          <ac:spMkLst>
            <pc:docMk/>
            <pc:sldMk cId="422095949" sldId="256"/>
            <ac:spMk id="2" creationId="{E78B57CF-B9B9-EF4E-9E54-ADDE6D43E23E}"/>
          </ac:spMkLst>
        </pc:spChg>
        <pc:inkChg chg="del">
          <ac:chgData name="Dustin Deutsch" userId="317d3870-7f9b-438f-aeba-8a1544be72a1" providerId="ADAL" clId="{0EAD7B71-0DD9-4EDD-B9E2-B62221825348}" dt="2025-08-04T15:43:28.560" v="1" actId="33639"/>
          <ac:inkMkLst>
            <pc:docMk/>
            <pc:sldMk cId="422095949" sldId="256"/>
            <ac:inkMk id="4" creationId="{AD954B41-1521-B890-A22C-12D1C6B7B6AF}"/>
          </ac:inkMkLst>
        </pc:inkChg>
      </pc:sldChg>
      <pc:sldChg chg="delSp del mod">
        <pc:chgData name="Dustin Deutsch" userId="317d3870-7f9b-438f-aeba-8a1544be72a1" providerId="ADAL" clId="{0EAD7B71-0DD9-4EDD-B9E2-B62221825348}" dt="2025-08-04T15:45:12.296" v="44" actId="47"/>
        <pc:sldMkLst>
          <pc:docMk/>
          <pc:sldMk cId="1663267854" sldId="261"/>
        </pc:sldMkLst>
        <pc:inkChg chg="del">
          <ac:chgData name="Dustin Deutsch" userId="317d3870-7f9b-438f-aeba-8a1544be72a1" providerId="ADAL" clId="{0EAD7B71-0DD9-4EDD-B9E2-B62221825348}" dt="2025-08-04T15:43:28.560" v="1" actId="33639"/>
          <ac:inkMkLst>
            <pc:docMk/>
            <pc:sldMk cId="1663267854" sldId="261"/>
            <ac:inkMk id="2" creationId="{5AE4839B-62F1-962A-2937-D02D771B8CDE}"/>
          </ac:inkMkLst>
        </pc:inkChg>
      </pc:sldChg>
      <pc:sldChg chg="delSp del mod">
        <pc:chgData name="Dustin Deutsch" userId="317d3870-7f9b-438f-aeba-8a1544be72a1" providerId="ADAL" clId="{0EAD7B71-0DD9-4EDD-B9E2-B62221825348}" dt="2025-08-04T15:45:16.466" v="48" actId="47"/>
        <pc:sldMkLst>
          <pc:docMk/>
          <pc:sldMk cId="73650216" sldId="265"/>
        </pc:sldMkLst>
        <pc:inkChg chg="del">
          <ac:chgData name="Dustin Deutsch" userId="317d3870-7f9b-438f-aeba-8a1544be72a1" providerId="ADAL" clId="{0EAD7B71-0DD9-4EDD-B9E2-B62221825348}" dt="2025-08-04T15:43:28.560" v="1" actId="33639"/>
          <ac:inkMkLst>
            <pc:docMk/>
            <pc:sldMk cId="73650216" sldId="265"/>
            <ac:inkMk id="2" creationId="{C7302052-5BC4-F610-05BD-75ECA1401FC3}"/>
          </ac:inkMkLst>
        </pc:inkChg>
      </pc:sldChg>
      <pc:sldChg chg="delSp del mod">
        <pc:chgData name="Dustin Deutsch" userId="317d3870-7f9b-438f-aeba-8a1544be72a1" providerId="ADAL" clId="{0EAD7B71-0DD9-4EDD-B9E2-B62221825348}" dt="2025-08-04T15:45:15.564" v="47" actId="47"/>
        <pc:sldMkLst>
          <pc:docMk/>
          <pc:sldMk cId="1501815067" sldId="269"/>
        </pc:sldMkLst>
        <pc:inkChg chg="del">
          <ac:chgData name="Dustin Deutsch" userId="317d3870-7f9b-438f-aeba-8a1544be72a1" providerId="ADAL" clId="{0EAD7B71-0DD9-4EDD-B9E2-B62221825348}" dt="2025-08-04T15:43:28.560" v="1" actId="33639"/>
          <ac:inkMkLst>
            <pc:docMk/>
            <pc:sldMk cId="1501815067" sldId="269"/>
            <ac:inkMk id="2" creationId="{2CCFD3FE-0ACD-BE3A-7EF2-37543C9BDD5E}"/>
          </ac:inkMkLst>
        </pc:inkChg>
      </pc:sldChg>
      <pc:sldChg chg="delSp del mod">
        <pc:chgData name="Dustin Deutsch" userId="317d3870-7f9b-438f-aeba-8a1544be72a1" providerId="ADAL" clId="{0EAD7B71-0DD9-4EDD-B9E2-B62221825348}" dt="2025-08-04T15:45:17.465" v="49" actId="47"/>
        <pc:sldMkLst>
          <pc:docMk/>
          <pc:sldMk cId="731995066" sldId="270"/>
        </pc:sldMkLst>
        <pc:inkChg chg="del">
          <ac:chgData name="Dustin Deutsch" userId="317d3870-7f9b-438f-aeba-8a1544be72a1" providerId="ADAL" clId="{0EAD7B71-0DD9-4EDD-B9E2-B62221825348}" dt="2025-08-04T15:43:28.560" v="1" actId="33639"/>
          <ac:inkMkLst>
            <pc:docMk/>
            <pc:sldMk cId="731995066" sldId="270"/>
            <ac:inkMk id="2" creationId="{8781CDC2-20B9-5FDC-8A3A-2FC8C4959A56}"/>
          </ac:inkMkLst>
        </pc:inkChg>
      </pc:sldChg>
      <pc:sldChg chg="delSp del mod">
        <pc:chgData name="Dustin Deutsch" userId="317d3870-7f9b-438f-aeba-8a1544be72a1" providerId="ADAL" clId="{0EAD7B71-0DD9-4EDD-B9E2-B62221825348}" dt="2025-08-04T15:45:19.343" v="50" actId="47"/>
        <pc:sldMkLst>
          <pc:docMk/>
          <pc:sldMk cId="3248558689" sldId="271"/>
        </pc:sldMkLst>
        <pc:inkChg chg="del">
          <ac:chgData name="Dustin Deutsch" userId="317d3870-7f9b-438f-aeba-8a1544be72a1" providerId="ADAL" clId="{0EAD7B71-0DD9-4EDD-B9E2-B62221825348}" dt="2025-08-04T15:43:28.560" v="1" actId="33639"/>
          <ac:inkMkLst>
            <pc:docMk/>
            <pc:sldMk cId="3248558689" sldId="271"/>
            <ac:inkMk id="2" creationId="{7CD37BD4-34D5-1615-525F-72EDC59AAE7E}"/>
          </ac:inkMkLst>
        </pc:inkChg>
      </pc:sldChg>
      <pc:sldChg chg="delSp del mod">
        <pc:chgData name="Dustin Deutsch" userId="317d3870-7f9b-438f-aeba-8a1544be72a1" providerId="ADAL" clId="{0EAD7B71-0DD9-4EDD-B9E2-B62221825348}" dt="2025-08-04T15:45:13.263" v="45" actId="47"/>
        <pc:sldMkLst>
          <pc:docMk/>
          <pc:sldMk cId="744811477" sldId="273"/>
        </pc:sldMkLst>
        <pc:inkChg chg="del">
          <ac:chgData name="Dustin Deutsch" userId="317d3870-7f9b-438f-aeba-8a1544be72a1" providerId="ADAL" clId="{0EAD7B71-0DD9-4EDD-B9E2-B62221825348}" dt="2025-08-04T15:43:28.560" v="1" actId="33639"/>
          <ac:inkMkLst>
            <pc:docMk/>
            <pc:sldMk cId="744811477" sldId="273"/>
            <ac:inkMk id="3" creationId="{2055A0E0-1266-FA3F-DA6C-EC8A7E399280}"/>
          </ac:inkMkLst>
        </pc:inkChg>
      </pc:sldChg>
      <pc:sldChg chg="delSp mod">
        <pc:chgData name="Dustin Deutsch" userId="317d3870-7f9b-438f-aeba-8a1544be72a1" providerId="ADAL" clId="{0EAD7B71-0DD9-4EDD-B9E2-B62221825348}" dt="2025-08-04T15:43:26.471" v="0" actId="33640"/>
        <pc:sldMkLst>
          <pc:docMk/>
          <pc:sldMk cId="3749805158" sldId="274"/>
        </pc:sldMkLst>
        <pc:inkChg chg="del">
          <ac:chgData name="Dustin Deutsch" userId="317d3870-7f9b-438f-aeba-8a1544be72a1" providerId="ADAL" clId="{0EAD7B71-0DD9-4EDD-B9E2-B62221825348}" dt="2025-08-04T15:43:26.471" v="0" actId="33640"/>
          <ac:inkMkLst>
            <pc:docMk/>
            <pc:sldMk cId="3749805158" sldId="274"/>
            <ac:inkMk id="5" creationId="{F336CCD6-FFDD-BC29-313D-C37B30E5A929}"/>
          </ac:inkMkLst>
        </pc:inkChg>
      </pc:sldChg>
      <pc:sldChg chg="delSp mod">
        <pc:chgData name="Dustin Deutsch" userId="317d3870-7f9b-438f-aeba-8a1544be72a1" providerId="ADAL" clId="{0EAD7B71-0DD9-4EDD-B9E2-B62221825348}" dt="2025-08-04T15:43:28.560" v="1" actId="33639"/>
        <pc:sldMkLst>
          <pc:docMk/>
          <pc:sldMk cId="3704306808" sldId="275"/>
        </pc:sldMkLst>
        <pc:inkChg chg="del">
          <ac:chgData name="Dustin Deutsch" userId="317d3870-7f9b-438f-aeba-8a1544be72a1" providerId="ADAL" clId="{0EAD7B71-0DD9-4EDD-B9E2-B62221825348}" dt="2025-08-04T15:43:28.560" v="1" actId="33639"/>
          <ac:inkMkLst>
            <pc:docMk/>
            <pc:sldMk cId="3704306808" sldId="275"/>
            <ac:inkMk id="4" creationId="{A5785EA7-3958-6C1F-7EF0-4148DE4C683B}"/>
          </ac:inkMkLst>
        </pc:inkChg>
      </pc:sldChg>
      <pc:sldChg chg="delSp mod">
        <pc:chgData name="Dustin Deutsch" userId="317d3870-7f9b-438f-aeba-8a1544be72a1" providerId="ADAL" clId="{0EAD7B71-0DD9-4EDD-B9E2-B62221825348}" dt="2025-08-04T15:43:28.560" v="1" actId="33639"/>
        <pc:sldMkLst>
          <pc:docMk/>
          <pc:sldMk cId="1211696398" sldId="276"/>
        </pc:sldMkLst>
        <pc:inkChg chg="del">
          <ac:chgData name="Dustin Deutsch" userId="317d3870-7f9b-438f-aeba-8a1544be72a1" providerId="ADAL" clId="{0EAD7B71-0DD9-4EDD-B9E2-B62221825348}" dt="2025-08-04T15:43:28.560" v="1" actId="33639"/>
          <ac:inkMkLst>
            <pc:docMk/>
            <pc:sldMk cId="1211696398" sldId="276"/>
            <ac:inkMk id="4" creationId="{A8D839FF-FEAD-3F7E-19E0-7DC2A699BE5D}"/>
          </ac:inkMkLst>
        </pc:inkChg>
      </pc:sldChg>
      <pc:sldChg chg="delSp mod">
        <pc:chgData name="Dustin Deutsch" userId="317d3870-7f9b-438f-aeba-8a1544be72a1" providerId="ADAL" clId="{0EAD7B71-0DD9-4EDD-B9E2-B62221825348}" dt="2025-08-04T15:43:28.560" v="1" actId="33639"/>
        <pc:sldMkLst>
          <pc:docMk/>
          <pc:sldMk cId="532929040" sldId="278"/>
        </pc:sldMkLst>
        <pc:inkChg chg="del">
          <ac:chgData name="Dustin Deutsch" userId="317d3870-7f9b-438f-aeba-8a1544be72a1" providerId="ADAL" clId="{0EAD7B71-0DD9-4EDD-B9E2-B62221825348}" dt="2025-08-04T15:43:28.560" v="1" actId="33639"/>
          <ac:inkMkLst>
            <pc:docMk/>
            <pc:sldMk cId="532929040" sldId="278"/>
            <ac:inkMk id="4" creationId="{EDB7FB58-9745-F8B5-936F-CB6F5E3BDD46}"/>
          </ac:inkMkLst>
        </pc:inkChg>
      </pc:sldChg>
      <pc:sldChg chg="delSp mod">
        <pc:chgData name="Dustin Deutsch" userId="317d3870-7f9b-438f-aeba-8a1544be72a1" providerId="ADAL" clId="{0EAD7B71-0DD9-4EDD-B9E2-B62221825348}" dt="2025-08-04T15:43:28.560" v="1" actId="33639"/>
        <pc:sldMkLst>
          <pc:docMk/>
          <pc:sldMk cId="3393394527" sldId="279"/>
        </pc:sldMkLst>
        <pc:inkChg chg="del">
          <ac:chgData name="Dustin Deutsch" userId="317d3870-7f9b-438f-aeba-8a1544be72a1" providerId="ADAL" clId="{0EAD7B71-0DD9-4EDD-B9E2-B62221825348}" dt="2025-08-04T15:43:28.560" v="1" actId="33639"/>
          <ac:inkMkLst>
            <pc:docMk/>
            <pc:sldMk cId="3393394527" sldId="279"/>
            <ac:inkMk id="4" creationId="{2FB3865A-12A6-7543-70CE-84108144F362}"/>
          </ac:inkMkLst>
        </pc:inkChg>
      </pc:sldChg>
      <pc:sldChg chg="delSp mod">
        <pc:chgData name="Dustin Deutsch" userId="317d3870-7f9b-438f-aeba-8a1544be72a1" providerId="ADAL" clId="{0EAD7B71-0DD9-4EDD-B9E2-B62221825348}" dt="2025-08-04T15:43:28.560" v="1" actId="33639"/>
        <pc:sldMkLst>
          <pc:docMk/>
          <pc:sldMk cId="3244935210" sldId="280"/>
        </pc:sldMkLst>
        <pc:inkChg chg="del">
          <ac:chgData name="Dustin Deutsch" userId="317d3870-7f9b-438f-aeba-8a1544be72a1" providerId="ADAL" clId="{0EAD7B71-0DD9-4EDD-B9E2-B62221825348}" dt="2025-08-04T15:43:28.560" v="1" actId="33639"/>
          <ac:inkMkLst>
            <pc:docMk/>
            <pc:sldMk cId="3244935210" sldId="280"/>
            <ac:inkMk id="4" creationId="{331B92F5-BC10-1828-F365-3FAFBCDC4D18}"/>
          </ac:inkMkLst>
        </pc:inkChg>
      </pc:sldChg>
      <pc:sldChg chg="delSp mod">
        <pc:chgData name="Dustin Deutsch" userId="317d3870-7f9b-438f-aeba-8a1544be72a1" providerId="ADAL" clId="{0EAD7B71-0DD9-4EDD-B9E2-B62221825348}" dt="2025-08-04T15:43:28.560" v="1" actId="33639"/>
        <pc:sldMkLst>
          <pc:docMk/>
          <pc:sldMk cId="198864132" sldId="282"/>
        </pc:sldMkLst>
        <pc:inkChg chg="del">
          <ac:chgData name="Dustin Deutsch" userId="317d3870-7f9b-438f-aeba-8a1544be72a1" providerId="ADAL" clId="{0EAD7B71-0DD9-4EDD-B9E2-B62221825348}" dt="2025-08-04T15:43:28.560" v="1" actId="33639"/>
          <ac:inkMkLst>
            <pc:docMk/>
            <pc:sldMk cId="198864132" sldId="282"/>
            <ac:inkMk id="4" creationId="{0F2EB3C4-45A8-AF1E-E23C-F0A3AA0397DF}"/>
          </ac:inkMkLst>
        </pc:inkChg>
      </pc:sldChg>
      <pc:sldChg chg="delSp del mod">
        <pc:chgData name="Dustin Deutsch" userId="317d3870-7f9b-438f-aeba-8a1544be72a1" providerId="ADAL" clId="{0EAD7B71-0DD9-4EDD-B9E2-B62221825348}" dt="2025-08-04T15:45:11.344" v="43" actId="47"/>
        <pc:sldMkLst>
          <pc:docMk/>
          <pc:sldMk cId="1912073535" sldId="284"/>
        </pc:sldMkLst>
        <pc:inkChg chg="del">
          <ac:chgData name="Dustin Deutsch" userId="317d3870-7f9b-438f-aeba-8a1544be72a1" providerId="ADAL" clId="{0EAD7B71-0DD9-4EDD-B9E2-B62221825348}" dt="2025-08-04T15:43:28.560" v="1" actId="33639"/>
          <ac:inkMkLst>
            <pc:docMk/>
            <pc:sldMk cId="1912073535" sldId="284"/>
            <ac:inkMk id="4" creationId="{1BBC8E82-01E4-8FD9-B1C5-C7544F621B80}"/>
          </ac:inkMkLst>
        </pc:inkChg>
      </pc:sldChg>
      <pc:sldChg chg="delSp del mod">
        <pc:chgData name="Dustin Deutsch" userId="317d3870-7f9b-438f-aeba-8a1544be72a1" providerId="ADAL" clId="{0EAD7B71-0DD9-4EDD-B9E2-B62221825348}" dt="2025-08-04T15:45:14.228" v="46" actId="47"/>
        <pc:sldMkLst>
          <pc:docMk/>
          <pc:sldMk cId="664920019" sldId="287"/>
        </pc:sldMkLst>
        <pc:inkChg chg="del">
          <ac:chgData name="Dustin Deutsch" userId="317d3870-7f9b-438f-aeba-8a1544be72a1" providerId="ADAL" clId="{0EAD7B71-0DD9-4EDD-B9E2-B62221825348}" dt="2025-08-04T15:43:28.560" v="1" actId="33639"/>
          <ac:inkMkLst>
            <pc:docMk/>
            <pc:sldMk cId="664920019" sldId="287"/>
            <ac:inkMk id="4" creationId="{4D125E81-6AE8-A592-9EFC-FD8D291746E0}"/>
          </ac:inkMkLst>
        </pc:inkChg>
      </pc:sldChg>
      <pc:sldChg chg="delSp mod">
        <pc:chgData name="Dustin Deutsch" userId="317d3870-7f9b-438f-aeba-8a1544be72a1" providerId="ADAL" clId="{0EAD7B71-0DD9-4EDD-B9E2-B62221825348}" dt="2025-08-04T15:43:28.560" v="1" actId="33639"/>
        <pc:sldMkLst>
          <pc:docMk/>
          <pc:sldMk cId="1960178651" sldId="288"/>
        </pc:sldMkLst>
        <pc:inkChg chg="del">
          <ac:chgData name="Dustin Deutsch" userId="317d3870-7f9b-438f-aeba-8a1544be72a1" providerId="ADAL" clId="{0EAD7B71-0DD9-4EDD-B9E2-B62221825348}" dt="2025-08-04T15:43:28.560" v="1" actId="33639"/>
          <ac:inkMkLst>
            <pc:docMk/>
            <pc:sldMk cId="1960178651" sldId="288"/>
            <ac:inkMk id="4" creationId="{FAD513C1-4614-F7AF-7245-DAB92A7E0032}"/>
          </ac:inkMkLst>
        </pc:inkChg>
      </pc:sldChg>
      <pc:sldChg chg="delSp mod">
        <pc:chgData name="Dustin Deutsch" userId="317d3870-7f9b-438f-aeba-8a1544be72a1" providerId="ADAL" clId="{0EAD7B71-0DD9-4EDD-B9E2-B62221825348}" dt="2025-08-04T15:43:28.560" v="1" actId="33639"/>
        <pc:sldMkLst>
          <pc:docMk/>
          <pc:sldMk cId="1981971698" sldId="289"/>
        </pc:sldMkLst>
        <pc:inkChg chg="del">
          <ac:chgData name="Dustin Deutsch" userId="317d3870-7f9b-438f-aeba-8a1544be72a1" providerId="ADAL" clId="{0EAD7B71-0DD9-4EDD-B9E2-B62221825348}" dt="2025-08-04T15:43:28.560" v="1" actId="33639"/>
          <ac:inkMkLst>
            <pc:docMk/>
            <pc:sldMk cId="1981971698" sldId="289"/>
            <ac:inkMk id="4" creationId="{4F2211E9-C694-E526-E58F-E98E5DD9C1CD}"/>
          </ac:inkMkLst>
        </pc:ink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82" indent="0" algn="ctr">
              <a:buNone/>
              <a:defRPr sz="1500"/>
            </a:lvl2pPr>
            <a:lvl3pPr marL="685766" indent="0" algn="ctr">
              <a:buNone/>
              <a:defRPr sz="1351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4" indent="0" algn="ctr">
              <a:buNone/>
              <a:defRPr sz="1200"/>
            </a:lvl6pPr>
            <a:lvl7pPr marL="2057298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2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1" y="4874138"/>
            <a:ext cx="2057400" cy="273844"/>
          </a:xfrm>
        </p:spPr>
        <p:txBody>
          <a:bodyPr/>
          <a:lstStyle/>
          <a:p>
            <a:fld id="{02989721-2E5E-A74E-BDA4-3350CBAAF42E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1" y="4874138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1" y="4874138"/>
            <a:ext cx="2057400" cy="273844"/>
          </a:xfrm>
        </p:spPr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704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822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90" y="1282308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90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8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66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86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1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29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8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6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844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1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669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3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2" indent="0">
              <a:buNone/>
              <a:defRPr sz="1500" b="1"/>
            </a:lvl2pPr>
            <a:lvl3pPr marL="685766" indent="0">
              <a:buNone/>
              <a:defRPr sz="1351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4" indent="0">
              <a:buNone/>
              <a:defRPr sz="1200" b="1"/>
            </a:lvl6pPr>
            <a:lvl7pPr marL="2057298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7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3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2" indent="0">
              <a:buNone/>
              <a:defRPr sz="1500" b="1"/>
            </a:lvl2pPr>
            <a:lvl3pPr marL="685766" indent="0">
              <a:buNone/>
              <a:defRPr sz="1351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4" indent="0">
              <a:buNone/>
              <a:defRPr sz="1200" b="1"/>
            </a:lvl6pPr>
            <a:lvl7pPr marL="2057298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3" y="1878807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323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326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971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9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3" y="740573"/>
            <a:ext cx="4629151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4"/>
            <a:ext cx="2949179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82" indent="0">
              <a:buNone/>
              <a:defRPr sz="1051"/>
            </a:lvl2pPr>
            <a:lvl3pPr marL="685766" indent="0">
              <a:buNone/>
              <a:defRPr sz="900"/>
            </a:lvl3pPr>
            <a:lvl4pPr marL="1028649" indent="0">
              <a:buNone/>
              <a:defRPr sz="751"/>
            </a:lvl4pPr>
            <a:lvl5pPr marL="1371532" indent="0">
              <a:buNone/>
              <a:defRPr sz="751"/>
            </a:lvl5pPr>
            <a:lvl6pPr marL="1714414" indent="0">
              <a:buNone/>
              <a:defRPr sz="751"/>
            </a:lvl6pPr>
            <a:lvl7pPr marL="2057298" indent="0">
              <a:buNone/>
              <a:defRPr sz="751"/>
            </a:lvl7pPr>
            <a:lvl8pPr marL="2400180" indent="0">
              <a:buNone/>
              <a:defRPr sz="751"/>
            </a:lvl8pPr>
            <a:lvl9pPr marL="2743062" indent="0">
              <a:buNone/>
              <a:defRPr sz="7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882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9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3" y="740573"/>
            <a:ext cx="4629151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882" indent="0">
              <a:buNone/>
              <a:defRPr sz="2100"/>
            </a:lvl2pPr>
            <a:lvl3pPr marL="685766" indent="0">
              <a:buNone/>
              <a:defRPr sz="1800"/>
            </a:lvl3pPr>
            <a:lvl4pPr marL="1028649" indent="0">
              <a:buNone/>
              <a:defRPr sz="1500"/>
            </a:lvl4pPr>
            <a:lvl5pPr marL="1371532" indent="0">
              <a:buNone/>
              <a:defRPr sz="1500"/>
            </a:lvl5pPr>
            <a:lvl6pPr marL="1714414" indent="0">
              <a:buNone/>
              <a:defRPr sz="1500"/>
            </a:lvl6pPr>
            <a:lvl7pPr marL="2057298" indent="0">
              <a:buNone/>
              <a:defRPr sz="1500"/>
            </a:lvl7pPr>
            <a:lvl8pPr marL="2400180" indent="0">
              <a:buNone/>
              <a:defRPr sz="1500"/>
            </a:lvl8pPr>
            <a:lvl9pPr marL="2743062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4"/>
            <a:ext cx="2949179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82" indent="0">
              <a:buNone/>
              <a:defRPr sz="1051"/>
            </a:lvl2pPr>
            <a:lvl3pPr marL="685766" indent="0">
              <a:buNone/>
              <a:defRPr sz="900"/>
            </a:lvl3pPr>
            <a:lvl4pPr marL="1028649" indent="0">
              <a:buNone/>
              <a:defRPr sz="751"/>
            </a:lvl4pPr>
            <a:lvl5pPr marL="1371532" indent="0">
              <a:buNone/>
              <a:defRPr sz="751"/>
            </a:lvl5pPr>
            <a:lvl6pPr marL="1714414" indent="0">
              <a:buNone/>
              <a:defRPr sz="751"/>
            </a:lvl6pPr>
            <a:lvl7pPr marL="2057298" indent="0">
              <a:buNone/>
              <a:defRPr sz="751"/>
            </a:lvl7pPr>
            <a:lvl8pPr marL="2400180" indent="0">
              <a:buNone/>
              <a:defRPr sz="751"/>
            </a:lvl8pPr>
            <a:lvl9pPr marL="2743062" indent="0">
              <a:buNone/>
              <a:defRPr sz="7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588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641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7" y="273848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273848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404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989721-2E5E-A74E-BDA4-3350CBAAF42E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424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8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1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3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82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4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8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2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B57CF-B9B9-EF4E-9E54-ADDE6D43E2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Polynomial, Rational, and Power Functions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35E92A-F551-B44B-B0E0-013059FA32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CSM PRESS 2025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2095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E7C74-8030-41B8-B85D-062A5A59D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3AB382-6539-E00A-3A68-C28146F9DA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Function of the form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𝑚𝑥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𝑏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1600" i="1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  </a:t>
                </a: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or</a:t>
                </a:r>
                <a:r>
                  <a:rPr lang="en-US" sz="1600" i="1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)=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𝑚𝑥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𝑏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G</a:t>
                </a: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raph is the straight line with </a:t>
                </a:r>
                <a:r>
                  <a:rPr lang="en-US" sz="1600" b="1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slope</a:t>
                </a: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𝑚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and crossing the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-axis at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(0 , 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𝑏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).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The point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(0 ,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𝑏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is called the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𝒚</m:t>
                    </m:r>
                  </m:oMath>
                </a14:m>
                <a:r>
                  <a:rPr lang="en-US" sz="1600" b="1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-intercept</a:t>
                </a: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.</a:t>
                </a: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</a:t>
                </a:r>
                <a:r>
                  <a:rPr lang="en-US" sz="1600" b="1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slope</a:t>
                </a: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𝑚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of a line containing </a:t>
                </a:r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points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endParaRPr lang="en-US" sz="16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endParaRPr lang="en-US" sz="16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3AB382-6539-E00A-3A68-C28146F9DA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09" t="-7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screen shot of a computer&#10;&#10;Description automatically generated">
            <a:extLst>
              <a:ext uri="{FF2B5EF4-FFF2-40B4-BE49-F238E27FC236}">
                <a16:creationId xmlns:a16="http://schemas.microsoft.com/office/drawing/2014/main" id="{447B1B03-58EB-8D44-E3E2-2A407755D4D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33" t="24691" r="17334" b="17037"/>
          <a:stretch/>
        </p:blipFill>
        <p:spPr bwMode="auto">
          <a:xfrm>
            <a:off x="5284323" y="2432941"/>
            <a:ext cx="3321963" cy="23009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49805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7244C-1AE5-FBC6-FA9C-B8F713D8C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B85BA1-E39B-2855-A73D-E2A5F45796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 constant f</a:t>
                </a: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unction of the form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16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or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)=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𝑐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, for some real number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𝑐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.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The graph of </a:t>
                </a:r>
                <a:r>
                  <a:rPr lang="en-US" sz="1600" i="1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)=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𝑐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(or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𝑐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) is a horizontal line. </a:t>
                </a:r>
              </a:p>
              <a:p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Vertical lines are given by the equation</a:t>
                </a: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𝑎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, for some real number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.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Vertical lines are</a:t>
                </a: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NOT functions.</a:t>
                </a:r>
              </a:p>
              <a:p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B85BA1-E39B-2855-A73D-E2A5F45796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09" t="-1495" r="-3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4306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D3F7F-6A49-FFC6-12CE-7A8C058A0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Quadratic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230847-F094-F072-CD85-EBFE180CFD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7924" y="1055999"/>
                <a:ext cx="7886700" cy="3263504"/>
              </a:xfrm>
            </p:spPr>
            <p:txBody>
              <a:bodyPr/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Functions of the form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)=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𝑎</m:t>
                    </m:r>
                    <m:sSup>
                      <m:sSup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𝑏𝑥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𝑐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   where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≠0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.</a:t>
                </a: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Characteristics of quadratic functions:</a:t>
                </a:r>
              </a:p>
              <a:p>
                <a:pPr marL="457192" lvl="1" indent="-28575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Font typeface="Courier New" panose="02070309020205020404" pitchFamily="49" charset="0"/>
                  <a:buChar char="o"/>
                </a:pP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graph of a quadratic function is a cup-shaped curve called a </a:t>
                </a:r>
                <a:r>
                  <a:rPr lang="en-US" sz="1600" b="1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parabola</a:t>
                </a: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pPr marL="457192" lvl="1" indent="-28575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Font typeface="Courier New" panose="02070309020205020404" pitchFamily="49" charset="0"/>
                  <a:buChar char="o"/>
                </a:pP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graph</a:t>
                </a: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opens upward if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&gt;0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or opens downwards if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&lt;0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pPr marL="457192" lvl="1" indent="-28575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Font typeface="Courier New" panose="02070309020205020404" pitchFamily="49" charset="0"/>
                  <a:buChar char="o"/>
                </a:pP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It has a turning point (max or min), or </a:t>
                </a:r>
                <a:r>
                  <a:rPr lang="en-US" sz="1600" b="1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vertex</a:t>
                </a: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, whose first coordinate is 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=−</m:t>
                    </m:r>
                    <m:f>
                      <m:f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𝑏</m:t>
                        </m:r>
                      </m:num>
                      <m:den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.</a:t>
                </a:r>
              </a:p>
              <a:p>
                <a:pPr marL="457192" lvl="1" indent="-28575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Font typeface="Courier New" panose="02070309020205020404" pitchFamily="49" charset="0"/>
                  <a:buChar char="o"/>
                </a:pPr>
                <a:endParaRPr lang="en-US" sz="16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230847-F094-F072-CD85-EBFE180CFD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7924" y="1055999"/>
                <a:ext cx="7886700" cy="3263504"/>
              </a:xfrm>
              <a:blipFill>
                <a:blip r:embed="rId2"/>
                <a:stretch>
                  <a:fillRect l="-309" t="-7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04EC9EE3-CDCA-1B0C-4DCA-B0A2DD6C5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8732" y="2915311"/>
            <a:ext cx="3932616" cy="1778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696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89780-C8F2-6A94-8F16-B240645D9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Polynomial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B9C025-BA55-7E50-10D3-3493F5A0AE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1" y="1054510"/>
                <a:ext cx="7886700" cy="3578213"/>
              </a:xfrm>
            </p:spPr>
            <p:txBody>
              <a:bodyPr>
                <a:norm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Function of the form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  <m:d>
                      <m:d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sub>
                    </m:sSub>
                    <m:sSup>
                      <m:sSupPr>
                        <m:ctrlP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sup>
                    </m:sSup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−1</m:t>
                        </m:r>
                      </m:sup>
                    </m:sSup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+ …+</m:t>
                    </m:r>
                    <m:sSub>
                      <m:sSubPr>
                        <m:ctrlP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,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is a nonnegative integer (called the </a:t>
                </a:r>
                <a:r>
                  <a:rPr lang="en-US" sz="1600" b="1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degree</a:t>
                </a: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of the polynomial)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6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16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are real numbers, called the </a:t>
                </a:r>
                <a:r>
                  <a:rPr lang="en-US" sz="1600" b="1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coefficients</a:t>
                </a: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domain of any polynomial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−∞,∞</m:t>
                        </m:r>
                      </m:e>
                    </m:d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. </a:t>
                </a: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EXAMPLES: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B9C025-BA55-7E50-10D3-3493F5A0AE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1" y="1054510"/>
                <a:ext cx="7886700" cy="3578213"/>
              </a:xfrm>
              <a:blipFill>
                <a:blip r:embed="rId2"/>
                <a:stretch>
                  <a:fillRect l="-386" t="-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2929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F158B-B5D3-6894-1183-CF8463793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Rational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BCF9D1-BE9A-D289-179D-331CF12B2A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061884"/>
                <a:ext cx="7886700" cy="3605980"/>
              </a:xfrm>
            </p:spPr>
            <p:txBody>
              <a:bodyPr/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Functions that are given by a quotient, or ratio, of two polynomials. Rational functions have the form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)=</m:t>
                    </m:r>
                    <m:f>
                      <m:f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𝑃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(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)</m:t>
                        </m:r>
                      </m:num>
                      <m:den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𝑄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(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, where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𝑃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𝑄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are polynomials. </a:t>
                </a: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The domain of a rational function are all input values that do not result in division by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0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.</a:t>
                </a: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EXAMPLES: </a:t>
                </a: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endParaRPr lang="en-US" sz="16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endParaRPr lang="en-US" sz="16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endParaRPr lang="en-US" sz="16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BCF9D1-BE9A-D289-179D-331CF12B2A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061884"/>
                <a:ext cx="7886700" cy="3605980"/>
              </a:xfrm>
              <a:blipFill>
                <a:blip r:embed="rId2"/>
                <a:stretch>
                  <a:fillRect l="-386" t="-676" r="-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4935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D559A-E0E9-716F-2068-C537F756D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BE4FB-D469-7B73-697F-AECA5C8D4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Rational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871472-6BDE-4837-DC9E-B2893B7651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061884"/>
                <a:ext cx="7886700" cy="36059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600" dirty="0"/>
                  <a:t>Rational functions often have asymptotes. </a:t>
                </a:r>
              </a:p>
              <a:p>
                <a:pPr marL="0" indent="0">
                  <a:buNone/>
                </a:pPr>
                <a:r>
                  <a:rPr lang="en-US" sz="1600" b="1" dirty="0"/>
                  <a:t>Vertical Asymptote:</a:t>
                </a:r>
                <a:r>
                  <a:rPr lang="en-US" sz="1600" dirty="0"/>
                  <a:t> Occurs where function value magnitudes grow larger as 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600" dirty="0"/>
                  <a:t> approaches a fixed number. With rational functions, to find the vertical asymptotes, we determine the values of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600" dirty="0"/>
                  <a:t> that make the denominator equal to 0 in the </a:t>
                </a:r>
                <a:r>
                  <a:rPr lang="en-US" sz="1600" u="sng" dirty="0"/>
                  <a:t>fully simplified</a:t>
                </a:r>
                <a:r>
                  <a:rPr lang="en-US" sz="1600" dirty="0"/>
                  <a:t> rational function.</a:t>
                </a:r>
              </a:p>
              <a:p>
                <a:pPr marL="0" indent="0">
                  <a:buNone/>
                </a:pPr>
                <a:r>
                  <a:rPr lang="en-US" sz="1600" b="1" dirty="0"/>
                  <a:t>Horizontal Asymptote:</a:t>
                </a:r>
                <a:r>
                  <a:rPr lang="en-US" sz="1600" dirty="0"/>
                  <a:t> occur when a function approaches a horizontal line as 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600" dirty="0"/>
                  <a:t> approaches positive or negative infinity. With a rational function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1600" dirty="0"/>
                  <a:t>, we consider the table.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endParaRPr lang="en-US" sz="16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endParaRPr lang="en-US" sz="16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endParaRPr lang="en-US" sz="16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871472-6BDE-4837-DC9E-B2893B7651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061884"/>
                <a:ext cx="7886700" cy="3605980"/>
              </a:xfrm>
              <a:blipFill>
                <a:blip r:embed="rId2"/>
                <a:stretch>
                  <a:fillRect l="-386" t="-1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7D400160-E518-78EA-A2C6-FE904E80999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44" t="34370" r="18000" b="22173"/>
          <a:stretch/>
        </p:blipFill>
        <p:spPr bwMode="auto">
          <a:xfrm>
            <a:off x="4571999" y="3103950"/>
            <a:ext cx="4098925" cy="162750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Picture 8" descr="A picture containing schematic&#10;&#10;Description automatically generated">
            <a:extLst>
              <a:ext uri="{FF2B5EF4-FFF2-40B4-BE49-F238E27FC236}">
                <a16:creationId xmlns:a16="http://schemas.microsoft.com/office/drawing/2014/main" id="{3213C4BA-DB92-4C8A-861F-F1882D1745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20" y="2774172"/>
            <a:ext cx="1950804" cy="1957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178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E2D43-5F61-7D9A-9F21-0D5FD81F0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3829F-C0BE-E510-6053-6D1FFD8A7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Rational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389A6C-5199-D1AF-3B33-7743AFCFCB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061884"/>
                <a:ext cx="7886700" cy="3605980"/>
              </a:xfrm>
            </p:spPr>
            <p:txBody>
              <a:bodyPr/>
              <a:lstStyle/>
              <a:p>
                <a:pPr marL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Ex. </a:t>
                </a:r>
                <a:r>
                  <a:rPr lang="en-US" sz="1600" dirty="0"/>
                  <a:t>Find the horizontal and vertical asymptotes of </a:t>
                </a:r>
              </a:p>
              <a:p>
                <a:pPr marL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num>
                      <m:den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 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 −2</m:t>
                        </m:r>
                      </m:den>
                    </m:f>
                  </m:oMath>
                </a14:m>
                <a:r>
                  <a:rPr lang="en-US" sz="1600" dirty="0"/>
                  <a:t>                                                                     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−18</m:t>
                        </m:r>
                      </m:num>
                      <m:den>
                        <m:sSup>
                          <m:sSupPr>
                            <m:ctrlP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−6</m:t>
                        </m:r>
                      </m:den>
                    </m:f>
                  </m:oMath>
                </a14:m>
                <a:endParaRPr lang="en-US" sz="1600" dirty="0"/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endParaRPr lang="en-US" sz="16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endParaRPr lang="en-US" sz="16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endParaRPr lang="en-US" sz="16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389A6C-5199-D1AF-3B33-7743AFCFCB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061884"/>
                <a:ext cx="7886700" cy="3605980"/>
              </a:xfrm>
              <a:blipFill>
                <a:blip r:embed="rId2"/>
                <a:stretch>
                  <a:fillRect l="-386" t="-6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1971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D65DB-AC99-0DE1-D835-B70B72465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118985"/>
            <a:ext cx="7886700" cy="994172"/>
          </a:xfrm>
        </p:spPr>
        <p:txBody>
          <a:bodyPr/>
          <a:lstStyle/>
          <a:p>
            <a:r>
              <a:rPr lang="en-US" dirty="0"/>
              <a:t>Power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23FC47-2554-1613-06B8-71682E7C55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1" y="848032"/>
                <a:ext cx="7886700" cy="3784691"/>
              </a:xfrm>
            </p:spPr>
            <p:txBody>
              <a:bodyPr/>
              <a:lstStyle/>
              <a:p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Function of the form 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)=</m:t>
                    </m:r>
                    <m:sSup>
                      <m:sSupPr>
                        <m:ctrlPr>
                          <a:rPr lang="en-US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en-US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𝑛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is a constant.</a:t>
                </a:r>
              </a:p>
              <a:p>
                <a:pPr marL="0" indent="0">
                  <a:buNone/>
                </a:pP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CASE 1: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is a positive integer.</a:t>
                </a:r>
              </a:p>
              <a:p>
                <a:pPr marL="0" indent="0">
                  <a:buNone/>
                </a:pPr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6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CASE 2: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den>
                    </m:f>
                    <m:r>
                      <a:rPr lang="en-US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where</m:t>
                    </m:r>
                    <m:r>
                      <a:rPr lang="en-US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6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is a positive integer.</a:t>
                </a:r>
              </a:p>
              <a:p>
                <a:pPr marL="0" indent="0">
                  <a:buNone/>
                </a:pPr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6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CASE 3: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16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=−</m:t>
                    </m:r>
                    <m:r>
                      <a:rPr lang="en-US" sz="16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sz="16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where</m:t>
                    </m:r>
                    <m:r>
                      <a:rPr lang="en-US" sz="16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is a positive integer.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23FC47-2554-1613-06B8-71682E7C55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1" y="848032"/>
                <a:ext cx="7886700" cy="3784691"/>
              </a:xfrm>
              <a:blipFill>
                <a:blip r:embed="rId2"/>
                <a:stretch>
                  <a:fillRect l="-386" t="-12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3394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A4EEC-BAB7-9743-2991-7323A959F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Function 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D9E118-296D-5B69-8F7B-AA0AE51E05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4574" y="1047135"/>
                <a:ext cx="8222225" cy="358558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800" dirty="0"/>
                  <a:t>Ex. Write the given function as a sum/difference of power functions.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+2+</m:t>
                          </m:r>
                          <m:rad>
                            <m:radPr>
                              <m:degHide m:val="on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D9E118-296D-5B69-8F7B-AA0AE51E05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4574" y="1047135"/>
                <a:ext cx="8222225" cy="3585588"/>
              </a:xfrm>
              <a:blipFill>
                <a:blip r:embed="rId2"/>
                <a:stretch>
                  <a:fillRect l="-593" t="-17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864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ll Times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eob-2019-ppt-16x9" id="{041FDD2D-1615-5F4F-B82D-98D094696C7F}" vid="{19C20F82-67CC-014D-B13B-62176558C12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88FD09BC65C6498B60C1DA04268158" ma:contentTypeVersion="5" ma:contentTypeDescription="Create a new document." ma:contentTypeScope="" ma:versionID="3b1443a53a9889c53b1d42811326bee2">
  <xsd:schema xmlns:xsd="http://www.w3.org/2001/XMLSchema" xmlns:xs="http://www.w3.org/2001/XMLSchema" xmlns:p="http://schemas.microsoft.com/office/2006/metadata/properties" xmlns:ns3="e41bfbfa-c0ce-47fc-8480-503910e6e19c" targetNamespace="http://schemas.microsoft.com/office/2006/metadata/properties" ma:root="true" ma:fieldsID="83b49ef5dd758b81c117b37c6dd92b46" ns3:_="">
    <xsd:import namespace="e41bfbfa-c0ce-47fc-8480-503910e6e19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1bfbfa-c0ce-47fc-8480-503910e6e1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EBA4079-95B3-454C-8A47-DFD2CD3C2919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e41bfbfa-c0ce-47fc-8480-503910e6e19c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6D31430-750F-410D-8BA0-8AD43F9962B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ED7CDD4-C21D-4577-8CBA-4F6D43A85774}">
  <ds:schemaRefs>
    <ds:schemaRef ds:uri="http://schemas.microsoft.com/office/2006/metadata/properties"/>
    <ds:schemaRef ds:uri="http://www.w3.org/2000/xmlns/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998</TotalTime>
  <Words>546</Words>
  <Application>Microsoft Office PowerPoint</Application>
  <PresentationFormat>On-screen Show (16:9)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Cambria Math</vt:lpstr>
      <vt:lpstr>Courier New</vt:lpstr>
      <vt:lpstr>Times New Roman</vt:lpstr>
      <vt:lpstr>Office Theme</vt:lpstr>
      <vt:lpstr>Polynomial, Rational, and Power Functions</vt:lpstr>
      <vt:lpstr>Linear Functions</vt:lpstr>
      <vt:lpstr>Constant Functions</vt:lpstr>
      <vt:lpstr>Quadratic Functions</vt:lpstr>
      <vt:lpstr>Polynomial Functions</vt:lpstr>
      <vt:lpstr>Rational Functions</vt:lpstr>
      <vt:lpstr>Rational Functions</vt:lpstr>
      <vt:lpstr>Rational Functions</vt:lpstr>
      <vt:lpstr>Power Functions</vt:lpstr>
      <vt:lpstr>Power Function Examples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Exponential &amp; Logarithmic Functions</dc:title>
  <dc:creator>Microsoft Office User</dc:creator>
  <cp:lastModifiedBy>Dustin Deutsch</cp:lastModifiedBy>
  <cp:revision>16</cp:revision>
  <dcterms:created xsi:type="dcterms:W3CDTF">2019-11-08T19:52:07Z</dcterms:created>
  <dcterms:modified xsi:type="dcterms:W3CDTF">2025-08-04T15:45:20Z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0x0101004188FD09BC65C6498B60C1DA04268158</vt:lpwstr>
  </property>
</Properties>
</file>