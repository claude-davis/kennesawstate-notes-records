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74" r:id="rId6"/>
    <p:sldId id="275" r:id="rId7"/>
    <p:sldId id="276" r:id="rId8"/>
    <p:sldId id="278" r:id="rId9"/>
    <p:sldId id="280" r:id="rId10"/>
    <p:sldId id="288" r:id="rId11"/>
    <p:sldId id="289" r:id="rId12"/>
    <p:sldId id="279" r:id="rId13"/>
    <p:sldId id="282" r:id="rId14"/>
    <p:sldId id="284" r:id="rId15"/>
    <p:sldId id="261" r:id="rId16"/>
    <p:sldId id="273" r:id="rId17"/>
    <p:sldId id="287" r:id="rId18"/>
    <p:sldId id="265" r:id="rId19"/>
    <p:sldId id="269" r:id="rId20"/>
    <p:sldId id="270" r:id="rId21"/>
    <p:sldId id="271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8AD56-27AF-4A52-BFB2-2338FBD5F2BB}" v="307" dt="2025-07-30T09:51:39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49" autoAdjust="0"/>
  </p:normalViewPr>
  <p:slideViewPr>
    <p:cSldViewPr snapToGrid="0" snapToObjects="1">
      <p:cViewPr varScale="1">
        <p:scale>
          <a:sx n="151" d="100"/>
          <a:sy n="151" d="100"/>
        </p:scale>
        <p:origin x="77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CCA2C638-0DED-B84A-B634-13256603D753}"/>
    <pc:docChg chg="custSel modSld">
      <pc:chgData name="Dustin Deutsch" userId="317d3870-7f9b-438f-aeba-8a1544be72a1" providerId="ADAL" clId="{CCA2C638-0DED-B84A-B634-13256603D753}" dt="2025-07-30T15:40:25.673" v="0" actId="7634"/>
      <pc:docMkLst>
        <pc:docMk/>
      </pc:docMkLst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422095949" sldId="256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422095949" sldId="256"/>
            <ac:inkMk id="4" creationId="{AD954B41-1521-B890-A22C-12D1C6B7B6AF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663267854" sldId="261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663267854" sldId="261"/>
            <ac:inkMk id="2" creationId="{5AE4839B-62F1-962A-2937-D02D771B8CDE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73650216" sldId="265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73650216" sldId="265"/>
            <ac:inkMk id="2" creationId="{C7302052-5BC4-F610-05BD-75ECA1401FC3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501815067" sldId="269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501815067" sldId="269"/>
            <ac:inkMk id="2" creationId="{2CCFD3FE-0ACD-BE3A-7EF2-37543C9BDD5E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731995066" sldId="270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731995066" sldId="270"/>
            <ac:inkMk id="2" creationId="{8781CDC2-20B9-5FDC-8A3A-2FC8C4959A56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3248558689" sldId="271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3248558689" sldId="271"/>
            <ac:inkMk id="2" creationId="{7CD37BD4-34D5-1615-525F-72EDC59AAE7E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744811477" sldId="273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744811477" sldId="273"/>
            <ac:inkMk id="3" creationId="{2055A0E0-1266-FA3F-DA6C-EC8A7E399280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3749805158" sldId="274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3749805158" sldId="274"/>
            <ac:inkMk id="5" creationId="{F336CCD6-FFDD-BC29-313D-C37B30E5A929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3704306808" sldId="275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3704306808" sldId="275"/>
            <ac:inkMk id="4" creationId="{A5785EA7-3958-6C1F-7EF0-4148DE4C683B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211696398" sldId="276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211696398" sldId="276"/>
            <ac:inkMk id="4" creationId="{A8D839FF-FEAD-3F7E-19E0-7DC2A699BE5D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532929040" sldId="278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532929040" sldId="278"/>
            <ac:inkMk id="4" creationId="{EDB7FB58-9745-F8B5-936F-CB6F5E3BDD46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3393394527" sldId="279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3393394527" sldId="279"/>
            <ac:inkMk id="4" creationId="{2FB3865A-12A6-7543-70CE-84108144F362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3244935210" sldId="280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3244935210" sldId="280"/>
            <ac:inkMk id="4" creationId="{331B92F5-BC10-1828-F365-3FAFBCDC4D18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98864132" sldId="282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98864132" sldId="282"/>
            <ac:inkMk id="4" creationId="{0F2EB3C4-45A8-AF1E-E23C-F0A3AA0397DF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912073535" sldId="284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912073535" sldId="284"/>
            <ac:inkMk id="4" creationId="{1BBC8E82-01E4-8FD9-B1C5-C7544F621B80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664920019" sldId="287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664920019" sldId="287"/>
            <ac:inkMk id="4" creationId="{4D125E81-6AE8-A592-9EFC-FD8D291746E0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960178651" sldId="288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960178651" sldId="288"/>
            <ac:inkMk id="4" creationId="{FAD513C1-4614-F7AF-7245-DAB92A7E0032}"/>
          </ac:inkMkLst>
        </pc:inkChg>
      </pc:sldChg>
      <pc:sldChg chg="addSp">
        <pc:chgData name="Dustin Deutsch" userId="317d3870-7f9b-438f-aeba-8a1544be72a1" providerId="ADAL" clId="{CCA2C638-0DED-B84A-B634-13256603D753}" dt="2025-07-30T15:40:25.673" v="0" actId="7634"/>
        <pc:sldMkLst>
          <pc:docMk/>
          <pc:sldMk cId="1981971698" sldId="289"/>
        </pc:sldMkLst>
        <pc:inkChg chg="add">
          <ac:chgData name="Dustin Deutsch" userId="317d3870-7f9b-438f-aeba-8a1544be72a1" providerId="ADAL" clId="{CCA2C638-0DED-B84A-B634-13256603D753}" dt="2025-07-30T15:40:25.673" v="0" actId="7634"/>
          <ac:inkMkLst>
            <pc:docMk/>
            <pc:sldMk cId="1981971698" sldId="289"/>
            <ac:inkMk id="4" creationId="{4F2211E9-C694-E526-E58F-E98E5DD9C1CD}"/>
          </ac:inkMkLst>
        </pc:inkChg>
      </pc:sldChg>
    </pc:docChg>
  </pc:docChgLst>
  <pc:docChgLst>
    <pc:chgData name="Dustin Deutsch" userId="317d3870-7f9b-438f-aeba-8a1544be72a1" providerId="ADAL" clId="{2498AD56-27AF-4A52-BFB2-2338FBD5F2BB}"/>
    <pc:docChg chg="undo custSel addSld delSld modSld">
      <pc:chgData name="Dustin Deutsch" userId="317d3870-7f9b-438f-aeba-8a1544be72a1" providerId="ADAL" clId="{2498AD56-27AF-4A52-BFB2-2338FBD5F2BB}" dt="2025-07-30T09:51:57.001" v="461" actId="20577"/>
      <pc:docMkLst>
        <pc:docMk/>
      </pc:docMkLst>
      <pc:sldChg chg="modSp mod">
        <pc:chgData name="Dustin Deutsch" userId="317d3870-7f9b-438f-aeba-8a1544be72a1" providerId="ADAL" clId="{2498AD56-27AF-4A52-BFB2-2338FBD5F2BB}" dt="2025-07-30T09:38:35.388" v="207"/>
        <pc:sldMkLst>
          <pc:docMk/>
          <pc:sldMk cId="422095949" sldId="256"/>
        </pc:sldMkLst>
        <pc:spChg chg="mod">
          <ac:chgData name="Dustin Deutsch" userId="317d3870-7f9b-438f-aeba-8a1544be72a1" providerId="ADAL" clId="{2498AD56-27AF-4A52-BFB2-2338FBD5F2BB}" dt="2025-07-30T09:38:35.388" v="207"/>
          <ac:spMkLst>
            <pc:docMk/>
            <pc:sldMk cId="422095949" sldId="256"/>
            <ac:spMk id="2" creationId="{E78B57CF-B9B9-EF4E-9E54-ADDE6D43E23E}"/>
          </ac:spMkLst>
        </pc:spChg>
        <pc:spChg chg="mod">
          <ac:chgData name="Dustin Deutsch" userId="317d3870-7f9b-438f-aeba-8a1544be72a1" providerId="ADAL" clId="{2498AD56-27AF-4A52-BFB2-2338FBD5F2BB}" dt="2025-07-29T20:42:44.320" v="1" actId="20577"/>
          <ac:spMkLst>
            <pc:docMk/>
            <pc:sldMk cId="422095949" sldId="256"/>
            <ac:spMk id="3" creationId="{8A35E92A-F551-B44B-B0E0-013059FA3283}"/>
          </ac:spMkLst>
        </pc:spChg>
      </pc:sldChg>
      <pc:sldChg chg="del">
        <pc:chgData name="Dustin Deutsch" userId="317d3870-7f9b-438f-aeba-8a1544be72a1" providerId="ADAL" clId="{2498AD56-27AF-4A52-BFB2-2338FBD5F2BB}" dt="2025-07-29T20:46:41.209" v="122" actId="47"/>
        <pc:sldMkLst>
          <pc:docMk/>
          <pc:sldMk cId="346697325" sldId="263"/>
        </pc:sldMkLst>
      </pc:sldChg>
      <pc:sldChg chg="addSp delSp modSp mod">
        <pc:chgData name="Dustin Deutsch" userId="317d3870-7f9b-438f-aeba-8a1544be72a1" providerId="ADAL" clId="{2498AD56-27AF-4A52-BFB2-2338FBD5F2BB}" dt="2025-07-29T20:44:49.798" v="96" actId="478"/>
        <pc:sldMkLst>
          <pc:docMk/>
          <pc:sldMk cId="73650216" sldId="265"/>
        </pc:sldMkLst>
        <pc:spChg chg="del">
          <ac:chgData name="Dustin Deutsch" userId="317d3870-7f9b-438f-aeba-8a1544be72a1" providerId="ADAL" clId="{2498AD56-27AF-4A52-BFB2-2338FBD5F2BB}" dt="2025-07-29T20:44:46.052" v="93" actId="478"/>
          <ac:spMkLst>
            <pc:docMk/>
            <pc:sldMk cId="73650216" sldId="265"/>
            <ac:spMk id="2" creationId="{B60D58F5-347F-4836-B3DA-21790B900C78}"/>
          </ac:spMkLst>
        </pc:spChg>
        <pc:spChg chg="del">
          <ac:chgData name="Dustin Deutsch" userId="317d3870-7f9b-438f-aeba-8a1544be72a1" providerId="ADAL" clId="{2498AD56-27AF-4A52-BFB2-2338FBD5F2BB}" dt="2025-07-29T20:44:48.995" v="95" actId="478"/>
          <ac:spMkLst>
            <pc:docMk/>
            <pc:sldMk cId="73650216" sldId="265"/>
            <ac:spMk id="3" creationId="{03D343F0-093B-405D-91B9-46E024A68AA9}"/>
          </ac:spMkLst>
        </pc:spChg>
        <pc:spChg chg="del">
          <ac:chgData name="Dustin Deutsch" userId="317d3870-7f9b-438f-aeba-8a1544be72a1" providerId="ADAL" clId="{2498AD56-27AF-4A52-BFB2-2338FBD5F2BB}" dt="2025-07-29T20:44:37.249" v="90" actId="478"/>
          <ac:spMkLst>
            <pc:docMk/>
            <pc:sldMk cId="73650216" sldId="265"/>
            <ac:spMk id="4" creationId="{C7199A4F-D3A8-4377-93C5-51BDE793EB35}"/>
          </ac:spMkLst>
        </pc:spChg>
        <pc:spChg chg="del mod">
          <ac:chgData name="Dustin Deutsch" userId="317d3870-7f9b-438f-aeba-8a1544be72a1" providerId="ADAL" clId="{2498AD56-27AF-4A52-BFB2-2338FBD5F2BB}" dt="2025-07-29T20:44:35.187" v="89" actId="478"/>
          <ac:spMkLst>
            <pc:docMk/>
            <pc:sldMk cId="73650216" sldId="265"/>
            <ac:spMk id="5" creationId="{8F6CE6ED-623A-4C2A-A874-97ED4F6B1903}"/>
          </ac:spMkLst>
        </pc:spChg>
        <pc:spChg chg="mod">
          <ac:chgData name="Dustin Deutsch" userId="317d3870-7f9b-438f-aeba-8a1544be72a1" providerId="ADAL" clId="{2498AD56-27AF-4A52-BFB2-2338FBD5F2BB}" dt="2025-07-29T20:44:25.205" v="86" actId="122"/>
          <ac:spMkLst>
            <pc:docMk/>
            <pc:sldMk cId="73650216" sldId="265"/>
            <ac:spMk id="7" creationId="{A5209816-8C7C-4A1E-A52B-9054449137B8}"/>
          </ac:spMkLst>
        </pc:spChg>
        <pc:spChg chg="add del mod">
          <ac:chgData name="Dustin Deutsch" userId="317d3870-7f9b-438f-aeba-8a1544be72a1" providerId="ADAL" clId="{2498AD56-27AF-4A52-BFB2-2338FBD5F2BB}" dt="2025-07-29T20:44:44.200" v="92" actId="478"/>
          <ac:spMkLst>
            <pc:docMk/>
            <pc:sldMk cId="73650216" sldId="265"/>
            <ac:spMk id="8" creationId="{9080BAFB-142D-3E56-0A2D-7378AEA11A8C}"/>
          </ac:spMkLst>
        </pc:spChg>
        <pc:spChg chg="add del mod">
          <ac:chgData name="Dustin Deutsch" userId="317d3870-7f9b-438f-aeba-8a1544be72a1" providerId="ADAL" clId="{2498AD56-27AF-4A52-BFB2-2338FBD5F2BB}" dt="2025-07-29T20:44:42.591" v="91" actId="478"/>
          <ac:spMkLst>
            <pc:docMk/>
            <pc:sldMk cId="73650216" sldId="265"/>
            <ac:spMk id="10" creationId="{4C230EDD-4DB3-DDDD-841F-6CD7AA37540D}"/>
          </ac:spMkLst>
        </pc:spChg>
        <pc:spChg chg="add del mod">
          <ac:chgData name="Dustin Deutsch" userId="317d3870-7f9b-438f-aeba-8a1544be72a1" providerId="ADAL" clId="{2498AD56-27AF-4A52-BFB2-2338FBD5F2BB}" dt="2025-07-29T20:44:47.294" v="94" actId="478"/>
          <ac:spMkLst>
            <pc:docMk/>
            <pc:sldMk cId="73650216" sldId="265"/>
            <ac:spMk id="12" creationId="{CC278595-AE32-0A94-216E-929B79B479D9}"/>
          </ac:spMkLst>
        </pc:spChg>
        <pc:spChg chg="add del mod">
          <ac:chgData name="Dustin Deutsch" userId="317d3870-7f9b-438f-aeba-8a1544be72a1" providerId="ADAL" clId="{2498AD56-27AF-4A52-BFB2-2338FBD5F2BB}" dt="2025-07-29T20:44:49.798" v="96" actId="478"/>
          <ac:spMkLst>
            <pc:docMk/>
            <pc:sldMk cId="73650216" sldId="265"/>
            <ac:spMk id="14" creationId="{11360DBE-E98D-33A9-878F-01E00129E046}"/>
          </ac:spMkLst>
        </pc:spChg>
      </pc:sldChg>
      <pc:sldChg chg="del">
        <pc:chgData name="Dustin Deutsch" userId="317d3870-7f9b-438f-aeba-8a1544be72a1" providerId="ADAL" clId="{2498AD56-27AF-4A52-BFB2-2338FBD5F2BB}" dt="2025-07-29T20:44:55.023" v="97" actId="47"/>
        <pc:sldMkLst>
          <pc:docMk/>
          <pc:sldMk cId="4047114112" sldId="266"/>
        </pc:sldMkLst>
      </pc:sldChg>
      <pc:sldChg chg="modSp mod">
        <pc:chgData name="Dustin Deutsch" userId="317d3870-7f9b-438f-aeba-8a1544be72a1" providerId="ADAL" clId="{2498AD56-27AF-4A52-BFB2-2338FBD5F2BB}" dt="2025-07-29T20:46:24.786" v="121" actId="20577"/>
        <pc:sldMkLst>
          <pc:docMk/>
          <pc:sldMk cId="1501815067" sldId="269"/>
        </pc:sldMkLst>
        <pc:spChg chg="mod">
          <ac:chgData name="Dustin Deutsch" userId="317d3870-7f9b-438f-aeba-8a1544be72a1" providerId="ADAL" clId="{2498AD56-27AF-4A52-BFB2-2338FBD5F2BB}" dt="2025-07-29T20:46:24.786" v="121" actId="20577"/>
          <ac:spMkLst>
            <pc:docMk/>
            <pc:sldMk cId="1501815067" sldId="269"/>
            <ac:spMk id="8" creationId="{778FB382-1D80-4F9B-B332-B8057A10F48B}"/>
          </ac:spMkLst>
        </pc:spChg>
      </pc:sldChg>
      <pc:sldChg chg="modSp mod">
        <pc:chgData name="Dustin Deutsch" userId="317d3870-7f9b-438f-aeba-8a1544be72a1" providerId="ADAL" clId="{2498AD56-27AF-4A52-BFB2-2338FBD5F2BB}" dt="2025-07-29T20:48:26.909" v="173" actId="20577"/>
        <pc:sldMkLst>
          <pc:docMk/>
          <pc:sldMk cId="731995066" sldId="270"/>
        </pc:sldMkLst>
        <pc:spChg chg="mod">
          <ac:chgData name="Dustin Deutsch" userId="317d3870-7f9b-438f-aeba-8a1544be72a1" providerId="ADAL" clId="{2498AD56-27AF-4A52-BFB2-2338FBD5F2BB}" dt="2025-07-29T20:48:26.909" v="173" actId="20577"/>
          <ac:spMkLst>
            <pc:docMk/>
            <pc:sldMk cId="731995066" sldId="270"/>
            <ac:spMk id="8" creationId="{778FB382-1D80-4F9B-B332-B8057A10F48B}"/>
          </ac:spMkLst>
        </pc:spChg>
      </pc:sldChg>
      <pc:sldChg chg="modSp mod">
        <pc:chgData name="Dustin Deutsch" userId="317d3870-7f9b-438f-aeba-8a1544be72a1" providerId="ADAL" clId="{2498AD56-27AF-4A52-BFB2-2338FBD5F2BB}" dt="2025-07-29T20:48:38.716" v="206" actId="20577"/>
        <pc:sldMkLst>
          <pc:docMk/>
          <pc:sldMk cId="3248558689" sldId="271"/>
        </pc:sldMkLst>
        <pc:spChg chg="mod">
          <ac:chgData name="Dustin Deutsch" userId="317d3870-7f9b-438f-aeba-8a1544be72a1" providerId="ADAL" clId="{2498AD56-27AF-4A52-BFB2-2338FBD5F2BB}" dt="2025-07-29T20:48:38.716" v="206" actId="20577"/>
          <ac:spMkLst>
            <pc:docMk/>
            <pc:sldMk cId="3248558689" sldId="271"/>
            <ac:spMk id="8" creationId="{778FB382-1D80-4F9B-B332-B8057A10F48B}"/>
          </ac:spMkLst>
        </pc:spChg>
      </pc:sldChg>
      <pc:sldChg chg="addSp modSp add del mod">
        <pc:chgData name="Dustin Deutsch" userId="317d3870-7f9b-438f-aeba-8a1544be72a1" providerId="ADAL" clId="{2498AD56-27AF-4A52-BFB2-2338FBD5F2BB}" dt="2025-07-30T09:40:03.892" v="228" actId="14100"/>
        <pc:sldMkLst>
          <pc:docMk/>
          <pc:sldMk cId="3749805158" sldId="274"/>
        </pc:sldMkLst>
        <pc:spChg chg="mod">
          <ac:chgData name="Dustin Deutsch" userId="317d3870-7f9b-438f-aeba-8a1544be72a1" providerId="ADAL" clId="{2498AD56-27AF-4A52-BFB2-2338FBD5F2BB}" dt="2025-07-30T09:39:57.595" v="224" actId="20577"/>
          <ac:spMkLst>
            <pc:docMk/>
            <pc:sldMk cId="3749805158" sldId="274"/>
            <ac:spMk id="3" creationId="{163AB382-6539-E00A-3A68-C28146F9DA89}"/>
          </ac:spMkLst>
        </pc:spChg>
        <pc:picChg chg="add mod">
          <ac:chgData name="Dustin Deutsch" userId="317d3870-7f9b-438f-aeba-8a1544be72a1" providerId="ADAL" clId="{2498AD56-27AF-4A52-BFB2-2338FBD5F2BB}" dt="2025-07-30T09:40:03.892" v="228" actId="14100"/>
          <ac:picMkLst>
            <pc:docMk/>
            <pc:sldMk cId="3749805158" sldId="274"/>
            <ac:picMk id="4" creationId="{447B1B03-58EB-8D44-E3E2-2A407755D4D1}"/>
          </ac:picMkLst>
        </pc:picChg>
      </pc:sldChg>
      <pc:sldChg chg="add del">
        <pc:chgData name="Dustin Deutsch" userId="317d3870-7f9b-438f-aeba-8a1544be72a1" providerId="ADAL" clId="{2498AD56-27AF-4A52-BFB2-2338FBD5F2BB}" dt="2025-07-30T09:41:06.634" v="229"/>
        <pc:sldMkLst>
          <pc:docMk/>
          <pc:sldMk cId="3704306808" sldId="275"/>
        </pc:sldMkLst>
      </pc:sldChg>
      <pc:sldChg chg="addSp delSp modSp add del mod">
        <pc:chgData name="Dustin Deutsch" userId="317d3870-7f9b-438f-aeba-8a1544be72a1" providerId="ADAL" clId="{2498AD56-27AF-4A52-BFB2-2338FBD5F2BB}" dt="2025-07-30T09:42:36.585" v="242" actId="22"/>
        <pc:sldMkLst>
          <pc:docMk/>
          <pc:sldMk cId="1211696398" sldId="276"/>
        </pc:sldMkLst>
        <pc:spChg chg="mod">
          <ac:chgData name="Dustin Deutsch" userId="317d3870-7f9b-438f-aeba-8a1544be72a1" providerId="ADAL" clId="{2498AD56-27AF-4A52-BFB2-2338FBD5F2BB}" dt="2025-07-30T09:42:15.420" v="239" actId="20577"/>
          <ac:spMkLst>
            <pc:docMk/>
            <pc:sldMk cId="1211696398" sldId="276"/>
            <ac:spMk id="3" creationId="{4B230847-F094-F072-CD85-EBFE180CFD03}"/>
          </ac:spMkLst>
        </pc:spChg>
        <pc:picChg chg="add mod">
          <ac:chgData name="Dustin Deutsch" userId="317d3870-7f9b-438f-aeba-8a1544be72a1" providerId="ADAL" clId="{2498AD56-27AF-4A52-BFB2-2338FBD5F2BB}" dt="2025-07-30T09:42:19.270" v="240" actId="1076"/>
          <ac:picMkLst>
            <pc:docMk/>
            <pc:sldMk cId="1211696398" sldId="276"/>
            <ac:picMk id="5" creationId="{04EC9EE3-CDCA-1B0C-4DCA-B0A2DD6C5281}"/>
          </ac:picMkLst>
        </pc:picChg>
        <pc:picChg chg="add del">
          <ac:chgData name="Dustin Deutsch" userId="317d3870-7f9b-438f-aeba-8a1544be72a1" providerId="ADAL" clId="{2498AD56-27AF-4A52-BFB2-2338FBD5F2BB}" dt="2025-07-30T09:42:36.585" v="242" actId="22"/>
          <ac:picMkLst>
            <pc:docMk/>
            <pc:sldMk cId="1211696398" sldId="276"/>
            <ac:picMk id="7" creationId="{DA5161DF-B723-7C77-6945-DBDC19F0DD89}"/>
          </ac:picMkLst>
        </pc:picChg>
      </pc:sldChg>
      <pc:sldChg chg="add del">
        <pc:chgData name="Dustin Deutsch" userId="317d3870-7f9b-438f-aeba-8a1544be72a1" providerId="ADAL" clId="{2498AD56-27AF-4A52-BFB2-2338FBD5F2BB}" dt="2025-07-30T09:42:46.233" v="243"/>
        <pc:sldMkLst>
          <pc:docMk/>
          <pc:sldMk cId="532929040" sldId="278"/>
        </pc:sldMkLst>
      </pc:sldChg>
      <pc:sldChg chg="add del">
        <pc:chgData name="Dustin Deutsch" userId="317d3870-7f9b-438f-aeba-8a1544be72a1" providerId="ADAL" clId="{2498AD56-27AF-4A52-BFB2-2338FBD5F2BB}" dt="2025-07-30T09:51:31.812" v="443"/>
        <pc:sldMkLst>
          <pc:docMk/>
          <pc:sldMk cId="3393394527" sldId="279"/>
        </pc:sldMkLst>
      </pc:sldChg>
      <pc:sldChg chg="add del">
        <pc:chgData name="Dustin Deutsch" userId="317d3870-7f9b-438f-aeba-8a1544be72a1" providerId="ADAL" clId="{2498AD56-27AF-4A52-BFB2-2338FBD5F2BB}" dt="2025-07-30T09:43:02.523" v="244"/>
        <pc:sldMkLst>
          <pc:docMk/>
          <pc:sldMk cId="3244935210" sldId="280"/>
        </pc:sldMkLst>
      </pc:sldChg>
      <pc:sldChg chg="modSp add del mod">
        <pc:chgData name="Dustin Deutsch" userId="317d3870-7f9b-438f-aeba-8a1544be72a1" providerId="ADAL" clId="{2498AD56-27AF-4A52-BFB2-2338FBD5F2BB}" dt="2025-07-30T09:51:57.001" v="461" actId="20577"/>
        <pc:sldMkLst>
          <pc:docMk/>
          <pc:sldMk cId="198864132" sldId="282"/>
        </pc:sldMkLst>
        <pc:spChg chg="mod">
          <ac:chgData name="Dustin Deutsch" userId="317d3870-7f9b-438f-aeba-8a1544be72a1" providerId="ADAL" clId="{2498AD56-27AF-4A52-BFB2-2338FBD5F2BB}" dt="2025-07-30T09:51:57.001" v="461" actId="20577"/>
          <ac:spMkLst>
            <pc:docMk/>
            <pc:sldMk cId="198864132" sldId="282"/>
            <ac:spMk id="3" creationId="{B2D9E118-296D-5B69-8F7B-AA0AE51E05C6}"/>
          </ac:spMkLst>
        </pc:spChg>
      </pc:sldChg>
      <pc:sldChg chg="del">
        <pc:chgData name="Dustin Deutsch" userId="317d3870-7f9b-438f-aeba-8a1544be72a1" providerId="ADAL" clId="{2498AD56-27AF-4A52-BFB2-2338FBD5F2BB}" dt="2025-07-29T20:43:07.396" v="53" actId="47"/>
        <pc:sldMkLst>
          <pc:docMk/>
          <pc:sldMk cId="4050091640" sldId="283"/>
        </pc:sldMkLst>
      </pc:sldChg>
      <pc:sldChg chg="addSp modSp add mod">
        <pc:chgData name="Dustin Deutsch" userId="317d3870-7f9b-438f-aeba-8a1544be72a1" providerId="ADAL" clId="{2498AD56-27AF-4A52-BFB2-2338FBD5F2BB}" dt="2025-07-30T09:46:14.450" v="277" actId="1076"/>
        <pc:sldMkLst>
          <pc:docMk/>
          <pc:sldMk cId="1960178651" sldId="288"/>
        </pc:sldMkLst>
        <pc:spChg chg="mod">
          <ac:chgData name="Dustin Deutsch" userId="317d3870-7f9b-438f-aeba-8a1544be72a1" providerId="ADAL" clId="{2498AD56-27AF-4A52-BFB2-2338FBD5F2BB}" dt="2025-07-30T09:45:22.880" v="265" actId="20577"/>
          <ac:spMkLst>
            <pc:docMk/>
            <pc:sldMk cId="1960178651" sldId="288"/>
            <ac:spMk id="3" creationId="{82871472-6BDE-4837-DC9E-B2893B76515C}"/>
          </ac:spMkLst>
        </pc:spChg>
        <pc:spChg chg="add">
          <ac:chgData name="Dustin Deutsch" userId="317d3870-7f9b-438f-aeba-8a1544be72a1" providerId="ADAL" clId="{2498AD56-27AF-4A52-BFB2-2338FBD5F2BB}" dt="2025-07-30T09:44:32.581" v="250"/>
          <ac:spMkLst>
            <pc:docMk/>
            <pc:sldMk cId="1960178651" sldId="288"/>
            <ac:spMk id="4" creationId="{7A5BFA68-A3D5-1A08-47C3-5C8957E9415B}"/>
          </ac:spMkLst>
        </pc:spChg>
        <pc:spChg chg="add">
          <ac:chgData name="Dustin Deutsch" userId="317d3870-7f9b-438f-aeba-8a1544be72a1" providerId="ADAL" clId="{2498AD56-27AF-4A52-BFB2-2338FBD5F2BB}" dt="2025-07-30T09:44:32.581" v="250"/>
          <ac:spMkLst>
            <pc:docMk/>
            <pc:sldMk cId="1960178651" sldId="288"/>
            <ac:spMk id="5" creationId="{84854734-4F77-191B-A432-4F08D79B1E8B}"/>
          </ac:spMkLst>
        </pc:spChg>
        <pc:spChg chg="add">
          <ac:chgData name="Dustin Deutsch" userId="317d3870-7f9b-438f-aeba-8a1544be72a1" providerId="ADAL" clId="{2498AD56-27AF-4A52-BFB2-2338FBD5F2BB}" dt="2025-07-30T09:45:00.961" v="258"/>
          <ac:spMkLst>
            <pc:docMk/>
            <pc:sldMk cId="1960178651" sldId="288"/>
            <ac:spMk id="6" creationId="{14CF6113-C2E7-078F-07E8-E32A6E4535CF}"/>
          </ac:spMkLst>
        </pc:spChg>
        <pc:spChg chg="add">
          <ac:chgData name="Dustin Deutsch" userId="317d3870-7f9b-438f-aeba-8a1544be72a1" providerId="ADAL" clId="{2498AD56-27AF-4A52-BFB2-2338FBD5F2BB}" dt="2025-07-30T09:45:00.961" v="258"/>
          <ac:spMkLst>
            <pc:docMk/>
            <pc:sldMk cId="1960178651" sldId="288"/>
            <ac:spMk id="7" creationId="{F0AE60A2-5B0E-5876-B5AC-9AB179E0781F}"/>
          </ac:spMkLst>
        </pc:spChg>
        <pc:picChg chg="add mod ord">
          <ac:chgData name="Dustin Deutsch" userId="317d3870-7f9b-438f-aeba-8a1544be72a1" providerId="ADAL" clId="{2498AD56-27AF-4A52-BFB2-2338FBD5F2BB}" dt="2025-07-30T09:46:01.211" v="273" actId="1076"/>
          <ac:picMkLst>
            <pc:docMk/>
            <pc:sldMk cId="1960178651" sldId="288"/>
            <ac:picMk id="8" creationId="{7D400160-E518-78EA-A2C6-FE904E809995}"/>
          </ac:picMkLst>
        </pc:picChg>
        <pc:picChg chg="add mod">
          <ac:chgData name="Dustin Deutsch" userId="317d3870-7f9b-438f-aeba-8a1544be72a1" providerId="ADAL" clId="{2498AD56-27AF-4A52-BFB2-2338FBD5F2BB}" dt="2025-07-30T09:46:14.450" v="277" actId="1076"/>
          <ac:picMkLst>
            <pc:docMk/>
            <pc:sldMk cId="1960178651" sldId="288"/>
            <ac:picMk id="9" creationId="{3213C4BA-DB92-4C8A-861F-F1882D1745C1}"/>
          </ac:picMkLst>
        </pc:picChg>
        <pc:picChg chg="add">
          <ac:chgData name="Dustin Deutsch" userId="317d3870-7f9b-438f-aeba-8a1544be72a1" providerId="ADAL" clId="{2498AD56-27AF-4A52-BFB2-2338FBD5F2BB}" dt="2025-07-30T09:44:32.581" v="250"/>
          <ac:picMkLst>
            <pc:docMk/>
            <pc:sldMk cId="1960178651" sldId="288"/>
            <ac:picMk id="2049" creationId="{1BA0F161-68C4-7D89-1770-13F997CE671F}"/>
          </ac:picMkLst>
        </pc:picChg>
        <pc:picChg chg="add">
          <ac:chgData name="Dustin Deutsch" userId="317d3870-7f9b-438f-aeba-8a1544be72a1" providerId="ADAL" clId="{2498AD56-27AF-4A52-BFB2-2338FBD5F2BB}" dt="2025-07-30T09:45:00.961" v="258"/>
          <ac:picMkLst>
            <pc:docMk/>
            <pc:sldMk cId="1960178651" sldId="288"/>
            <ac:picMk id="2052" creationId="{21B63EB0-B86B-F28A-0126-9453F5B29E7D}"/>
          </ac:picMkLst>
        </pc:picChg>
      </pc:sldChg>
      <pc:sldChg chg="modSp add mod">
        <pc:chgData name="Dustin Deutsch" userId="317d3870-7f9b-438f-aeba-8a1544be72a1" providerId="ADAL" clId="{2498AD56-27AF-4A52-BFB2-2338FBD5F2BB}" dt="2025-07-30T09:50:14.915" v="442" actId="20577"/>
        <pc:sldMkLst>
          <pc:docMk/>
          <pc:sldMk cId="1981971698" sldId="289"/>
        </pc:sldMkLst>
        <pc:spChg chg="mod">
          <ac:chgData name="Dustin Deutsch" userId="317d3870-7f9b-438f-aeba-8a1544be72a1" providerId="ADAL" clId="{2498AD56-27AF-4A52-BFB2-2338FBD5F2BB}" dt="2025-07-30T09:50:14.915" v="442" actId="20577"/>
          <ac:spMkLst>
            <pc:docMk/>
            <pc:sldMk cId="1981971698" sldId="289"/>
            <ac:spMk id="3" creationId="{D1389A6C-5199-D1AF-3B33-7743AFCFCB2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23371 1992 8416,'17'0'0,"2"0"0</inkml:trace>
  <inkml:trace contextRef="#ctx0" brushRef="#br0">23725 2216 12146,'-51'-35'-470,"5"-7"0,12-5 553,17 1 0,22 11 0,12 12 0,8 10-574,7 8 1,-1 10 471,4 7 1,-2 5-1,8 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19527 2240 21404,'-43'-20'0,"8"-2"-1097,11-3 1,16 12-1,12-2 1,12 8 2478,9 4 1,0 3 0,2 4-1278,-2 4 1,9 2 0,3 2 0</inkml:trace>
  <inkml:trace contextRef="#ctx0" brushRef="#br0">9928 5894 10337,'-7'0'-945,"-1"0"0,0 0 1571,-4 0-372,6-5 0,-4 2 93,6-5-353,1 6 0,6-5 0,3 5 0,0-2 47,3 1 1,2 2-1,1 1-33,-1 0 0,1 0 0,0 0 0,0 1 2,0 3 1,-1-3 0,3 5-1,0-2 63,2-1 1,5 1 0,-2-2 0,5 0-30,3 2 1,4 0 0,4-4 0,3 0-35,5 0 1,-2 0-1,9 0 1,1 0-9,1 0 0,-1-4 0,2-1 0,-2-2 53,-2-2 0,-7 3 0,2-1 0,-6 1 7,-4-1 0,-12 4 1,8-2-1,-2 1-32,-4 0 0,-1 0 1,-2 4-1,2 0-17,2 0 1,-3 0 0,5 0 0,-5 2-190,-2 2 0,-5-2 0,4 6 0,-2 3-1203,-3 3 1342,-6-1 0,8 9 0,-3-3 1</inkml:trace>
  <inkml:trace contextRef="#ctx0" brushRef="#br0">1839 6920 29534,'7'-2'-1758,"-3"-1"0,1 0 0,0-4 0,2 1 1343,2-1 0,-3 3 0,2-2 0,1-1 359,2 1 1,-3 2 0,-2-4-1,1 0-112,-1 1 0,-3-3 1,2 3-1,-1 0-317,0-1 1,0 0 81,-4-4 0,1 2 0,2 0 311,1 3 0,0 3 1,-3-3-879,3 2 1,-1 1 1248,5 4 1,-4 0-1,3 0 1,1-1-49,-1-3 0,3 2 0,-2-2 1,3 3 51,0 1 0,1-4 0,0 0 0,0 0 98,0-1 1,-3 4 0,1-4 0,3 1 24,0 0 0,1-2 0,-3 4 0,2-2 154,3 1 0,-3 2 1,3 1-1,-2 0-163,2 0 0,-1 0 0,4 0 1,2 0 28,1 0 1,2 0 0,0 0 0,0-1-362,4-3 0,-2 2 1,4-1-1,-1 0 74,-3-1 0,-3 3 1,-2-3-1,1 2-118,-1 2 1,-4 0 0,1 0 0,1 0 49,-1 0 1,-4 0 0,2 0-1,-3 0-78,-1 0 1,0 2-1,0 0 1,1 2-206,2-1 0,-4 2 1,3-1-1,1-1 159,-2-2 1,1 0-1,1 2 1,0 1 41,0-2 0,-2 0 0,-1-2 1,-1 0-1,1 0 0,0 0 0,0 0 1,0 0 45,-1 0 0,1 0 1,0 0-1,0 0-13,0 0 1,-1 0 0,1 0 0,1 0 6,3 0 0,-3 0 0,3-2 0,-2 0 80,2-2 1,-2 0-1,5 4 1,-1 0 55,0 0 0,-2-1 1,4-2-1,1-1-56,1 2 1,-1 0-1,0 2 1,1-1 44,-1-3 1,0 3 0,3-3 0,1 1-69,2-1 0,-5 3 1,5-3-1,-1 1-7,-1-1 0,3 3 1,0-4-1,-1 1-51,2 0 0,1 0 0,5 4 1,-3-1 1,0-3 0,-3 3 0,5-3-43,2 2 0,-2 2 0,-2 0 1,-1 0-1,2 0-18,2 0 0,-6 0 1,5 0-1,-1 0-16,1 0 1,-5 0 0,5 0 0,-3 0-8,0 0 1,-3 0 0,5 0 0,1 0 7,-1 0 0,-4 0 0,2 0 1,2 0-2,1 0 1,1 0-1,1 0 1,0 0 0,4 0 1,-2 0-1,4 0 1,0 0 49,0 0 0,1 0 0,4-1 0,0-2 67,0-1 1,-2-1 0,1 3 0,2-4 20,1 0 1,0 2 0,0-3-1,1 1-11,0-1 1,-5 5-1,6-4 1,-1 2-50,1 0 1,-5-1 0,4 3-1,1-4-27,2 0 1,-2-1-1,1-2 1,0 1 19,2-1 0,-5 3 1,10-1-1,0 0-8,2 1 0,-7 3 0,4-2 1,0 1-14,1 0 0,3 0 1,-2 4-1,2 0-77,-1 0 0,-3-1 0,5-2 0,-1-1 16,0 2 1,-4 0 0,4 2 0,-1 0 2,0 0 0,4 0 0,1 2 0,-33-1 0,0 0 17,1 1 1,-1 0 0,1 1-1,-1 0 1,2-2 0,-1 0 0,1 2-1,0-1-20,0 2 0,1-1 1,29 1-1,-29-1 0,0 0 1,0 1-1,-1-1-20,-1 0 1,0 1 0,30-1-1,1 4 1,-1-2 94,1-2 1,-10 2 0,7-1 0,-6-1 38,-2-2 0,-3 0 0,1 2 1,1 2-38,1 2 1,-7-3 0,6 2 0,-4 1-236,-2-1 0,-6-2 0,6 4 0,-1 0 31,0-2 0,-7 5 0,-2-5 0,-1 2-250,1 0 0,-8 0 1,1 4-1,-8 0-744,-6-1 0,-8 5 514,-4 0 0,-8 5 0,-3-3 0</inkml:trace>
  <inkml:trace contextRef="#ctx0" brushRef="#br0">9539 9336 23601,'8'-4'0,"0"1"-65,1 0 1,3 2-1,4 1 1,5 1 143,5 3 1,5 1-1,9 4 1,6-2 148,7-2 0,11 0 0,-23-3 0,1-1 1,5 0-1,2 1-13,3-3 1,2 0 0,3 1 0,2-1 0,3-3 0,1 0 0,2 0 0,1-1-78,-22 1 1,1 1 0,-1-1 0,19 1 0,-1 0 0,-17 1 0,0 1 0,0 0 0,21 0 0,0 1-21,0-1 0,-1 2 1,-5 1-1,-2 2 1,3 1-1,0 2 1,0 1-1,-1 2-192,-2 1 0,0 1 0,-4 0 1,0 0-1,-4 1 0,-1 1 1,-3 0-1,-3 0-165,-3 1 0,-2 1 239,14 10 0,-21-11 0,0 1 0,12 16 0,3 4 0</inkml:trace>
  <inkml:trace contextRef="#ctx0" brushRef="#br0">9044 10480 14805,'-1'6'-1963,"-2"0"2793,-1-1 1259,0-4 1730,4 4-3330,0-5 1,6 0 0,1 0-503,4 0 0,5 0 0,1-1 0,1-1-767,3-2 0,2 0 0,5 4 0,3 0-210,4 0 1,1 0 0,2 0 1163,2 0 0,-1 0 1,-4 0-1</inkml:trace>
  <inkml:trace contextRef="#ctx0" brushRef="#br0">9056 10727 7919,'0'7'3585,"1"2"-3270,3-5 1,3 0 0,7-4 0,4 1 0,9 2-1196,5 1 0,6 0 0,11-3 880,2 3 0,3 3 0,5 4 0</inkml:trace>
  <inkml:trace contextRef="#ctx0" brushRef="#br0">9091 10739 7943,'7'-8'434,"-3"0"1,-3 5 0,-2-4 407,-3 2 0,1 1 0,-3 5 0,-1 2-140,1 1 1,2 4-1,-3-3-204,2 1 1,1 2-246,4 4 0,5-5 0,3-4 0,2-1-10,2-2 1,4 0-1,1 0 1,0 0-461,0 0 0,3 0 0,-3 0 1,0 0 63,0 0 0,2 4 0,-2 0 0,1 0-816,-1 1 0,2-4 0,-3 3 1,0-1-3735,1 1 4703,-4-3 0,9 4 0,-4-5 0</inkml:trace>
  <inkml:trace contextRef="#ctx0" brushRef="#br0">10176 10409 7943,'0'7'3146,"0"-1"-405,0-2-1591,0-3 1,0 6-339,0-3 1,0-4 0,0 0-358,0-7 0,0-4 1,0-6-1,0-7-523,0-6 0,4-5 0,0-5 1,-1-4-630,-2-6 1,3 0 0,1-5 0,0-1-76,1-2 0,1 3 0,-3 4 0,0 5 407,2 8 0,-5 11 1,3 3-1,-3 7 110,-1 4 0,1 6 33,3 4 0,-1 1 14,5 2 1,-4 0 0,4 2 0,1 0 0,1 3-46,2 2 1,0 0 0,0 2 0,1-1-17,2 1 0,-1-3 0,1 2 1,-2 1-62,-1 2 0,0-3 0,-2-1 0,0 1-253,-3-1 0,-3 3 583,4-2 0,-5 3 0,2 0 0,-5 1 0</inkml:trace>
  <inkml:trace contextRef="#ctx0" brushRef="#br0">9999 10067 8016,'-12'12'767,"1"0"0,0 0 690,3-1 0,4 1 0,8-1-912,4-3 0,8-3 0,4-5 0,2 0-519,1 0 0,5 0 0,-1-2 0,1 0-174,1-2 1,-3-4 0,4 3 0,0 0-1019,0-1 0,-6-2 1,1 5-1,-2-1 1166,-2-2 0,0 5 0,3-4 0</inkml:trace>
  <inkml:trace contextRef="#ctx0" brushRef="#br0">10825 9784 8097,'0'7'2224,"-2"-1"0,-2-3 0,-3 2-1339,-4 2 1,-1 2-1,-1 5 1,-3 3-544,-3 2 1,-5 6-1,-2 6 1,-3 4-302,-1 5 0,-1-1 0,-2 6 0,3 2-449,2 1 0,11-2 0,-2 3 1,5-6-509,7-4 0,1-14 0,8 2 0,2-4-302,3-5 1,9-5-1,2-6 1,3-2-485,3-2 1,-6-3 1701,10-4 0,-6-8 0,7-7 0</inkml:trace>
  <inkml:trace contextRef="#ctx0" brushRef="#br0">10777 10221 8331,'-11'0'1256,"-1"0"0,4-4-482,0 0 0,6-2 0,-2 2 1,2-3-377,2-4 0,0 3 0,2 0 1,2-1-101,3-1 0,4-2 1,1 0-340,-1 0 0,1 2 1,0 1-1,0 2-146,0 2 0,-1 1 0,1 5-45,0 3 1,-1 3 0,-2 5 0,-1 1 125,1 2 1,1 0 0,2 5 0,0 0-152,0 3 0,-1-4 1,1 0-1,0-1-115,0 0 0,0-3 0,-1 1 0,1-3-481,0-2 1,0-4 0,-1-3-1489,1-3 2341,0-1 0,0-5 0,0-2 0</inkml:trace>
  <inkml:trace contextRef="#ctx0" brushRef="#br0">10825 10409 8926,'-7'-1'1548,"3"-3"0,4-4-984,4-2 0,4-4 0,8-1 0,5-6-529,5-5 1,4-5-1,5-3 1,1 2-667,-1 0 1,-5 6 0,-2 0-1,-5 5-1360,-3 5 1,-3 4 176,-5 5 1814,-6 7 0,0 6 0,-6 6 0</inkml:trace>
  <inkml:trace contextRef="#ctx0" brushRef="#br0">11285 10291 7943,'-7'2'2874,"3"1"-2570,3-1 1,6 3 0,3-5 50,2 0 1,-2 0 0,0 0 79,1 0 0,2 0-415,1 0 1,-5 0-1,1 0 505,1 0-515,-3 0 0,-1 5-76,-5 3 1,-1-1 0,-3-1 0,-3 1-166,1-1 1,-5 1 0,3 2 0,-2-1-182,-2 1 0,0-2 1,0 0 165,1 3 1,3-5 1255,0-1-618,5 2 1,3-4 0,8 0-407,3-4 1,2 0 0,1-3 0,2 1 97,-2 0 1,-1-1 0,-1 2 0,0-1-1996,0 2 1,-1-3 0,1 1 1910,0 1 0,5-3 0,1-1 0</inkml:trace>
  <inkml:trace contextRef="#ctx0" brushRef="#br0">11591 9808 7943,'0'6'396,"0"0"0,1-2 0,2 1 0,2 1 932,2 4 1,-3 1 0,4 5 0,1 5-820,1 5 1,1 6-1,-2 6 1,-1 2-216,1 2 1,-2 1 0,-1 2 0,-1-3-746,-2-3 0,-3-9 0,-3 4 0,-2-4-585,-1-3 1,-2-8 0,-4-3 0,0-4-677,0-4 1712,1-3 0,-7 0 0,0 2 0</inkml:trace>
  <inkml:trace contextRef="#ctx0" brushRef="#br0">11886 10126 8829,'-7'-5'3732,"-3"4"0,9-6-3128,-3 3 0,4 3 0,4-3-362,3 3 0,4 1 0,1 0 1,0 0-1,1 0-1266,2 0 0,0 1 1,4 2-380,2 0 0,0 1 0,0-4 0,-1 0 0,2 0 1403,4 0 0,-1 0 0,4 0 0</inkml:trace>
  <inkml:trace contextRef="#ctx0" brushRef="#br0">12546 10338 7943,'0'12'253,"0"0"1,0 0 1963,0 0-1309,0-1 1,2-4 0,0-4-516,2-6 0,0-5 0,-4-6 0,1-5-295,3-3 0,-2-4 1,2-11-1,-2-2-166,2-4 1,-3-1-1,5-1 1,-2-5-723,0-3 0,5 2 1,-1-2-1,2 0 347,2 3 0,0 7 1,-1 5-1,1 5 265,0 6 1,-2 7 0,0 6-1,-2 3 366,1 4 0,-3 4 0,2-1 90,1 3 1,0 6 0,1 2 0,-3 0-232,3 1 1,0 0 0,2 4-1,0 0-276,0-1 1,-1 1 0,1 0 0,0 0-331,0 0 1,-1-1 0,0 1 0,-2-1-440,-1-3 1,-5 2 997,1-2 0,2 2 0,1 2 0</inkml:trace>
  <inkml:trace contextRef="#ctx0" brushRef="#br0">12511 10067 7861,'0'12'1206,"0"0"0,0-4 1,1-2-1,3-1-557,4-2 1,4-2 0,4-1 0,3-1-745,3-3 1,3-2 0,3-6 0,3 0-314,3 0 0,2-1 0,-2 0 0,-3-1-3431,-3-1 3839,-3 5 0,-7-12 0,-1 3 0</inkml:trace>
  <inkml:trace contextRef="#ctx0" brushRef="#br0">13101 9867 7861,'-12'12'580,"0"-4"1,0-1 0,2 3 724,2 0 0,-3 3 1,5 2-1,-2 2-392,0 1 1,1-2 0,-2 3 0,1 4-528,-1 3 1,-1 0 0,-1 4 0,2 0-450,1 0 0,0-2 0,-3 2 0,-1 0-846,0 0 0,5-6 0,4 1 0,1-2-728,2-2 0,0-9 0,2 0 1001,1-2 1,5-5 0,7-1 635,0-2 0,6-13 0,-2-2 0</inkml:trace>
  <inkml:trace contextRef="#ctx0" brushRef="#br0">13230 10185 7861,'-12'-6'435,"5"0"0,0 5 1,0-2 767,1 0 1,3-3 0,-1 2-352,3-4 0,2-2 1,2-2-597,1 0 1,5 1 0,-1 0 0,1 2-119,-1 1 0,2 4 1,-2-2-1,3 0-198,1 4 0,-1 0 0,1 2-268,0 0 0,-2 6 1,0 2-1,-3 3-27,3 5 0,0-2 0,1 5 0,-2-1-5,-1 1 1,0-4 0,2 4 0,-1-1-124,-1 0 1,0-6-1,4 2-224,-1 1 1,1-6-1,0-5-141,0-3 1,-4-1-1,0-1 848,1-3 0,1-3 0,2-4 0</inkml:trace>
  <inkml:trace contextRef="#ctx0" brushRef="#br0">13360 10315 8306,'-8'0'2504,"2"-1"-1852,0-3 1,4 1 0,6-6 0,5-3-492,5-2 0,5-9 0,4 1 0,1-4-491,-1 0 1,5 1-1,-2 1 1,-2 1-629,-3-1 0,-7 6 1,2 3-541,-3 6 1498,-7 4 0,5 5 0,-5 0 0</inkml:trace>
  <inkml:trace contextRef="#ctx0" brushRef="#br0">13808 10244 7861,'-7'7'0,"2"3"0,5-2 0,-1 2 607,-3 2 1,3 0-1,-3 0 1,2 0-9,2-1 1,-3 1-1,-1 0-1861,1 0 0,2 0-1880,1-1 3142,0-4 0,5-7 0,1-7 0</inkml:trace>
  <inkml:trace contextRef="#ctx0" brushRef="#br0">13950 9796 7861,'1'-10'0,"1"0"1403,2 3 1,6 4 0,-3-1-412,4 3 1,2 3 0,1 5 0,2 6-705,-1 4 0,-2 4 0,-2 7 0,0 4-209,-3 6 1,1 4-1,-5 4 1,-1-1-338,-2-2 0,-5-1 1,-1 1-1,-3-4-1783,-5-2 0,1-10 0,-5-2 2041,0-2 0,-1 1 0,-6-5 0</inkml:trace>
  <inkml:trace contextRef="#ctx0" brushRef="#br0">10365 10834 7861,'8'0'1074,"-1"0"1,1 0 0,4 0 0,0 0 5,0 0 0,6 3 1,7 3-1,12-1-720,12 0 0,-16-2 0,3-2 1,8-1-1,3-1 0,9-1 0,4-1-222,-15-1 0,3 1 0,0-2 1,5-2-1,0-1 0,2-1 1,7-1-1,2-2 0,0 0 1,-14 3-1,0-1 0,0 0 1,1 0-247,1-1 1,2 0 0,-1 1 0,-1 0-1,9-1 1,0 0 0,0 1 0,-11 3-1,0 0 1,0 1 0,-1 0 0,11 1-1,0 0 1,-3 2 4,-6 2 0,-1 0 0,0 2 0,-3 0 0,0 1 0,-1 0 0,18 3 0,-1 2 0,0-1 0,-1 1-418,-1 1 1,-2 0 0,-8-2 0,-1 1 0,5 1 0,-1 0 0,-6-2 0,-1 1-621,-2-1 0,-3-1 0,22 3 0,-13-1 180,-14-2 0,-18-1 1,-30-4 960,-6 0 0,-7 0 0</inkml:trace>
  <inkml:trace contextRef="#ctx0" brushRef="#br0">11261 11364 7861,'-8'-8'588,"0"2"573,-1 0 1,3 1 0,-1 1-486,2-4 0,1 2 0,4-2 0,0-1-406,0-2 1,5-1-1,3-1 1,4-1-114,3-2 0,0-1 0,4 1 0,2-2-130,2 0 0,-4-1 0,0 6 0,-1 2-373,0 4 0,-3 4 0,1 3 0,-2 3-27,2 5 1,-6 5-1,5 12 1,-1 2 133,-1 5 0,0 2 0,-1 1 0,1 1-27,3-1 0,1-5 1,4-2-1,-2-3-316,2-2 1,-2-9 0,-1-3-1,0-4-824,1-5 0,-3-1 1406,3-1 0,-4-5 0,2-1 0</inkml:trace>
  <inkml:trace contextRef="#ctx0" brushRef="#br0">11414 11564 7861,'-12'0'1393,"6"2"-326,2 2 0,3-4 0,2 0 0,4-8-393,7-7 1,6-4 0,10-10 0,5-5-836,5-4 1,1-7-1,5 5 1,2-1-292,-1 2 0,-6 10 0,-2-1 1,-7 8-486,-6 6 1,-9 8 936,1 4 0,-3 3 0,-1 1 0</inkml:trace>
  <inkml:trace contextRef="#ctx0" brushRef="#br0">12039 11329 8597,'-12'7'927,"1"1"1,4-4-1,2 3 71,0-2 0,5-1-738,0-4 1,5 0 0,7 0 0,-1 0-173,1 0 1,4 0-1,0 1 1,-2 2-52,-1 1 1,-1 0-1,0-3 1,0 2-40,-1 1 0,-3 1 0,0-1-37,1 4 1,-4-2-1,-1 2 1,-2 1 16,-2 2 0,-6-3 1,0-1-1,-3 3-45,-3 0 1,3 2-1,-8 0 1,1-2 14,0-2 1,-1 2 0,3-3-1,-2 1-116,2 0 1,2-4 36,4 4 1,4-6-118,8 2 0,4-3 1,6-1-1,3 0-612,2 0 1,-4-4 0,5-1 0,1 0-1913,1 0 2772,-3-4 0,8 2 0,-2-5 0</inkml:trace>
  <inkml:trace contextRef="#ctx0" brushRef="#br0">12499 11293 7861,'-12'5'184,"2"2"1,1 4 0,2-2 1644,2-1 1,1-5-1643,4 5 0,9-1 0,4 1 0,3-4-467,1-3 1,4-1 0,-1 0 0,2-1-400,1-3 1,1 2 678,0-1 0,-1-4 0,1 0 0</inkml:trace>
  <inkml:trace contextRef="#ctx0" brushRef="#br0">12935 11270 15431,'8'-8'441,"0"1"1,1 1-332,2-1 1,1 3 0,-1-4 0,1 1 77,0 0 1,1-2-1,1 5-622,2 1 1,0 2-1,-3 1 1,1 0-1,2 1-46,-1 3 1,-2 4 0,0 6-1,1 2 406,2-1 0,0 3 0,-5 0 0,1 1-59,0-4 1,0 2 0,0-2 0,-1-3-187,1-3 0,0-5 0,0 2 0,0-1-1597,-1-2 1,-3-2 1915,0-1 0,-5-5 0,7 4 0,-3-4 0</inkml:trace>
  <inkml:trace contextRef="#ctx0" brushRef="#br0">13124 11470 7861,'-8'-6'0,"2"0"501,0 1 1,3 2 0,3-4 0,1-3 682,3 0 1,8-4 0,9-5 0,5-6-982,5-4 0,5-2 0,0-3 0,1 1-126,-3 2 0,-7 5 0,1-1 1,-4 8-1571,-5 7 0,-2 5 1493,-5 7 0,0 0 0,0 0 0</inkml:trace>
  <inkml:trace contextRef="#ctx0" brushRef="#br0">13655 11246 7861,'-2'18'-485,"0"-1"0,-3-1 271,-2 0 0,3 5 1,-2-3-1,-1 3 1469,0 3 1,4-3-1,-4 5 1,2-4-300,2-2 1,2-4-957,1 3 0,0 1 0,0 3 0</inkml:trace>
  <inkml:trace contextRef="#ctx0" brushRef="#br0">9763 12437 7861,'-7'10'0,"-1"-1"0,-2-2 609,0-2 1,-2 3 0,0-4 3362,1-1-3744,-1-2 0,14-2 0,8-3 0,7-3-348,8 1 1,-1-5-1,7 3 1,-1-1 0,0 1 1,-3-1 0,3 5-961,-1 1 0,3 2 1079,-5 1 0,6 0 0,-3 0 0</inkml:trace>
  <inkml:trace contextRef="#ctx0" brushRef="#br0">9799 12614 7856,'-16'3'822,"0"1"1,1 4-129,3-4 0,10 4 0,8-4 0,7-1-787,6-2 0,9-6 0,5-2 1,5-1-631,5 0 0,-1 1 1,1-5-1,3 0 723,4 0 0,4-5 0,4-1 0</inkml:trace>
  <inkml:trace contextRef="#ctx0" brushRef="#br0">11355 12142 6731,'-1'-10'902,"-3"2"1,3-3 2759,-3 3-3320,-3 3 0,5 1 0,-5 9 0,2 7-71,2 7 0,1 4 0,-1 5 0,-2 3-283,-2 3 1,5 1 0,-2 0 24,2-4 0,-2 2 0,0-6 0,1-1 0,-1-2 248,0-4 1,0-7 0,2-8 91,-1-4 0,1-5 0,-3-13 0,1-6-212,0-7 1,0-10 0,4-3 0,1-4-280,3-4 1,3-3-1,5-3 1,1 0-357,3 2 0,-2 9 1,6 1-1,1 4 259,1 7 0,-2 9 0,-2 11 1,0 4 120,1 6 0,-5 4 0,2 3-22,-3 1 0,-1 5 0,-1-1 1,0 4 62,-3 4 1,1-2 0,-4 6 0,0-1-1,2 2 225,-1 3 0,-3-7 1,1 6-1,-3-2 386,-1-2 1,-1 2 0,-3-6-1,-4 1-289,-2 1 0,-2-4 1,0 3-1,-1-2-244,-3 2 0,2-2 0,-4 5 0,1-1-285,2 0 1,2-2 0,3 3-1,0-1-51,3 0 1,4-3 0,-1 0 146,3-2 1,6-1 0,3 0 0,4-2-1,2 0-18,2-2 1,3-6 0,-2 2 0,0-3-231,0-1 1,3 0 0,-3 0 0,0 0-726,0 0 0,3-4 0,-4-1 1157,-2-1 0,-1-2 0,-1-4 0</inkml:trace>
  <inkml:trace contextRef="#ctx0" brushRef="#br0">11803 12177 8281,'-5'12'0,"-1"0"717,-1 0 1,-2 1-1,4 1 1,-1 3-386,1 2 1,-3-5-1,4 2 1,2-2-636,0 2 0,2-7 1,0 3-878,0-2 0,2-4 1,2-4 1179,4-4 0,2-10 0,2-7 0</inkml:trace>
  <inkml:trace contextRef="#ctx0" brushRef="#br0">11992 11965 7812,'-8'12'-8,"0"0"0,2 0 0,-3-1 1267,1 1 0,5-4-766,-1 0 1,8-2 0,4 2-1,2-4-976,2-3 1,1-1 0,2 0-1,2 0-457,1 0 1,-2 0-1,2 0 1,-1 0 939,-2 0 0,-2 0 0,-1 0 0,-1 0 0,1-3 43,0-1 1,-7 0-1,-5 4 1,-6 1 580,-5 3 0,-1 2 1,1 5-1,-1-2-67,0-1 0,0 0 1,0 4-1,1 1-495,-1 2 1,5-4-1,2 3 1,1 1-85,0-2 0,0 0 0,4 0 0,0 1-41,0 2 1,0 1 0,0-2 0,2 2 245,1 1 0,-1-6 0,2 2 0,-3 1 461,-1-2 1,0 0-437,0-1 1,-1-2 0,-3-2-1,-3-3-263,1 0 0,-5-3-1065,3 2 534,3-3 0,1-1 410,8 0 0,4 0 0,6 0 0,3-1 157,2-3 0,0 1 0,5-3 0,0-1 341,-1 0 1,2-2-1,1-5 1,3-4 1,1-5 0,-8 5 0,2-8 0,-3-2 334,-3-1 0,-1 2 1,-6-2-1,-3 2-159,-4 0 0,-3 10 1,-1-2-402,0 4 1,-5 9-1,-4 3 1,-5 7-345,-1 8 1,-2 1 0,2 7 0,0 1-15,0 1 0,2 5 0,3 1 0,2-2 93,4-1 0,2-2 0,2 1 0,2-2-415,2-2 1,2 2 0,7-3 0,2-1 28,1-2 0,1-3 0,-3-1 0,0-1-1233,-3 1 1,-1-4 1785,-6 0 0,0-6 0,-4 4 0</inkml:trace>
  <inkml:trace contextRef="#ctx0" brushRef="#br0">11013 12838 7861,'8'0'2991,"1"0"1,6 0-1182,7 0 0,11-6 1,15-3-1,16-7-1453,-25 5 1,1-1-1,6-2 1,1-1 0,5-2-1,1 0 1,4 1 0,1 1-9,3 0 1,-1 2-1,-7 2 1,0 2-1,2 2 1,-1 0-1,-6 2 1,-2 1-623,-5 1 1,-1 2-1,-4 0 1,-1 1 0,3-1-1,0 0 1,1 0-1,-1 0-1188,0-1 0,-1 0 0,22-2 0,-11 4 1,-8-2-1314,-10-1 1,-9 1 0,-8-2 2773,-8 3 0,-18 1 0</inkml:trace>
  <inkml:trace contextRef="#ctx0" brushRef="#br0">11391 13026 7965,'0'12'543,"-2"-2"0,0 0 362,-2-3 0,0 1 0,4 4-339,0 0 0,-4 4 0,0 1 0,1 1-298,2 3 0,1 2 1,0 5-1,0 3-162,0 3 0,-1-2 0,-2-2 0,-1-1 39,2-3 1,0-1-1,2-3 334,0-2 0,-1-8 0,-2-10 21,-1-4 1,1-6-1,3-9 1,0-7-412,0-6 1,0-7-1,0-3 1,1-6-356,3-3 1,-2 4 0,6-6 0,3 2 120,3 2 1,1 4-1,3 2-20,-1 4 1,4 6-1,-1 11 1,0 6-1,1 5-133,-1 5 0,-4 4 0,2 4 0,-1 5 299,-2 5 1,-1 3-1,0 4 1,2-1 286,-1 1 0,-2-3 1,-2 1-1,0-1 215,-3 0 0,1-2 0,-5 2 0,-1-1 165,-2-2 0,-2-2 1,-3-3-1,-4 0-383,-3-3 0,-4 0 0,-2 2 0,-2-2-401,-2-2 1,-1 3 0,0-3 0,1 2-185,1 2 1,6-3-1,-2 2 1,3 3 61,1 3 1,2-1-1,2 3 1,2-2-61,1 2 0,5-2 0,0 5 0,7-1-42,3 0 1,3-3 0,3 0-1,4-1-220,2-3 0,2-3 1,-1-1-1,1-2 8,-1-2 1,-2-3 0,0-4 0,2-4-842,-3-3 0,-2 0 0,0-1 1393,-1 0 0,4-5 0,-3-1 0</inkml:trace>
  <inkml:trace contextRef="#ctx0" brushRef="#br0">11992 13156 7861,'-10'12'0,"0"-1"679,3 1 0,0 0 0,-2 0 1,2 0 36,2-1 0,0 1 0,2 1 1,-1 2 279,2 0 0,0 2 1,2-1-818,0 4 0,0-3 0,2-3-227,2-5 0,2-3 0,6-6 0,0 0-226,-1 0 0,3-10 0,0-1 1,2-4-109,-2-2 0,1-1 0,-1-6 0,2 1 10,-2-1 1,-5 1 0,-1-1 0,1 2 204,2 2 1,-5 2 0,0 5 0,-2 0 377,-1 2 1,1 4-13,-4 4 1,-4 9-1,-1 14-135,-1 2 1,-2 7 0,-3 1 0,2 1-1,3 1-623,0 1 0,2-5 1,4 0-1,0-3-307,0-2 0,0-8 1,2-3-1,2-3-695,4-3 1561,2 0 0,7-12 0,1 0 0</inkml:trace>
  <inkml:trace contextRef="#ctx0" brushRef="#br0">12334 13156 7861,'0'9'0,"0"1"755,0 4 1,0 4 0,0-2 0,-1-1 142,-3 2 1,2-2-1,-3 3 1,1 0-331,0 1 0,-3-3 0,3 2 0,0-2 34,-2-6 0,5 2-422,-3-4 0,3-6 0,1-4 1,1-10-215,3-5 1,3 0 0,4-5 0,1-3-99,0 0 1,4-1-1,-1-1 1,1 0-19,1 1 1,-4 1 0,3 3 0,-2 1 49,2 1 0,-7 9 1,3 1-1,-1 3-145,-1 5 1,1 2 0,-2 4 291,-1 4 0,-6 7 0,2 5 0,-3 2 401,-1 2 1,0-5-1,0 1 1,2 0 74,2-2 0,-3 0 0,4-3-374,1 1 0,-4-6 1,6-7-418,1-6 1,2-4 0,0-6 0,1-2 264,0-5 0,0-1 1,0 1-1,-1 3 56,1 0 0,0 8 0,-2-3 1,0 3 37,-2 3 1,-6 2 0,2 8-693,-3 4 0,-1 7 0,0 4 1,0 2-179,0 2 0,0-6 0,0 7 0,0-3-104,0-3 1,2 0-1,2-3 883,3 1 0,-1-6 0,-1-5 0</inkml:trace>
  <inkml:trace contextRef="#ctx0" brushRef="#br0">12263 13215 7681,'-6'1'1373,"2"3"-744,2-3 42,2 10-470,0-10 1,0 6 344,0-3-277,0-3 0,0 5-75,0-2 1,0-1-68,0 5 1,0-4-33,0 4 1,0-4 0,0 3 38,0 3 0,-3-4 0,-1 2 73,1 1 1,2 2-28,1 0 0,-4 1 1,0 0 235,1 0 0,1-4 652,-2 0-305,2-6-611,-3 3 0,6-6 0,2-3 0,2-4-79,2-2 1,-3-2 0,4 0 0,1-1-71,1-3 0,2 2 0,0-4 1,1-1 38,3 1 1,-6 0-1,5-3 1,-1 1-22,-1-1 0,4 4 1,-1 1-1,-2 2-12,-1-2 1,-1 7-1,0-1 1,-2 2 53,-2 1 0,3 5-11,-3-2 1,-2 6-1,2 3 131,1 2 0,0-3 1,1 2-48,-3 0 1,-3 2-1,4-4 1,1-1 80,2 3 1,1-5 0,-1 4-88,1 0 0,0-3 0,0 3 0,0-1-61,-1 0 0,-3 4 0,0-3 0,1 2 6,2 2 0,-3-3 1,-2 2-1,1 1 6,-1 2 0,-2 1 1,3-1-1,-2 1 101,-2 0 0,-1 1 0,1 1 1,1 3-9,-2 2 0,0-3 0,-4 2 0,0 0-65,-2 1 0,-1-8 1,2 4-1,-2-1-383,-2-1 1,5-4-547,-2-1 1,2-6-277,2-2 1,0-6 0,2-5 0,2-1-1689,3 0 2784,4 0 0,1 0 0,0 1 0</inkml:trace>
  <inkml:trace contextRef="#ctx0" brushRef="#br0">13101 12484 7861,'-12'17'0,"4"-4"0,0 3 0,-1-4 3215,-2-5-2620,5 4 0,2-10 0,8 2-498,4-6 1,6-3 0,3-5 0,0 2-302,0 1 1,4 0 0,-3-2 0,2 1-448,0 1 0,-4 5 0,2-2 0,0 1-370,1 0 0,-8 0 1,4 4 1020,-1 0 0,1-5 0,-4-2 0</inkml:trace>
  <inkml:trace contextRef="#ctx0" brushRef="#br0">13136 12590 7861,'-11'17'0,"7"-4"0,-7 2 0,2-5 890,2-2 0,2-4 1,5 4 200,0 1 0,1-3 0,3 1 0,4-2-732,2-2 1,2 2-1,1-1 1,3-1-706,4-2 0,-2-1 0,0 0 1,1 0 39,-1 0 0,2 0 0,2 0 306,-2 0 0,7 0 0,-2 0 0</inkml:trace>
  <inkml:trace contextRef="#ctx0" brushRef="#br0">14103 12001 7861,'4'-12'0,"0"0"285,-2 0 0,0 4 1,-2 0-1,1-1 2137,3-1-1665,-3 3 0,3 2 1,-7 6-452,0 3 0,-5 4 0,2 7 0,0 2 27,-3 1 0,2 2 0,-1 3 1,-1 1-266,-1-1 1,2 2 0,0 1 0,-1 3-155,-2 1 0,0-2 0,-1 2 0,0 0-77,0 0 1,4-4-1,2 1 1,0-6-154,4-6 1,2-7 538,4-4 1,2-12 0,6-5 0,0-5 134,0-7 0,3 0 0,1-5 1,-1 0-241,-2 0 0,-4 1 0,0-4 0,3-2-89,1-2 1,-7 6-1,6-6 1,-1 2 60,-1 2 1,-2 5-1,-1 2 1,-1 4-73,1 2 0,-5 10 587,2-2 199,-2 8 443,-2-1 1,0 14-1270,0 3 0,0-2 0,0-2-150,0 1 0,0 3 0,0 2 0,1 2 88,3-1 1,-2 3-1,6 0 1,1 3-53,2 3 0,1-3 0,0 7 0,1 1 285,2 3 1,-2-3 0,3-2 0,-3-2 269,-1-1 1,-1-1 0,-2-1-132,-1-2 0,-6-7 1,1-5-408,-6 1 1,-7-4-1,-7-1 1,-2-2-208,-2-2 1,-1 0-1,0 0 1,0-2-68,-2-2 1,7 3 0,-7-3 0,2 2-845,0-2 1,6 2-1531,0-2 1455,11 3 0,4 1 0,13 0 0,2 0 658,3 0 1,-3 0-1,6 0 1,1 0 653,1 0 0,2 5 0,0 2 0</inkml:trace>
  <inkml:trace contextRef="#ctx0" brushRef="#br0">14551 12001 7861,'0'-8'-665,"-1"1"-531,-3 2 1202,2-4 1,-4 7 25,2-1 5,3 1 0,-5 4-107,6 1 0,0 4 0,0 5 74,0 0 0,0-5 0,0 1 1,0 1 54,0 2 1,0-3 0,0 0-16,0 1 0,0-3 0,0 2-56,0 1 1,2-3-1,0-1-369,2 0 333,0-4 119,-4 5 0,1-8 29,3-2 0,-2 2 0,2-6-51,-3-1 1,-1 2-1,0-1 28,0-1 1,0-1 0,0-2 210,0 0 1,-1 0 20,-3 1 1,1-1-103,-5 0 1,6 4 2,-2 0 1,1 2 846,-1-2-126,3-3 0,-6 6 319,3-3 1,3 2-13,-3 2 0,1 2 808,0-1-1732,1 1 1,-3 7 0,5 3-270,0 3 1,5 5 0,2-1 0,1 1-16,-1 1 0,0-3 0,2 5 1,-1-1-515,1 0 1,2-3-1,1 1 1,-1-3-455,1-2 1,-4-4-1,0-2 1,1-1 89,1 0 1,-2-1 0,0-9-143,1-5 1,-2-2 0,-1-6 0,0 1 989,-4 0 0,0-2 0,-2-4 0</inkml:trace>
  <inkml:trace contextRef="#ctx0" brushRef="#br0">14751 11847 7861,'7'-5'1554,"-2"-1"354,0-1 0,-3 0-608,2 3 0,-3 4-319,-1 0 0,0 10 0,0 7 1,-1 2-454,-3 6 1,-3 0-1,-5 8 1,-1 4-669,-2 4 0,1 3 1,-1 0-1,0 3-778,0 2 1,3-5-1,-1 4 1,5-8 488,3-3 0,1-12 429,4-6 0,0-10 0,0-3 0</inkml:trace>
  <inkml:trace contextRef="#ctx0" brushRef="#br0">13891 12637 8299,'-19'0'1150,"4"0"1,5 0 0,2 0 418,-1 0 0,5 0 0,4 0-511,7 0 0,10 0 0,7 0 0,7-1-572,7-3 1,5-3 0,8-3 0,6 1-117,4 1 1,5 0 0,-31 2-1,1 0 1,-1 0 0,2 0-1150,0 1 1,0-1-1,27-6 1,1 0-1,-6 2-1560,-7 2 0,-13 1 0,-9 5-1163,-7-2 1,-14 0 3501,-13 4 0,-3 5 0,-10 1 0</inkml:trace>
  <inkml:trace contextRef="#ctx0" brushRef="#br0">14091 13050 7329,'5'-12'-399,"-2"-4"0,3 0 1,1 1 507,0-2 1,-5 6 0,3-3 2617,1-1-356,-5 1-1275,4 8 0,-6 2-572,-3 8 1,3 2-1,-3 6 1,2 0-201,2-1 0,-4 1 0,1 0 1,-1 1 2,-2 3 0,4-2 0,-5 6 0,1 0-241,-1-2 1,4 4 0,-2-4 0,0 2-175,-3 0 1,2-2 0,-1 3 0,0-3-63,1-1 1,2 0-1,-3-2 1,1-1 56,-1-3 252,5 1 1,-2-16 0,6 0 0,4-7 168,0-5 0,2-3 0,4-7 0,0-3-271,-1-1 1,1 2 0,0-2-1,0 0-21,0 0 0,-1-2 0,1-3 0,-1 0-386,-3-1 0,2 9 0,-3 2 0,0 1-116,1 3 1,-5 10 609,1-1 0,-3 9-22,-1 3 1,0 5 0,0 7-71,0 0 0,0-4 1,0 0-1,1 1 80,3 1 0,-1 2 0,4 0 0,-1 1 116,1 3 1,-3-2 0,3 4 0,3 1 321,0-1 1,-2-2 0,-1 2-1,-1 1-217,1-1 1,-1 2-1,2 2 1,-3-1-519,1-2 0,-5-3 0,3 4 1,-3-1-126,-1 0 1,-4-1-1,-1-4 1,-2 2 99,-2-1 1,-5-4 0,-2-1 0,0-3-105,-1 3 1,-1-4 0,-4 1 0,1-2-477,1-2 0,4-2 0,-2-1-988,1 0 0,1 0 488,4 0 1,7 0 0,5 0 358,7 0 1,5-1-1,2-2 1,3-2 910,1-2 0,2 5 0,4-4 0</inkml:trace>
  <inkml:trace contextRef="#ctx0" brushRef="#br0">14551 12967 7861,'-12'4'1656,"0"0"1,1 5-957,-1-1 1,1-1 0,2-1 973,1-1-1148,6-1 1,-2-4 150,8 0 1,-2-1 0,6-3 0,1-4-426,2-2 1,1-2-1,-1 0 1,1 0-173,0 1 1,0-1-1,0 0 1,-1 0-78,1 0 0,-4 1 1,0 0-1,1 2-102,1 1 0,2 6 0,0-2-202,0 2 0,-4 4 0,0 2 1,-1 3 234,0 4 0,3 5 0,-2 1 0,3 1 5,1 3 0,-5 1 0,1 0 0,1-1-8,2-1 1,-3-2 0,0 2-1,0-3-865,-2 0 1,3-8 0,-3 3-706,0-1 0,-2-6-307,4-1 0,-6-4 1946,2-4 0,-2-8 0,-2-6 0</inkml:trace>
  <inkml:trace contextRef="#ctx0" brushRef="#br0">14622 13227 8199,'-9'-2'1421,"5"-2"0,5-4 0,12-9 0,3-6-569,3-7 0,9-11 1,3-5-689,3-4 0,0 1 1,-1 6-1,-4 6-1247,-4 8 1,-1 3 0,-11 11 1082,-3 5 0,-6 3 0,1 7 0</inkml:trace>
  <inkml:trace contextRef="#ctx0" brushRef="#br1">12322 8499 25037,'7'-11'-2303,"-3"-1"1,-3 0 0,-1 0 2434,0 0 1,0 5-1,0-1-1141,0-1 1,0 2 492,0-1 0,-1 4 142,-3-4 0,1 1 190,-5-5 0,6 4 1,-4 1 173,1 2 1,0 0 0,-4 2-362,1-1 1,0 0 0,-4 4 506,0 0 0,1 0 1,-1 0-1,0 0 250,0 0 1,1 4-1,-1 0 1,0-1 215,0-2 1,0 3-1,1 0-178,-1-1 0,0-2 0,0-1 0,0 0 129,1 0 0,-1 0 0,0 0-201,0 0 1,0 0-1,1 0 1,-1 0-102,0 0 1,-4 0-1,1 0 1,-1 0-123,-1 0 0,2-1 0,-3-2 0,0-1-96,-1 1 0,4 2 0,-4 0 0,1-2-134,0-1 1,3-1-1,0 2 1,1-2-58,3-1 0,-1 2 1,1-4-1,2 0-105,1 1 0,2-3 1,-3 3-1,1 0-8,-1-1 0,2 4 0,-1-3 0,-1 1 65,-1-1 1,-2 5-1,0-4 1,0 2 83,0 0 1,1 0-1,-1 3 1,0-1 112,0-2 0,0-2 1,1 4-1,-1-2 113,0 1 0,0-2 0,0 0 1,1 0-33,-1-1 0,-4-2 1,-1 4-1,-1 2 50,-3 1 1,-1 1 0,-2 0-1,0 0 147,1 0 0,-2 0 0,0 0 0,-1 0-102,0 0 0,3 0 0,-4 1 0,2 1-127,1 2 1,1 2 0,-1-4 0,-1 4 55,-2 0 0,2-2 1,-1 4-1,2 0 38,0-2 1,7 5 0,-6-5-1,1 2 73,-1 0 0,5-4 0,2 4 0,2 0-15,-2-2 1,3 3 0,-3-3 0,3-1-12,1 0 0,-1 4 0,-1-2 1,-2 1-126,2 0 0,1-1 0,1 4 1,-1-1-101,-3 2 1,2-3 0,-6 7-1,-1-2-33,-1 2 1,1-3-1,-2 4 1,-1-1-37,-1 0 1,0 1 0,2-3 0,3 2-1,0-2 1,5-1 0,1-1 0,4 0-62,2 0 0,4-4 1,-3-1-1,2 3-98,2 0 1,2-2 0,2 0 0,2 1-299,1 1 0,1 2 0,-1 0 229,4 0 1,-2 0-1,2-1 1,0 2 54,-1 3 1,3-5-1,-3 3 1,1 1 2,0-2 0,-1 0 1,5-2-1,1 1 74,3 0 0,-3 1 0,3 2 0,-2 0 1,2 0 1,-2-2-1,5-1 1,-1-1 159,0 1 1,-2-4 0,4 0 0,1 1 175,1 2 1,3-4 0,2 0-1,5-2 211,2-2 0,-1 2 1,1-1-1,2-1 19,1-2 1,1-1 0,-1 0 0,1 0 18,0 0 0,-8 0 0,5 0 0,-1 0-56,0 0 0,-6 1 0,-2 2 0,2 1-118,1-2 1,-2 4 0,3-1 0,0 0-62,0 0 0,-1 3 0,5-4 0,4-1-102,3-2 0,-4-1 0,2 0 0,3 0 40,1 0 0,-1-5 0,8-2 1,-3-1 3,0 1 1,-5-3 0,8-4-1,0-2 53,-2 2 0,-2 1 0,-3 0 0,0-2-29,-2 0 0,-4-3 0,3 4 0,-2-2-60,-4 2 1,-5 1 0,1 1 0,-1 0-69,-3 0 1,1 1 0,-2-1 0,1 0 29,0 0 1,-8 1 0,6-1 0,-2 0-47,0 0 0,2-1 0,-2-1 0,-1-2-14,-1 2 1,-6-1 0,2 1 0,-3-2-19,-1 2 0,-4 1 0,-2 1 0,0 0-122,-4 0 0,-6-1 1,-5-1-1,-5-2 95,-6 2 0,-4-5 0,-3 1 0,-6-3 15,-5-3 0,-4 5 1,-6-6-1,-3 5-696,-4 3 1,0 3-1,-3 6 732,-2 4 0,26 5 0,1 2 0,-33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5436 7769 7861,'0'-16'-87,"0"0"0,0 0 364,0-1 0,0 7 1,0-5-1,0 1 181,0 1 1,0 0 0,0 1-1,0 0 172,0 0 0,0 1 1,0-1-155,0 0 1,0 4-1,0 0 2062,0-1-199,0 4-2148,0 0 0,0 6 0,0 3 0,0 4 0,0 4-51,0 3 0,-2 1 0,0 6 0,-2 5 74,1 1 1,-2 1 0,1 5 0,0 3-47,-1 0 0,2 2 0,-3 3 0,-1 6 28,1 5 1,-2 3 0,-3 4-1,2 3-73,1 3 1,2-4 0,1-26 0,1-1-1,0-1 1,0-1-48,-1 1 0,0 0 0,0 21 1,0 7-1,1-3-38,0-4 0,0 0 0,4-6 0,0 4-264,0 1 1,-4-5 0,0 4-1,2-1 135,0 3 1,2 0 0,0 1 0,0 3 69,0 2 1,-1-2 0,-2 5 0,0-1 11,0-2 0,2-7 0,1 4 0,0-3 466,0-2 1,-2-6 0,0 3 0,-2 0 52,1-2 1,2 6-1,1-2-169,0-2 0,-4 5 0,0-8 0,0 2-118,-1-1 1,3 1 0,-1-2 0,0-4 0,0 0-156,-1-3 0,0-1 0,4-2 0,0 1-68,0 0 0,-1-3 0,-1 7 0,-2-1 0,1-3 0,2-2 0,1 0 0,0-1 0,0 0 0,-4 1 0,0-2 0,1-2 0,2 0 0,1-7 0,0 0 0,0-4-344,0 0 0,0-4 0,0-2-1015,0-2 1,0-5 52,0 0 1,0-8 0,0-2 0,0-10-3676,0-5 4981,0-8 0,5-16 0,2-7 0</inkml:trace>
  <inkml:trace contextRef="#ctx0" brushRef="#br0">2665 10704 28490,'7'-7'-6550,"1"2"6422,1 0 0,2 3 0,1-1 1,0 1 506,-1 2 1,6 0-1,3 0 1,4 0-231,3 0 0,1 0 0,6 0 8,2 0 0,12 0 1,0 0-1,6 0 0,7 2-132,-26 0 0,0-1 0,2 0 0,0 0 0,5 1 0,2 0 0,2-1 0,1-1-24,1 0 0,2 0 1,4 2-1,2 0 0,3 0 1,1 0-1,4-1 0,2 1-8,-20-2 1,0 1-1,1-1 1,0 0 0,0 0-1,2 0 1,3 0-1,2 0 1,1 0 0,1 0-1,0 0 1,1 0 85,4 0 0,0 0 0,0 0 0,-2 0 1,-1 0-1,1 0 0,6 0 0,2 0 1,0 0-1,-16 0 0,-1 0 0,1 0 1,0 0-56,0 0 0,-1 0 1,1 0-1,0 0 0,1 0 1,-1 0-1,1 0 1,0 0-1,1 0 0,0 0 1,0 0-1,0 0 1,2 0-1,-1 0 0,1 0 1,0 0 28,1 0 0,0-1 1,0 1-1,-1 1 1,-3 0-1,-1 0 1,1 0-1,0 1 1,4 0-1,0 0 1,1 0-1,-1 0 0,0 0 1,-2 1-1,1 0 1,0-1-76,1 1 1,0 0 0,-1 0-1,0 0 1,11 1 0,-2 1 0,1-1-1,-15 0 1,1-1 0,0 1 0,-1 0 21,14 1 0,0 0 0,-1 0 0,-1 2 0,-1 0 0,0 0 0</inkml:trace>
  <inkml:trace contextRef="#ctx0" brushRef="#br1">2570 8841 30148,'12'0'-10,"-1"-1"1,-2-2-1,-1-1-1015,1 2 0,-3 0 1,2 2-1,1 0 867,2 0 1,1 0 0,-1 0 0,1 0 225,0 0 1,1 0 0,1 0 0,2 0 12,-1 0 1,-1 0 0,0 0 0,2 0-66,-1 0 1,-2 0 0,-2 0-1,1 0-81,0 0 1,0 2 0,0 0 0,-1 2-104,1-1 1,1 2-1,2 0 1,2 1-5,1-1 0,-3 3 1,2-3-1,-2 0 90,1 1 1,5 1 0,-3-3 0,1 0-60,-4 1 1,0-2 0,-1 4-1,2-1-115,-2 1 0,-1-3 0,-1 2-5,0-1 0,0 3 1,-2-2-1,-1-1 29,-1 0 1,0 0 0,4-2-1,0 1 57,0-2 1,-1 4 0,1-1 16,0 1 1,-4 1 0,0 1 0,1-3 67,1 0 1,2 1-1,0 3 39,0-1 1,-1-4 0,3 2 0,0-1 0,4-1 96,5 1 1,-5-2 0,7 4-1,0-2 249,0-2 1,-3-2 0,5-1 0,0 1-39,0 3 0,-1-3 0,4 3 0,1-2-17,-1-2 1,0 0 0,3 0 0,-2 0-90,2 0 1,1 0 0,1 0 0,2 0 126,2 0 0,-1 0 0,4 0 0,0 0-84,0 0 1,0 0 0,3 0 0,-2 0 33,1 0 0,0 0 1,0 0-1,1 0-96,-5 0 1,4-2 0,-4 0 0,2-2-57,1 1 1,-10 2-1,9 1 1,-3 0-31,-2 0 0,0 0 0,-2 0 1,0 0-40,1 0 0,0 0 0,1 0 0,1 0-9,0 0 0,-2 0 0,5 0 0,0 0-14,-3 0 1,-1 1 0,-2 2-1,0 1-12,1-2 1,-1 0-1,-1-2 1,-1 0 27,-1 0 0,-2 0 0,1 0 0,-3 0-12,-3 0 1,-2 0 0,-1 0-1,-1 0-20,-1 0 0,-4 0 0,2-2-270,-1-2-215,-6 3 1,-17-9 0,-7 3-1</inkml:trace>
  <inkml:trace contextRef="#ctx0" brushRef="#br1">2629 9148 22040,'0'12'-2662,"0"-1"0,2 1 1,1 0 2338,5 0 0,-1-4 0,-1-1 1,1 3 356,0 0 1,-1-2 0,3-2 0,-1 1 260,1 0 0,-3-3 0,-1 2-93,0-1 368,-4-1-163,5-4 1,-6-1-708,0-3 1,0 1-1,0-4 494,0-3 1,0 4 0,1-2-39,3-1 1,-3 2 0,4 1 201,1 0 1,-4-3-323,6 1 0,-5 2 0,2-1-145,0 2 138,-4-4-359,5 2 0,-8 1 1,-2 2 581,-3 3 0,-4 1 0,-1 0 0,1 0-354,-1 0 1,0 0 0,0 0 0,0 0 16,1 0 0,-1 0 1,0 0 103,0 0 0,0-11 0,1-2 0</inkml:trace>
  <inkml:trace contextRef="#ctx0" brushRef="#br1">2441 9042 17946,'-8'-4'0,"1"-1"-884,2-2 0,-3 3 1,3-3 758,-2 2 0,3 1 0,-4 3 1320,-1-3 1,-1 3-650,-2-3 0,4 6 487,0 2-873,6 6 1,-4-8-162,6 6 1,2-5-1,2 1 194,4-3 1,-2-1-1,2 0 1,1 0 17,2 0 1,2 0-1,1 0 1,2 0 100,-2 0 1,3 0 0,0 0 0,2 0-179,2 0 0,-3 0 0,2-1 0,-1-2 10,0-1 0,3-1 0,-4 2 1,1-1-64,-4 2 1,2-4 0,-1 2 0,0 1 159,1-3 1,-4 5 0,3-3 0,-3 3 206,-2 1 1,3-4 0,1 0-345,5 1 1,-3 2-1,-1 1 1,-2 0-83,2 0 0,-2 0 0,5 0 0,-2 0 67,-3 0 1,4 0 0,1 0-1,0 0-51,1 0 0,-4 0 1,2 0-1,0 0-40,1 0 1,-3 0 0,3 0-1,1 0 21,-2 0 0,4 0 0,-3 0 0,0 0-36,1 0 1,0 0-1,2 0 1,-1 0-38,-1 0 0,-1 0 1,5 0-1,-1 0 86,1 0 0,0 0 0,-1 0 1,1 0 60,-1 0 0,-3 0 0,0 0 1,1 0-19,1 0 1,-1 0 0,0 0 0,1 0-112,-1 0 1,0 0-1,1 0 1,-1 0 54,-1 0 0,-4 0 0,2 0 1,0 0-5,1 0 0,-4 0 0,4 0 0,-1 0-39,0 0 0,-3 4 0,2 0 0,-1-2-36,-1 0 0,2 2 0,-1 0 1,4 0 6,2 1 1,-2-4 0,-2 3 0,0-3 61,1-1 0,0 0 0,4 0 1,-2 0 71,-2 0 1,1 0 0,2 0 0,-1 0-14,-1 0 0,-1 0 0,4 0 0,-1 0-44,2 0 1,-7 0-1,6 0 1,-1 0-94,1 0 1,-4 0 0,1 0 0,1 0 104,1 0 1,2 0 0,-2 0 0,0 2-66,2 2 1,-3-3 0,5 3 0,-2-3 88,-1-1 0,-2 0 1,7 0-1,-2 0-16,2 0 1,-7 1-1,2 2 1,-1 1-125,1-1 1,0-2 0,0-1 0,-3 0 8,0 0 0,-4 4 0,3 0 0,2-2 22,2 0 1,-2-2-1,0 0 1,2 0 46,2 0 1,-1 0 0,6 0 0,0 0 23,0 0 1,-2 0-1,2 0 1,1 0 27,3 0 0,-5 0 0,4 0 0,-4 0-62,-3 0 0,1 0 0,6 0 1,-3 0 32,-2 0 0,-5 0 1,8 0-1,-1 0-25,0 0 0,-4 0 0,2 1 1,-2 2-31,1 1 1,-2-1 0,3-3-1,-2 0 26,1 0 1,-4 4-1,3 0 1,1-1-8,2-2 0,3-1 0,2 0 1,-2 0 75,0 0 0,-5 0 1,4 0-1,-1 0-36,0 0 0,-4 0 1,2 0-1,-5 0-32,-3 0 1,3 0 0,-2 0 0,4 0-58,1 0 0,-2 0 1,6 0-1,0 0 31,0 0 0,-2 0 0,2 0 1,-1 0 42,-3 0 1,3 0 0,-2 0 0,1 0 13,1 0 0,-3 0 1,4 0-1,0 0-30,0 0 1,-2-4-1,2 0 1,0 2-10,0 0 1,2 2 0,2 0 0,-1 0-75,-2 0 1,-5 0 0,2 0-1,-2 0 74,1 0 1,-4 0 0,3 0 0,0 0-9,-1 0 1,-3 0-1,-1 0 1,2 0 5,-2 0 1,-1 0 0,4 0 0,0 0-18,-1 0 1,1 0 0,-1 0 0,0 0-22,-4 0 0,4 0 0,-5 2 0,2 0-29,-1 2 1,0 0 0,2-4 0,-2 0 16,2 0 1,-2 0-1,0 0 1,2 0-1,1 0 1,-2 0-1,-2 0 1,1-1 128,-1-3 1,2 3 0,2-3 0,-1 2-92,-1 2 0,-5 0 1,5 0-1,0-1-25,-2-3 0,3 3 0,-5-3-15,-2 3 1,-1 1 0,-1 0 0,0 0 0,0 0 21,-1 0 0,-3-2 1,0 0-70,1-2 0,-2 0-4,1 4 1,0-4-91,3 0 1,-3 0 160,0 4 1,0 0-31,4 0 0,-4 0 94,-1 0 1,-3 0-1,4 0 13,1 0 1,-2 0 28,1 0 411,-6 0-531,4 0 0,-8-4 0,-2 0 136,-3 2 1,-4-4 0,-1 2 0,0 1 89,1-3 1,-1 4 0,0-6-213,0-1 0,1 2 0,-1 1 0,0-1 76,0 0 1,3 4-1,-1-5 1,-4 0-46,1 1 0,0-3 1,0 3-1,-1 1 54,-2 2 0,-4-1 0,5 1 0,-1 1 42,-1 2 1,8 1-72,-3 0 0,8 5 0,1 3 0,7 2-276,8 2 0,1 0 0,7 0 1,1-1 150,1 1 0,3 1 0,1 2 1,2 0 90,-2 0 0,-5-2 0,-3-1 0,1-1 97,-1 1 1,-4 0-1,1 0 33,-6 0 0,-7-1 0,-8 0-155,-6-3 1,-8-2 0,0-3-1,-7 1-324,-4-2 1,-3 4 0,-2-2 0,0 0-620,-4 1 0,1-4 0,-8 3 1159,-5-3 1,-10-6 0,-4-1 0</inkml:trace>
  <inkml:trace contextRef="#ctx0" brushRef="#br1">2370 9030 11161,'-17'0'-596,"8"-5"1,-2-3 487,5-3 1,3 0 0,8-1 0,7 0 681,6 0 1,5-1-1,0-3 1,3-3-152,6-4 0,-3 0 0,9-1 0,1 1-214,2-1 0,-1-1 0,6-1 0,3-1 12,-1 0 0,2 2 0,-3 3 0,-3 3-21,-6 3-291,-9 3 1,-17 6 0,-17 3 0,-15 4 96,-10 4 1,-9 3 0,-4 5 0,-6 1 105,-6 2 0,4 2 0,-7 4 0,3-1-236,2 1 1,7 1 0,0 2 0,4-1-58,4 1 1,10 1 0,7 0 0,7 1 84,7 0 1,15-8 0,9 6 0,8-2 44,7 1 1,8-4 0,6 0 0,5-1-372,3 0 0,-3-2 1,3 4 384,-2 1 1,5 6 0,-4 3-1</inkml:trace>
  <inkml:trace contextRef="#ctx0" brushRef="#br1">6992 8523 7866,'-8'-4'419,"1"0"0,4-1 0,-2 2 1,1-2 1589,0-2 1,-1 4-725,1-5 0,1 5-733,-5-1 1,6 4 0,-2 4-320,2 4 0,2 2 0,2 2 0,2 1-199,3 3 0,4-2 0,1 5 0,-1-2-540,1-3 0,1-1 0,2-1 0,2-1-536,1-4 1,-2-1 0,4-6 0,0 0 236,3 0 1,0-6-1,1-3 1,0-5 349,-1-6 0,-1-3 0,-1-4 0,-2 0 153,-2 1 1,-3 5 0,-6 2 1347,-4 2 0,-4 8-290,-4 9 1,-3 7 0,-4 8 0,-1 5-59,0 2 1,0 7-1,0 1 1,1 2-298,-1-1 0,4 1 0,0 3 0,-1 0-270,-1 1 0,2-1 1,1-1-1,1-1-542,-1-2 0,3-4 0,-2-1 0,0-5-1814,4-6 0,2-7 2225,4-4 0,2-13 0,6-4 0</inkml:trace>
  <inkml:trace contextRef="#ctx0" brushRef="#br1">7629 8452 7866,'-5'7'1040,"2"-1"1110,-5-2 0,2-1-1223,-2 5 1,4-6 0,8 1 0,4-4-455,2-3 1,3-4 0,2 3 0,2-2-348,1-2 0,-2 2 0,2 1 0,1-1-1660,-1 1 1,-2 3 0,2-1 0,0 3 372,1 1 1,-5 0 0,2 0 0,-3 0 1160,-1 0 0,-1 0 0,1 0 0</inkml:trace>
  <inkml:trace contextRef="#ctx0" brushRef="#br1">7723 8523 7866,'-11'10'727,"-1"-2"1,0 1 0,0-3 3243,0 0-3228,6-3 1,6 2 0,8-5-1,3 0-668,5 0 1,-1 0 0,3-1 0,2-2-519,2-1 0,-4-1 0,7 2 0,0-1-1875,0 2 1,-5-3 2317,7 1 0,-5-5 0,7 2 0</inkml:trace>
  <inkml:trace contextRef="#ctx0" brushRef="#br1">8454 8299 7866,'0'-12'462,"2"0"0,0 1 2837,2-1 1,0 4-1580,-4 0 0,-1 6 0,-3-2 0,-4 4-786,-2 4 0,-2 2 0,0 7 0,-1 3-532,-3 4 0,2 2 0,-6 1 0,-1 2-344,-1 3 1,2-2-1,2 4 1,1 0-393,3 0 0,2-3 0,4 0 0,4-2-289,3-1 0,7-6 0,6-4 0,8-3 166,6-3 1,0-6 0,5 2 0,2-4-471,1-4 0,-4 2 0,-2-6 1,-3 0-1875,-2 1 0,-3-2 2801,0 5 0,-11-5 0,1 3 0</inkml:trace>
  <inkml:trace contextRef="#ctx0" brushRef="#br1">5601 8700 7827,'0'-8'-1469,"0"0"1900,0 5-138,0-2 1,0 4 1288,0-3-1091,0 3 1,-2-5-239,-1 6 1,1 2-128,-2 2-201,3-3 1,2 4 18,3-5 295,-2 0 1,4 2 675,-2 1-22,-3-1 40,5 3 247,-6-5-47,0 0 0,-6 0-1110,-2 0 1,2 1 0,-1 3 0,1 3 123,-1-1 1,3 5 0,-4-3 0,-1 2-208,-1 2 0,2 0 0,1 0 0,1-1-1,-1 1 0,5 1 1,-2 2-1,2 0 40,2 0 0,0-1 0,2 1 0,2 0-38,4 0 0,3-4 0,4-3 0,0-2 73,0-1 0,2-4 0,0 3 0,0-3-5,0-1 1,3-4-1,-3-1 1,0-1-249,0-4 1,-1 0-1,-5 0 1,1 0-842,0 3 0,-4 0 1,-2-2 1079,0 1 0,-3 5 0,-3-2 0</inkml:trace>
  <inkml:trace contextRef="#ctx0" brushRef="#br1">3396 12354 7851,'4'-12'0,"0"1"715,-2-1 0,1 4 0,-1 0 0,2-1 268,-1-2 1,-2 0 0,-1-1 0,0 0 10,0 0 1,0 1 0,0-1 0,-1 0-245,-3 0 0,1 0 0,-4 1 0,-4 0-406,-3 3 0,-5 3 0,-4 5 0,-2 1-192,-3 3 0,-3 8 1,-7 9-1,-1 5-477,1 6 0,1-2 0,3 1 1,4 1-593,6-2 1,6 3 0,7-6 0,3-1 439,4-1 1,14-3 0,5-2-1,6-3-227,3 0 1,5-4-1,1 2 1,0-5 389,-2-2 1,-4 0 0,0 4 0,0-1 273,-1 1 0,-4-4 0,-5 0 0,-4 1 163,-2 1 1,-5 4 0,1 0 0,-3 2 127,-1-2 1,-5 4-1,-3 2 1,-4 2 85,-3 2 1,-4-2-1,-4-1 1,-2-1-539,-3 1 0,3-3 0,-2-1 0,2-2-363,1-5 0,1-2 0,0 0 0,4-4-206,3-3 0,8-2 0,4-3-737,3-4 0,2-4 1507,3-4 0,8-2 0,6-6 0</inkml:trace>
  <inkml:trace contextRef="#ctx0" brushRef="#br1">3620 12130 8154,'0'-6'2067,"0"15"1,-2 13-1375,-2 10 0,-2 2 0,-6 10 0,0 5-690,1 4 0,-3 6 1,0 1-1,-2 2-598,2 0 1,1-10 0,2 2 0,2-8-240,1-7 0,6-13 834,-2-6 0,2-1 0,2 0 0</inkml:trace>
  <inkml:trace contextRef="#ctx0" brushRef="#br1">3820 12484 8091,'0'-7'2158,"-5"2"1,-2 6-1,0 3-1532,-1 4 0,0 4 1,-4 4-1,-1 3-439,-3 4 0,3 5 1,-3 3-1,3 0-461,1 0-1,6-4 1,2-1-356,3-5 1,2-6-1,4-7 1,6-4 0,4-5 138,4-7 1,0-5-1,5-12 1,0-2 708,-1-5 1,-4-3 0,-4-2-1,-2 0-62,-1 3 1,-5 7 0,-3 1 0,-3 3-168,-1 4 0,-5 10 0,-3 1 1,-3 5-802,0 3 1,-1 11 0,0 3 0,2 4-1893,2 2 2704,-3 0 0,5 8 0,-6 3 0</inkml:trace>
  <inkml:trace contextRef="#ctx0" brushRef="#br1">4009 12555 8703,'0'11'0,"0"1"593,0 0 0,0 0 1,0 0-1,0 1-100,0 2 1,0 1-1,0 6 1,0 3 233,0 0 1,0 1 0,0 2 0,0 3-325,0 3 1,-4-2 0,0-2 0,0-1-139,-1-3 1,4-5 0,-5-3 872,1-1-802,4-6 0,-5-13 0,6-8 1,2-7-96,2-5 1,0-2-1,6-10 1,3-4-432,0-3 0,0 1 0,1-5 1,0-1-95,2 2 0,-1 5 1,-3 1-1,0 4 167,0 2 0,0 11 0,-1 2 1,1 5 21,0 7 1,-4 1 0,-2 8 0,0 2 77,-4 3 0,3 4 0,-1 1 0,-1 1 289,-2 2 1,-1 0 0,0 3 0,0-1 167,0-2 0,-4 2 1,-1-2-1,-1 0-146,-4-2 1,0-1-1,-1-1 1,1 1 6,-2 0 1,6 0 0,-9-2 0,2 0-360,4-3 0,-3 1 1,4 3-702,-2-3 399,-2 2 0,7-9 363,5 3 0,1-2 0,7-2 1,2 0 45,5 0 0,-1-6 0,6 0 0,1-3 173,1-3 0,3 3 0,1-8-1,2 0 1,-1 2 0,-3-4 0,-1-1 16,1 2 1,-4-9 0,-2 4 0,-1-1 0,-3 2 108,0 2 0,-7 5 0,0-4-29,-2 2 0,-2 7 0,-7 6-253,-4 3 0,-4 10 1,-2 4-1,-2 4-208,2 4 0,-1 1 0,2 2 0,0 0-161,3 4 0,0-3 0,0 2 0,2-2-637,4-1 1,3-1-1,1 1 1,0 0-71,0-1 1,5-7 0,3-3-1,2-1-1169,2-3 0,0-4 1,0 2 2179,0-2 0,-1-1 0,1-4 0</inkml:trace>
  <inkml:trace contextRef="#ctx0" brushRef="#br1">5200 12684 7851,'0'-12'138,"0"1"1,0-1 578,0 0 0,-4 4 0,-1 2 1,-1-1 457,1 1 1,-4 3 0,2-2 1421,1 0-1941,-5 3 0,11-3-648,0 5 0,7 0 0,9 0 0,3-1-890,4-3 0,2 2 0,1-2 0,3 3-545,1 1 0,-3 0 1,3 0-1,0 0-1447,1 0 2874,-10 0 0,6 5 0,-9 2 0</inkml:trace>
  <inkml:trace contextRef="#ctx0" brushRef="#br1">5282 12767 7851,'-11'0'2566,"3"0"1906,0 0-4202,0 0 0,7 0 1,6 0-740,8 0 0,5 0 0,7 0 1,3 0-1,3 0-969,3 0 0,8 0 0,4 0 1438,4 0 0,11 0 0,0 0 0</inkml:trace>
  <inkml:trace contextRef="#ctx0" brushRef="#br1">6485 12342 7851,'-23'2'1015,"-1"2"0,-1-2 0,-1 6 1,-4 3 231,-4 3 1,4 2 0,-8 6 0,0 4-556,1 3 0,4 8 0,4 5 0,4 2-905,7 3 1,9-7 0,8 3 0,7-7-318,10-4 1,11-12-1,10-10 1,9-6 103,8-9 0,-1-8 0,1-15 0,0-3 17,0-3 1,-13-3 0,0-2 0,-4-5 143,-4-1 1,-15 5-1,-4 4 1,-7 0-356,-8 4 0,-11 0 1,-12 2-1,-6 5 100,-4 4 1,-4 12 519,-5 1 0,-1 11 0,-8 3 0</inkml:trace>
  <inkml:trace contextRef="#ctx0" brushRef="#br2">15942 6955 7851,'-5'-6'0,"-3"2"477,-2 2 1,2 2 0,0 2 402,-1 2 0,2 2 1,1 6-1,-1 1-412,1 3 0,2 7 0,-3 9 1,1 3-47,-1 4 0,3 3 0,-4 7 1,0 3-247,2 7 1,-5 3-1,8-29 1,0 2-1,-1 0 1,0 1-99,0 0 0,0 0 0,1-1 0,0 0 0,-2 3 0,0 0 0,2 0 0,0 0-30,0 1 0,1 0 0,-2-4 1,0 0-1,1 5 0,1 0 0,-1-1 1,0 1 16,1 1 0,-1 0 0,-1-2 0,0 0 0,1 2 0,1 0 0,-1 2 0,-1-1 15,0 1 1,-1-1-1,0 0 1,0 0-1,-1 2 1,0 0-1,0 0 1,0 1 37,0 2 0,0-1 1,1-5-1,0-1 0,0 6 1,1 0-1,0-2 0,0 0 57,-1 0 0,1-1 0,0-4 0,1 0 0,-1 4 0,0 0 1,0 0-1,0-1-76,1-1 0,0-1 1,-2 0-1,-1-1 0,3 0 1,0 1-1,-1-1 0,0 0 5,0-1 0,0 0 0,2-2 1,0-1-1,-1 2 0,0 1 1,-1-2-1,1 1-16,0 0 0,0 1 0,1-2 0,0 1 1,-2 1-1,1 1 0,0 0 0,1 0-60,1-1 1,-1 1-1,0-2 1,-1 0 0,1 1-1,0-1 1,0 0 0,0-1 58,-1 1 1,1 0 0,-1 26 0,0-26-1,0 0 1,-1-1 0,1-1 55,0 0 0,0-1 0,0 29 0,-2 0 1,1 1-37,0 1 0,-4 0 0,3-5 1,0 2 47,-1-1 0,-2-7 1,3 2-1,0-4-204,0-7 1,1-9 0,4-2 0,0-4-314,0-4 0,0-6 1,0-4-910,0-3 0,1-7 0,2-5-203,1-7 0,3-11 1474,-3-18 0,6-9 0,-4-15 0</inkml:trace>
  <inkml:trace contextRef="#ctx0" brushRef="#br2">12310 10892 8249,'12'2'-57,"0"2"0,0-3 0,1 4 0,3-1 187,3 0 1,9 5-1,5-2 1,5 1 42,5 0 1,4-1-1,3 5 1,2 0-14,2 0 0,2 0 1,5-2-1,3-1-103,-30-5 1,1 0 0,-2 0 0,1 0 0,7 2-1,1 0 1,-1 0 0,1-1-137,3 2 1,-1-2 0,1 0 0,1-2 0,6 1 0,1-1 0,3 0 0,2 0 136,1 1 1,2-1 0,3-2-1,1 0 1,-21 1 0,0 0-1,1 0 1,2-1 0,-1 0-1,1 1-84,2-1 1,1 0 0,-2 1 0,-2-1-1,-1 1 1,2 0 0,4-1 0,1 0-1,1-1 1,-1 2 0,1-1 0,0 0 89,2 0 1,0 0 0,0 0 0,-2 0 0,-1 0 0,1 0 0,3-1 0,1 1 0,1 0 0,2 0 0,0 1 0,0-1-113,1 0 0,0 0 0,0 0 1,1 1-1,-1 0 0,1 0 0,1 0 1,1 1-1,0-1 0,0 0 0,1 1 1,-1 0 33,0-1 1,0 1 0,-1 0-1,-5-1 1,-1 0 0,1 0-1,5 1 1,1 0 0,-1 0-1,-2 0 1,0-1 0,-1 1-87,0 0 0,0 0 0,-2 0 0,-5 1 0,-1-1 0,1 1 0,-1-1 0,1 1 0,-1-1 0,-2 0 0,1 0 0,-2 0-48,-2 0 0,-1 0 1,-1-1-1,16 0 1,-3 0-1,-4 1 1,-2 1-1,-4-1 0,-1 0-429,-6 1 1,-2-1 0,20-1 0,-2 2 576,-10-2 0,-7-2 0,-9 0 0,-2 0 0</inkml:trace>
  <inkml:trace contextRef="#ctx0" brushRef="#br3">17204 7049 8504,'-8'4'336,"0"0"0,4 4 0,-2-3 0,-1 2 124,1 2 1,3-2-1,-2 1-218,0 1 0,3 1 1,-2 2-1,3 0-117,1 0 0,0-1 0,0 2 0,0 2 22,0 1 1,0-1 0,0-2 0,0 2-150,0 0 1,-1 6 0,-2-1 0,-1 2-132,2 2 0,0 1 0,1 2 0,-2 5 24,0 2 0,-1 2 0,4 1 1,0 1 63,0 0 0,-4-4 1,0 5-1,1-2 256,2-1 1,-3-5 0,-1 0 0,-1 1-71,1-2 0,-3 4 1,4-5-1,0 0-151,-1-2 1,4-1-1,-4 6 1,1-3 35,0-1 1,0-1-1,4 3 1,0-1-181,0-3 1,-1 4 0,-2 0 0,-1 1 129,1 1 1,-3-1 0,-1 5 0,-1-1 160,1 0 1,3 1 0,-3-1 0,2 1-52,2-1 1,-2 0 0,1-1-1,0 0-29,-1 2 0,4-2 0,-3 8 0,1 0 166,-1 0 1,3-7-1,-4 3 1,1 1 18,0 2 0,-4-2 0,4 2 0,0-2-128,-1-1 0,3-7 0,-2 7 0,3 2-41,1 0 1,-4-4-1,0 2 1,2 1 149,0 2 1,1-2 0,-2 3 0,-1 0 77,2 0 0,-3-3 0,1 4 0,0 2 45,-1 0 0,3-1 0,-3-2 0,1 1-156,0 3 0,0-1 0,4 8 1,-1-2-145,-3-1 1,3-11-1,-3 6 1,2-2 94,2-4 1,-4-1-1,1-3 1,0 2-121,2 2 0,-1-1 0,0 3 1,-2-2 41,1-1 0,2-8 0,1 6 0,0-2-826,0 0 0,-2-7 1,0 0-1,-2 0 743,1 2 1,2 2-1,1 2 1,-1-1-13,-3-1 0,2-6 0,-3 10 0,1-1 8,0 0 0,0-2 0,4-2 0,0 0 10,0 0 1,-4-2 0,1 2 0,0 0 3,2 0 1,1-2-1,0 2-38,0-2 1,-4 4-1,0-5 1,1 0-1,2-1 25,1 1 1,-4-1 0,0 3 0,1-1 17,2-2 1,0-6-1,-2 6 1,-1 0 0,2-1 1,-1 0 0,0-2 0,-1 1 17,2 0 0,0-1 0,2-1 0,-1-1 25,-3-1 0,3-4 0,-3 2 0,3 0-19,1 1 1,0-4 0,0 5-15,0 1 1,0-3-1,0 1 1,0-2 10,0-3 1,1 1 0,2-1 0,1 3-18,-2 1 0,-1-2 0,-1 2 1,0 1 65,0-1 1,0-2-1,0 2 1,0 0 38,0 1 1,-1 0 0,-1 4 0,-2-2-27,1-2 0,2 1 0,1 2 1,0-1 31,0-1 0,0-4 0,0 3-82,0 2 1,0-4 0,0-1 0,0-3-47,0-1 0,0-4-64,0 0 1,-2-6 32,-2 2 1,2-3 0,-6-2-149,-1-3 1,2-2 0,-1-6 0,-1 0 125,-1 0 0,-2-3 0,1-1 0,2 0 161,1-1 0,1 4 0,-4-4 0,2 1-92,1 0 0,1 1 1,-2 3-1,3 0-17,1 0 0,-3 5 0,4-1 115,1-1 0,0 3 5,0 2 0,1 4 1,-2 4-73,3 4 1,5 0 0,1 4 25,2 5 0,-3-1 1,2-1-1,1-2-298,-1-1 0,2 0 1,4 0-1,0-1 185,0 1 0,-1-1 0,2-2 0,2-3 303,1 0 0,5-2 0,-2-4 0,2 0-116,-1 0 0,2-6 1,-4-3-1,2-4-662,0-3 1,-5-5 0,4 2-1,-2-2-1155,-3 1 0,-1-2 0,-2 2 0,-2-2 1687,-1-2 0,-6 1 0,4-1 0</inkml:trace>
  <inkml:trace contextRef="#ctx0" brushRef="#br3">17169 6849 7859,'-7'0'1244,"-3"0"0,8 1 0,-3 3-802,0 4 0,4-1 0,-3 1 0,2 1-158,2 1 1,0 3 0,0 2 0,0 2-130,0 1 1,4 2 0,0 2 0,0-1 24,1-1 1,-2-2-1,5 2 1,0-3-467,-2 0 0,5-4 0,-3 2 161,2-1 1,-2-8 0,-1-1 22,-2 1 1,3-6 0,-4 0 274,-2-7 1,0 0-1,-2 0 1,0-4 19,0-3 1,-2 1 0,-2-4-1,-2 1 247,-1 0 0,-3-1 0,2 4 0,-3-1-164,0-1 0,-3 9 0,0-6 0,-2 3-63,2 2 1,-1 1 0,1 3-1,-3-1-14,-1 1 0,2 9 1,-4 5-1,-1 8-180,-1 3 1,-1 2 0,0-1 0,2 1-70,2-1 1,3 2 0,-1 1 0,2 2 142,5-2 1,5-6 0,-2-4-740,2-3 0,1-2 0,5 0 0,3-3 0,4-4-62,3-3 0,3-1 708,6 0 0,-1-10 0,10-4 0</inkml:trace>
  <inkml:trace contextRef="#ctx0" brushRef="#br3">16827 11081 7836,'0'-8'139,"0"0"1,1 6 0,2-4 462,1 1 0,0 3 308,-4-6-501,0 5-174,0-2 0,0 6 1,0 3-157,0 4 1,0 4 0,0 2-1,0 3-28,0 2 1,0-1-1,-2 3 1,0-3 33,-2-1 1,0-1 0,4-4 0,0 0 673,0-1 1,-2-4-390,-1-3 1,0-4 0,-4-4-397,2-4 1,1-6-1,3-3 1,-2-2 0,-1-3-40,2-4 1,0 1 0,2-3 0,0 3-79,0 2 1,2 1 0,0 2-1,2 4 42,-1 3 0,-2 4 58,-1 5 0,0 15 0,0 13 58,0 5 1,-1-1-1,-2 3 1,-2 2 62,-2 1 0,5 0 1,-3-3-1,1-2-242,0 0 0,-1-8 0,2 1 0,-1-3-2720,1-5 1697,2-6 1,1-9-1,0-11 1187,0-6 0,0-10 0,0-2 0</inkml:trace>
  <inkml:trace contextRef="#ctx0" brushRef="#br3">16980 11553 7581,'-6'1'816,"0"2"222,1 0 1,2 1 506,-4-4-1115,4 0-258,-2 0 1,5-1-186,0-3 1,1 3 0,2-4 218,1-1 0,3 4 131,-3-6 1,2 1 0,-4-2 4,2 1 1,0 4 35,-4-3 0,4 3 5,0-4-85,0 5 106,-4-7 0,0 7 207,0-5-330,0 6 0,-1-4-80,-3 6 1,-3 2-364,-5 2 1,4-2-1,2 6-19,1 1 0,1-2 1,2 1-1,0 1 60,-2 1 0,0 2 0,4 0 0,0 0 113,0-1 0,0 1 0,0 0 0,0 0 188,0 0 0,0-1-98,0 1 0,1-1 0,2-2 240,1-1 1,5-6-1,-1 2-314,2-3 1,2-1 0,-1-1-1,-2-1 48,-1-2 1,-4-6 0,3 3 0,1-4-47,-1-1 0,2 1 1,-5-1-1,0 0-2,1 0 0,-4 0 1,3 1-1,-2-1 37,-2 0 1,0 4-82,0 0 0,0 7-15,0 1 1,0 5 0,1 7-76,3 0 1,-3 1 0,3 1-459,-3 2 1,1 4 0,0-5-1,2 0 1,0-2-974,1-1 1,-2-1-1,5 0 1557,1-3 0,7-3 0,2-5 0</inkml:trace>
  <inkml:trace contextRef="#ctx0" brushRef="#br3">17652 6884 7836,'-18'7'-137,"2"-3"0,3 1 0,1 0 1370,0 2 1,1-4 3196,-1 0-3261,5-1 1,2-4-1,5-1-816,0-5 1,4 1 0,1-2 0,1-3-29,-1-2 0,3-3 0,-3 2 0,1-2-126,4-1 1,-4 2 0,2-3 0,2-1-296,5 2 0,-2-3 1,3 5-1,-3 2-99,-1 0 1,-1 7-1,1 0 1,0 2-60,0 2 0,-4 4 1,0 7-1,1 8-162,1 5 1,-2 8-1,0 2 1,1 5 183,2 3 0,0-5 0,1 3 0,0-2-122,0-2 1,1-6-1,1-1 1,3-5 12,2-5 1,-4-8 0,4-4 0,-2-3-707,-3-1 0,-1-5 0,-1-3 0,-2-2-629,-2-2 0,2 0 1676,-7 0 0,1-5 0,-4-1 0</inkml:trace>
  <inkml:trace contextRef="#ctx0" brushRef="#br3">17782 7167 7836,'-17'6'0,"3"-5"0,-5 4 0,2-1 1601,3 0 1,5-1 0,2-7-627,2-4 0,1-4 0,5-5 0,4-5 0,7-7-529,7-5 0,5-2 0,7-9 0,5-6-414,-16 22 0,1 1 0,18-20 0,3-3 0,-1 5-345,-3 5 0,-2 7 1,-3 1-1,-4 11-2072,-5 9 0,-11 9 1,1 2-525,0 4 2909,-4 5 0,-5 4 0,-5 1 0</inkml:trace>
  <inkml:trace contextRef="#ctx0" brushRef="#br3">18383 6719 7836,'-19'8'0,"-2"-1"2167,0-2 1,5-1-423,0-4 0,10 0 0,7 0-1254,10 0 0,2-4 1,6 0-1,4 0-1238,3-1 0,-4 4 0,3-5 1,0 2 19,0 1 1,-3-1 0,4 4 0,-4 0-1778,-2 0 1,-4 0 2503,4 0 0,-6 0 0,3 0 0</inkml:trace>
  <inkml:trace contextRef="#ctx0" brushRef="#br3">18454 6884 8623,'-12'4'1286,"1"0"0,3 2 0,0-4-120,-1 2 0,3 1-683,2-1 0,8-2 1,6 1-1,3-1-533,2-2 1,5-4-1,-3-1 1,1-1-1309,3 1 0,2-3 1,0 3 313,1-2 1,-5 5 0,1-3 0,0 1 1043,-2 0 0,10-5 0,-3 2 0</inkml:trace>
  <inkml:trace contextRef="#ctx0" brushRef="#br3">19209 6649 7836,'0'-12'2280,"0"0"-1014,0 0 1,0 0 526,0 1 0,0 3 0,-2 1-662,-1 2 0,-4 1 0,-5 4-709,0 0 1,-1 1-1,-1 2 1,-2 2-373,2 2 0,-1 1 0,1 5 0,-2 3-134,2 3 1,-3-1-1,1 2 1,0 1-659,-1 1 1,4 2-1,-1 0 1,3-1 239,3 1 0,6-1 0,-2 0 1,3-4 369,1-3 0,5-4 0,3-3 0,3-3 43,5 0 1,3-4 0,4-7 0,2-5 581,3-5 1,-4-6-1,4 3 1,-3-3-72,-2-3 1,-4 7-1,-2-6 1,-1 2-368,-1 2 0,-3 1 0,-4 4 1,0-2-158,-2 2 1,3 0 0,-5 3-176,-1-1 289,-2 5 0,-1 3 0,-1 8 0,-2 4 133,-1 3 0,-1 6 0,3 1 0,-2 3 104,1 3 1,-2-4 0,1 8 0,0-2-28,-1 2 1,3-7-1,-2 1 1,3-2-4885,1-2 1,0-2 4661,0 3 0,5-10 0,2 2 0</inkml:trace>
  <inkml:trace contextRef="#ctx0" brushRef="#br3">18749 8535 8424,'0'-8'1543,"0"0"0,-1 5-283,-3 0 191,2-4-615,-3 0-102,5-4-293,0-1 0,-1 1-223,-3 3 1,3 2 0,-5 3-118,1-1 0,-1 0 0,-6 4-13,0 0 0,0 0 0,-1 0 1,-1 0-292,-2 0 1,0 4 0,4 2 0,1-1-187,-1 0 1,4 4-1,0-1 72,-1 3 1,4 0 0,1 1 42,2 0 1,2-4 0,2-2-1,2 1 211,4-1 0,2 2 0,3 3 547,3-3 0,-3 2 0,3-3 0,-2 1-193,2-1 0,-2-3 0,5 4 0,-2 1 67,-3 2 1,3-2 0,-1 2 0,-1 2 15,3 0 0,-5 0 1,1-1-1,-5 1-385,-5 2 0,-3 2 0,-1 4 0,0-1-123,0 1 1,-5-3 0,-4 1-1,-4-1-231,-3 0 1,-5-3-1,2 0 1,-4-1 5,0-3 1,-1-3-1,2-1 1,1-2-707,1-2 1,6-2 0,-2-1-1225,3 0 0,8-1 1574,5-3 1,9 1-1,7-5 715,-2-1 0,10-1 0,1-2 0</inkml:trace>
  <inkml:trace contextRef="#ctx0" brushRef="#br3">18985 8393 8854,'-8'4'921,"0"0"0,5 1 0,-2-1 0,1 6-420,0 4 0,0 0 0,4 7 1,0 4-264,0 5 1,0 4 0,0 3 0,0 1-111,0 1 1,4 6-1,0-5 1,-1 0-1173,-2-5 1,-1-7 0,1-2-1405,3-5 1,-1-2 2447,5-7 0,0 3 0,4-9 0</inkml:trace>
  <inkml:trace contextRef="#ctx0" brushRef="#br3">19232 8641 7836,'0'-12'1033,"0"0"0,0 1 137,0-1 0,-1 5 551,-3 3 1,-2 3 0,-6 2-1259,0 3 1,0 4 0,0 6-1,1 3-724,-1 2 1,1 0 0,3 4-1,3-2-142,0-2 1,4 0 0,-3 2 0,2-3-207,2-1 1,6-1 0,2-6 150,2-2 1,3-4 0,2-8 0,0-5 473,0-6 0,-4 1 0,-1-6 0,-2-1 30,1-1 1,-4-1 0,-1 0 0,-3 4 57,-1 3 0,0 3 0,-1 1 0,-3 2-1279,-4 2 1,2 3 0,-2 5 0,-2 1-1482,0 3 2656,3 8 0,-3 1 0,3 4 0</inkml:trace>
  <inkml:trace contextRef="#ctx0" brushRef="#br3">19362 8653 7836,'0'8'0,"0"-1"664,0 3 0,0 0 0,0 2 0,0 0 99,0-1 1,0 2-1,0 3 1,0 4-382,0 2 1,0 7 0,0 1-1,-1 1-180,-3 1 0,3-1 0,-3 2 0,1-4 16,-1-5 0,3-5 0,-3 1 0,2-4 450,2-3 1,0-8-136,0-5 1,0-11 0,0-8 0,0-4-281,0 0 1,4-3 0,2-3 0,0-5-200,3-3 0,-2 6 0,-1-7 1,1-2 36,0 0 1,0 2 0,5 0-1,-1 4-521,-3 2 0,2 10 1,-3 0-1,0 3-50,1 5 0,0 6 479,4 4 1,-4 4 0,-2 4 0,1 5 59,0 6 1,-1-2 0,3 3 0,-1-3 25,1-1 0,-2-1 1,-1 1-1,1 0 502,-1 0 1,-3-4 0,1-1-41,-3 3 0,-1 0 0,-1 1 0,-3-2-253,-4-1 0,0-5 0,-2 4 0,-3 0-110,0-1 0,-4 2 1,1 2-1,0 0-386,-1-3 1,3-3 0,-5 3 0,2 0-99,3-1 1,5-3 0,1 2-512,-1 0 689,4 2 0,5 3 0,9-2 0,4-4 144,3-3 0,4-1 1,0-1-1,2-3 341,2-4 1,0-4 0,-1-2-1,1-3-166,-1-1 0,-2-2 1,0-4-1,2 0-45,-3-4 1,-8 3-1,0-1 1,-1 4 67,-1 2 1,-3 2 0,-3-2-192,-3 4 0,-2 8 0,-3 5-52,-4 1 0,-3 2 0,-1 2 0,1 3 28,-1 7 0,0 1 1,0 6-1,1 2-457,-1 2 1,0 0-1,1 1 1,4-1-94,3 1 1,-2-5 0,2 1 0,3 0-547,4-2 1,5 3 0,6-7-1,3-2 278,1-3 0,3-6 0,6 0 0,1-6-265,3-5 1,0-4-1,3-3 1078,-2-5 0,2-2 0,-4-2 0</inkml:trace>
  <inkml:trace contextRef="#ctx0" brushRef="#br3">20459 8228 7836,'0'-8'37,"0"1"1,0-1 801,0-4 1,0 4 300,0 0 123,0 6-803,0-4 1,0 8-1,0 2 1,0 3-93,0 4 1,0 2 0,0 3 0,0 5-115,0 5 1,-2 4 0,0 5 0,-3 2-258,-2 2 1,0-1 0,-2 4 0,3 0-188,0 0 1,-1-4 0,3 0 0,1-5-127,2-6 0,1-2 0,1-4 0,3-5 157,4-8 1,6-7 0,3-5 0,2-6 56,2-9 1,-2-2-1,2-10 1,3-3 149,1-4 1,-3-4-1,6-4 1,-4 0-76,0-1 0,-6 5 0,-2-6 0,-3 1-287,-1 2 0,-5 11 0,-5 5 1,-4 10 12,-6 7 0,-4 8 0,-3 2 1,-2 9-829,-1 9 1,-2 6 0,-2 4 1128,2 2 0,-7 10 0,2-2 0</inkml:trace>
  <inkml:trace contextRef="#ctx0" brushRef="#br3">20860 8511 9143,'-2'7'873,"0"-2"-619,-2 0 0,-1-3 1,2 3-1,-1 0 27,1 3 1,1-2 0,-1 2 0,-2 1 81,-2 2 1,5 1 0,-4 0 226,1-1 1,4 1-23,-3 0 0,4-7-311,4-5 0,-1-6 1,4-9-1,3-1-283,0 2 0,2-3 1,0 0-1,-1 0-150,1 0 1,0-3-1,0 5 1,0 0-71,-1 2 1,-3 5 0,0 2 68,1 0 1,0 4-1,-1 7 89,-4 7 1,-2 1 0,-2 5 9,0-1 1,0 4-1,0-2 1,0 0 0,0 0-1144,0-2 1,0-2-1,0-3-646,0 0 0,1-2 1867,3-2 0,2-8 0,6-6 0</inkml:trace>
  <inkml:trace contextRef="#ctx0" brushRef="#br3">21379 8075 7836,'-8'11'0,"1"-2"0,1-1 0,-1 1 0,3 1 0,-2 2 888,0 0 1,-2 3-1,4 3 1,2 0-1,1 4-459,1 4 1,0 2 0,0 6 0,0 1-285,0-2 1,0 2 0,1-5 0,1 2-111,2-1 1,0-8-1,-4-1 1,0-4 421,0-3-47,0-8 0,0-3 0,0-8 0,0-5 62,0-5 1,-1-1 0,-2-3 0,-2 0-272,-1-1 0,2 4 0,-4-4 1,-1 1-304,-2 0 0,-2 7 0,-1 1 0,-2 2 142,2 1 1,-4 5 0,1-1 0,0 6 252,0 5 0,0 3 1,3 4-1,0 2-192,3 1 1,3-2 0,6 2-1,-2 1-1,1-1 0,7-2 0,4 2 0,2-1-269,2-3 0,1-4 1,3-3-1,2 1 30,1-1 0,2 2 0,-4-5 0,0-1-20,0-2 0,2-1 1,-2 0-1,2 0 79,2 0 0,-4-5 0,0-3 1,-2-3 133,1 0 0,0-1 0,-4-1 1,-1-3 219,1-4 0,0 2 1,0-2-1,0-1 13,-1-1 1,-4 2 0,-3 2 0,-3 1 59,-1 3 0,0 1 1,-1 2-1,-3 3-101,-4 4 1,2 3-1,-2 1 1,-1 0-122,-2 0 1,-1 5 0,2 3 0,1 4-271,1 4 0,1-2 0,-1 4 0,4 1-559,3-1 0,1-4 1,0 3-1,0-1 45,0 0 1,5 0 0,2-5 0,1 1-874,0 0 0,1 0 1,5-2-1,3-2 275,2-4 0,-4-3 0,5-1 0,2-1 593,4-3 1,-3-2 663,4-6 0,-10 0 0,6 0 0</inkml:trace>
  <inkml:trace contextRef="#ctx0" brushRef="#br3">21720 8570 7836,'-3'8'959,"-3"0"-480,0 1 1,2-4-1,-4 1 530,-1-1 0,4-5 1,1 0-551,2-7 0,4-5 0,2-3 0,3-6-175,4-5 0,-3-1 1,0-4-1,1-2-332,1-1 1,1-3 0,-2-2 0,-1-5-284,1-6 1,-4-1 0,-1-6 0,-1 0-163,1 0 0,-3 12 1,3 4-1,-3 10 139,-1 7 0,0 12 0,-1 2 326,-3 3 1,3 5 0,-3 6-1,2 3 55,2 4 1,6 2 0,2 1 0,2 3 52,2 2 1,1 0 0,3 5 0,3 0-35,4-1 0,-4 1 1,0-2-1,-2-1-662,-3-1 1,0-5 0,0 4-1,-3-2-432,-4-3 0,-5-5 0,-3-1 1048,-3 1 0,-2-4 0,-11 1 0,-2-6 0</inkml:trace>
  <inkml:trace contextRef="#ctx0" brushRef="#br3">21638 8287 6784,'0'12'-465,"1"0"1,4-2 1693,7-2 0,1 1 0,6-5 0,-1 0-746,0 1 0,-2-3 1,4 3-1,1-1-1049,1 0 1,-2 1 0,-2-2 0,0 1-2478,1-2 3043,-5 0 0,3 3 0,-5 1 0</inkml:trace>
  <inkml:trace contextRef="#ctx0" brushRef="#br3">21980 8358 7836,'-11'12'448,"4"0"0,0-5 1,4 1-1,-1 1-153,2 2 1,-3 5 0,1-1 0,0 0-193,-2-2 1,5-1 0,-3-1-1246,3 1 1302,1-5-160,5-12 0,2-9 0,5-9 0</inkml:trace>
  <inkml:trace contextRef="#ctx0" brushRef="#br3">22157 7993 8316,'-12'0'1705,"4"0"-46,0 0 1,2 1-1266,-2 3 0,3-2 1,5 6-1,0 1-775,0 2 1,0 2 0,0 3-1,0 2-1510,0 0 0,4 5 0,-1-5 1891,0 0 0,4 10 0,-1-3 0</inkml:trace>
  <inkml:trace contextRef="#ctx0" brushRef="#br3">22157 8393 7836,'-8'9'420,"0"3"392,-1 5 1,2-5-1,1 0 1,1-2 741,2 1 1,0 1 72,-1-1-1118,3 1 1,-3-7 0,7-5-576,1-6 1,5-5 0,-3 0 0,4-1-187,1 0 0,-4 0 0,6 0 0,0 1-42,0-1 0,-2 0 1,4 0-151,-1 1 0,-3 4 0,1 2 10,0 0 0,0 3 0,-2 0 389,-2 4 0,-1 1 0,-5 5 253,2 1 1,1 1-104,-1 2 0,3-5 276,5-3 0,-1-4 1,1-6-272,0-5 1,0-1 0,0-5 0,-1 1 39,1 0 0,-4-1 1,-1 3-1,-2-2 519,-3 2-29,0 1 0,-4 6 0,0 4 0,-3 6-304,-2 5 0,-1 4 1,-4 2-1,2 3-385,2 2 0,-1-4 1,4 4-1,-1-2-1113,1-3 0,1-1 0,4-1 282,0 0 1,5-6 0,5-2 0,3-3 125,2-1 1,6-5-1,-1-4 1,5-4-183,6-3 1,-2-5 0,11 2 935,2-4 0,2-5 0,3-3 0</inkml:trace>
  <inkml:trace contextRef="#ctx0" brushRef="#br3">22947 8051 7836,'-8'-3'288,"0"-1"1,0-4-1,-2 2 3061,2 0 0,-1-2 1052,5-4-3486,0 6 0,8 2 0,0 8-670,-2 4 1,0 7 0,-2 6-1,0 5-187,0 6 0,-4-2 0,-1 1 1,-2 4-51,-2 3 1,-2-4 0,0 2 0,-1-2-212,0-5 1,4-3 0,2-3 16,0-4 0,-2-8 367,4-11 0,2-7 0,4-7 0,2-3 159,-1-2 0,0 4 0,-1-5 0,2-1-154,-1-1 1,-3 2 0,-3 2 0,-2 1-198,-2 2 1,0 8 0,-7 3 0,-1 2 160,-5 2 1,-2 3 0,0 5-1,1 7 68,1 6 1,0 4-1,-2 2 1,2 1-95,5 2 1,5 1-1,4 0 1,1-3-367,2-4 1,7-5 0,5-5-1,6-5-494,4-5 1,3-4 0,1-4 0,-2-4-768,-2-2 1,0-3-1,0-2 1503,-3 0 0,2-6 0,1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12523 8158 31642,'11'0'-2124,"1"0"0,-4 0 1,0 0 2156,1 0 1,-2 0 4,1 0 1,-1 0-164,5 0 1,0-4 0,0 0-23,0 1 0,-1 0 0,1 1 0,0-2 93,0 1 1,1 2 0,1 1 0,3-1 22,2-3 0,0 2 1,5-2-1,1 3 28,2 1 1,0 0-1,4 0 1,2 0 69,1 0 1,2 0-1,1 0 1,0 0-18,-3 0 0,-3 0 0,1 0 0,-3 0 9,-1 0 1,-5 0 0,3 0 0,-1 0 34,-4 0 1,4 0 0,-3 0 0,5 0 25,4 0 0,-4 0 0,5 0 0,0 0-66,2 0 1,3 0 0,2 0 0,3 0-1,0 0 0,4 0 0,-4 0 0,1 0-143,1 0 0,-6 0 1,0 0-1,-4 0 96,-3 0 1,-10 5-1,1 2 1</inkml:trace>
  <inkml:trace contextRef="#ctx0" brushRef="#br0">8360 10586 32767,'-6'0'0,"-1"1"0,3 3 0,3-2 0,-4 3 0,6-10 0,3-3 0,-2 1 0,6-1 0,1-1 0,-2 4 0,0 0 0,-1 1 0,1 0 0,-3 0 0,3 4-8485,-4 0 8055,2 0 0,-5 5 1,-1 2-1,-2 0 191,-1 1 1,-1-5 0,3 2 0,-4-1-360,0 0 0,2 0 376,-4-4 0,4 0-201,-4 0 1,6-5-1,-2-3-579,2-3 1,4 4 641,2-1 0,-2 1 1,5-2-1,-1 2 0,1 2 360,2 3 1,-2 0 0,0 2 82,3 0 1,-1 2 0,0 1 296,-1 5 0,-4 3 1,2 1-75,0-1 1,-3-3-425,-3 0 0,-5-4 0,-3 3 171,-2-2 1,-2-1 0,2-6 0,0 0-3560,3-2 3506,-1-5 0,-4-3 0,0-6 0</inkml:trace>
  <inkml:trace contextRef="#ctx0" brushRef="#br0">15306 8841 7920,'-12'7'1503,"0"-3"1,5-4-1159,4-4 1,1 1-1,2-5 1,0-1-195,0-1 1,4-2 0,0 0 135,-1 0 0,2 1 0,0 0 773,2 3 72,-5-2-621,9 8 1,-10-2-273,3 8 1,-7-1 0,-2 5-772,-1 1 1,-1-2-1,-2-1-4304,1-1 4836,5-1 0,-2-4 0</inkml:trace>
  <inkml:trace contextRef="#ctx0" brushRef="#br0">8360 10610 7852,'-12'0'656,"1"0"0,-1 1 480,0 3 0,4-3 0,2 4 349,0 1-940,2-5 0,4 3-282,0-8 0,0 1 0,2-3-389,2 0 0,-2-3 1,6 3-1,1-2-345,2 0 1,1 5 0,-1-1 230,1 3 1,0 1-1,0 0 1,-1 0 174,1 0 0,0 0 0,0 1 220,0 3 1,-6-1 0,-2 5 336,-3 1 0,-2 0 1,-3 0-1,-4-1-261,-2 1 1,-2-2 0,-1 1 0,-1 0-220,-2-2 0,0 1 0,4-5 1,1 2 118,-1-1 0,0-2 0,1-2-155,4-3 1,1-3-1,6-4 1,0-2 66,0-3 0,6 1 0,1-3 1,4 0 44,1-1 0,0 9 0,-1-2 0,1 2 111,0-1 0,0 5 0,-1 3-203,1 6 0,-1 3 0,-2 5 1,-3-1-986,0 2 1,-2-3 0,-4 7-809,0-3 1,0-5 1796,0 0 0,0-6 0,0 4 0</inkml:trace>
  <inkml:trace contextRef="#ctx0" brushRef="#br0">7322 10881 7832,'-11'0'808,"-1"0"0,4-4 824,0 0-525,5 0 0,-2 3-606,5-3 1,2 2 0,1-2-43,5 3 0,-1 1 0,-1-1 0,1-2-250,0-1 0,0 0 1,5 4-1,0-1-112,0-3 1,1 3-1,1-4 1,3-1-102,2-2 0,-2 2 0,4-2 0,2-2-110,2-5 0,-3 2 0,6-4 0,-2 1-183,2 1 1,-7-5-1,1 4 1,-4 2 246,-3 1 1,-2 1 0,-1 1 0,-2 2 20,-2 1 1,-3 4 9,-5-3 0,0 3 418,0-4 1,-4 4 0,-1-3 23,-2 2 0,0 1 0,-5 4-24,0 0 0,0 0 396,0 0-740,1 0 0,4 1 0,4 2-272,6 1 1,5 4 0,6-3 0,2 2 276,-2 2 0,5-3 1,-1 1-1,2-1 139,-1 1 0,-3 1 0,3 4 0,-2-1-95,-3 1 1,-1-4 0,-2 0 0,-2 1-639,-1 2 1,-6 0-1,2 1 1,-4 0-740,-4 0 0,-2 1 0,-6 1 0,-1 2 1273,-3-2 0,-2 0 0,-6-3 0</inkml:trace>
  <inkml:trace contextRef="#ctx0" brushRef="#br0">5294 10928 8946,'-10'1'3373,"2"4"-2805,4 7 0,1 1 0,1 7 1,-2 2-355,1 4 1,3 4-1,4 7 1,4 1-147,2 1 1,2 1-1,0-6 1,0-1-46,0-2 1,-1-10 0,1-1 0,0-6-5,0-2 1,0-7-1,-2-5 1,-1-8 402,-1-6 0,0-6 0,4-7-139,-1-5 1,-3-6 0,0-2 0,0-1 0,0-1-131,0 0 1,-6 3 0,2-2-1,-2 3-588,-2 4 0,0 3 1,0 1-1,0 5-1740,0 4 1254,0 6 0,1 4 0,2 8 455,1 6 1,-1 3 0,-1 6-1,0 0-948,2 0 0,2 1 1414,-3 2 0,4-2 0,5 4 0</inkml:trace>
  <inkml:trace contextRef="#ctx0" brushRef="#br0">5660 11116 7954,'5'7'1019,"0"0"0,4-5-602,-1 2 1,-4-1 0,3-7 0,-1-4 340,1-3 1,-3 0 0,2-1 0,1-1-371,-1-3 1,-3 2-1,1-6 1,-3 0 44,-1 2 0,0 0 0,0 3-236,0 0 1,-1 3-1,-3 5-180,-4 2 1,-1 6 0,0 7-1,2 3-289,2 0 1,1 2 0,4 2-1,0 2-492,0 1 1,0-2 0,1 2 0,3-1 29,4-2 1,0-1 0,3 1 0,2 0 210,0 0 0,0-6 1,-1-3-1,1 0 213,2-4 1,-1 0 0,1-2 0,-2-2 315,-1-2 0,0-1 1,-2-4-1,0 1 275,-2-1 0,-6 2 0,2 0 1,-3-3 565,-1 0 0,0-2 0,0-1-376,0-3 1,-1 3 0,-2-3 0,0 2-176,0-2 1,-2 2 0,1-4 0,1 1-110,2 2 0,1-2 1,0 1-1,0 1-159,0-2 0,0 4 1,0-3-1,1 3-555,3 1 0,-1 4 0,5 2-315,1 0 0,1 2 0,2 4 0,0 0-2146,0 0 2988,-1 0 0,1 0 0,0 0 0</inkml:trace>
  <inkml:trace contextRef="#ctx0" brushRef="#br0">6061 10492 7954,'-6'6'828,"4"5"1,-5-3-1,2 2 1,2 3 358,2 3 1,1 3-1,0 9-853,0 3 0,1 7 0,3 3 0,4 0 0,3 1-384,0-1 1,-3-7-1,-1 1 1,-1-5-741,1-4 0,-4-6 0,2-5-2962,0-2 3752,-4-6 0,5-2 0,-6-5 0</inkml:trace>
  <inkml:trace contextRef="#ctx0" brushRef="#br0">5931 10845 8179,'-7'6'1170,"1"-5"1,3 4-461,-1 0 0,2-2 0,6 3 0,3 0-189,4-4 0,6 0 0,1-2 0,3 0-294,3 0 0,-3-4 1,6-2-1,-2 0 28,-1-3 0,-1-3 0,0-2 0,-2-2-169,-2 1 1,-4-2 0,0 0 0,-1-1-246,-3-3 1,-4 3 0,-2-2 0,-1-1 45,0-1 1,0 2-1,-5 2 1,-2 1 326,-1 2 0,-1 6 0,1 3 0,-4 1 233,-2 2 0,2 7 0,0 4 1,-1 3 73,-2 5 0,3 3 1,2 4-1,1 2-607,2 2 0,-2-2 0,1 3 0,1-2-709,2 2 1,2-7-1,3 2 1,4-1 132,2 1 1,2-5 0,0-2-1,0-4-1776,0-5 0,-1 3 2438,1-7 0,0-4 0,0-5 0</inkml:trace>
  <inkml:trace contextRef="#ctx0" brushRef="#br0">6344 10598 7941,'0'8'2240,"0"-1"-1459,0 3 0,0-3 0,0 4 0,1 2-522,3 0 0,2 4 1,6-1-1,0 0-138,0 1 1,1-6 0,1 3 0,2-5-889,-1 0 0,-1-3 0,0 1 1,2-2-1026,-2-2 1,-4-2 1791,-2-1 0,-1-5 0,5-2 0</inkml:trace>
  <inkml:trace contextRef="#ctx0" brushRef="#br0">6414 10869 7941,'-7'4'663,"-1"0"1461,-1-2 0,3-3-850,2-7 1,10-6 0,4-14-1,6-3-1768,2-3 1,2-2-1,3 1 494,1 0 0,5-6 0,1-1 0</inkml:trace>
  <inkml:trace contextRef="#ctx0" brushRef="#br0">15341 8841 7885,'-12'0'749,"0"0"72,1 0 1,-1 0 69,0 0 1,0 0-1,2 2 1507,2 2 486,-3-3-93,5 4-2250,-1-5 0,2-5-637,5-3 0,4 1 1,1 0-1,2-1-209,2 1 0,0-3 0,0 3 0,-1 1-171,1 2 1,2 2 0,1 2 366,-1 0 1,1 2-1,-1 2 273,-3 3 0,-2 4 0,-3 1 0,1-1 577,-2 1 0,-2-1 0,-2-2 1,-2-1-784,1 1 1,-3-2-1,-2-1-2738,-3-1 1,-1 3-772,1-4 0,0-1 3551,3-7 0,3-3 0,5-5 0</inkml:trace>
  <inkml:trace contextRef="#ctx0" brushRef="#br0">15317 8888 7885,'-7'0'-672,"-1"0"528,-1 0 1,2 0 894,-1 0 1,4 0 0,-2 2 1601,0 2-800,-3-3-393,8 4 1,-4-6-205,5-3-1961,0 3 56,0-5 0,5 6 0,3 0 0,2 0 949,2 0 0,0 0 0,0 0 0</inkml:trace>
  <inkml:trace contextRef="#ctx0" brushRef="#br0">16107 8405 7885,'-11'4'875,"-1"0"0,4 1 1,0-2 37,-1 1 0,0 1 0,0-2-578,1 1 1,0 3 0,-3-1 0,2-1 12,1 0 1,1 3 0,-5-3-1,-1 2-131,-3 2 0,2 1 0,-5 2 1,1 0-146,-1 0 1,0 0-1,-5-1 1,1 2-76,-1 3 1,4-7 0,1 3-1,-1-1-487,2-1 1,-1-2 0,5-2 325,-2 0 0,5-2 215,3-4 0,5-2 0,-1-2 1,3-3-141,1-4 0,4-1 0,1 1-84,2-1 0,-4 0 0,4 0 113,-2 0 1,0 6-1,-2 1-102,1-1 141,0 5 0,-4-3 0,0 8-3,0 4 0,-1 2 1,-2 3-1,-1 2-132,1 1 0,2 1 1,0-3-1,-2 2-96,-1-2 0,0 3 0,4-1 0,0 0-119,0 1 1,0-8 0,2 3 11,2-2 0,-2-1 0,6-1 0,1-4 0,2-3-144,1-1 1,5 0 0,2-1 0,4-4-1276,0-7 1778,1 0 0,10-10 0,2 4 0</inkml:trace>
  <inkml:trace contextRef="#ctx0" brushRef="#br0">16190 8664 7885,'0'12'1261,"0"0"410,0 0 1,0-7-1251,0-5 1,4-9 0,1-8 0,0-1-197,1-3 0,2-3 1,-3-2-1,0-2-145,0 2 0,3 0 0,-4 1 1,0-1-49,1 0 0,-3 3 1,1-4-1,-1 2 26,-2 1 1,0 6 0,1 2-267,3 3 36,-3 7 0,5 6 1,-6 8-1,1 2 90,3 2 1,-3 5 0,4 2 0,-1 2 311,0-1 1,4 2 0,-3-3-1,1 0-42,-1 1 0,3-6 0,-3 1 0,0-5 58,0-2 0,5-5 1,-3 1-184,4-3 0,-1-8 0,0-4 0,-3-8-187,3-3 1,0-2-1,1 1 1,-2-2-59,-1-2 1,-4 4 0,2-2 0,1 2 101,-1 2 1,-3 8-97,1-3 0,-3 12 87,-1 0 0,0 9 0,0 11 0,0 5 62,0 5 1,0-1 0,0 4 0,0-2-311,0 1 0,0 3 0,-1-3 1,-2-2-37,-1-1 1,0-5-1,4-1 1,2 1-514,1-2 0,0-5 1,5-6-1,1-2 886,2-2 0,6-7 0,1-3 0</inkml:trace>
  <inkml:trace contextRef="#ctx0" brushRef="#br0">16780 8417 7885,'0'-8'661,"0"0"522,0-1 1,0 2 0,0 0-153,0-3 0,-2 5 0,-2 1-218,-3 3 0,0 1 0,-1 0-229,-1 0 1,2 5 0,1 3 0,-1 3-686,1 0 0,3 5 0,-1 0 0,2-2-270,-2-1 0,2-1 0,-2 0 1,3 0-481,1-1 1,0-3-1,1-1 296,3-2 1,3-1 0,5-4 275,-1 0 0,1-5 1,-1-3-1,-2-3-46,-1 0 1,0-5-1,2 0 1,-1 2 14,-1 1 0,-1 1 1,2 0 170,-1 0 0,-4 6 265,4 2 1,-6 5-1,2 6 1,-3 4-143,-1 3 1,0 0-1,2 0 1,0 3-474,2 2 1,1-5 0,-2 2-1,2-3-305,2-1 1,1-6 0,4-2 793,-1-2 0,1-8 0,-1-2 0,-2-3 0,-1-5 0,0-2 0,3-6 0</inkml:trace>
  <inkml:trace contextRef="#ctx0" brushRef="#br0">17004 8311 7885,'4'-12'645,"0"0"0,-1 4-255,-3 1 0,4 5 0,2 2 1,-1 7-1,1 3 0,1 3 1,2 2-1,2 2-128,0 1 1,1-2 0,0 2 0,1 0-910,3 1 0,-3-5 0,3 2 0,-2-3-486,2-1 1,-7-4 0,3-2 1132,-2-1 0,-1 1 0,-1-2 0,-8-3 0,-6 4 0</inkml:trace>
  <inkml:trace contextRef="#ctx0" brushRef="#br0">17063 8558 7885,'0'6'614,"1"-6"447,3-7 0,4-6 0,6-5 0,3-7-525,2-4 1,0-3-1,5-2 1,-1 2-582,1 0 0,-6 7 1,-2 2-1,-3 6-4170,-1 4 4215,0 6 0,-1 12 0,1 8 0</inkml:trace>
  <inkml:trace contextRef="#ctx0" brushRef="#br0">17346 8535 7348,'0'12'140,"-4"-5"0,-2 0 4699,0-2 0,3-2-4540,-1-7 1,3-3 0,2-4-300,3-1 0,3 0 0,5 0 0</inkml:trace>
  <inkml:trace contextRef="#ctx0" brushRef="#br0">20353 8582 32657,'-17'-5'-2181,"3"-2"1,-1-5-1,0 2 933,0 2 0,4 1 0,-3 5 1831,-1-2 1,5 0-167,2 4 1,7 0-334,1 0 0,8-1 0,11-2 0,10-1 3,8 2 1,12-4 0,13 1 0,-26 2 0,1 1-75,5-1 1,0 1-1,4-1 1,1 0-1,9 2 1,1 0 0,4-1-1,2 0-50,-16 1 0,0 0 0,0 0 0,0 1 0,0-1 1,1 1-1,4 0 0,0 0 0,0 1 0,1 0 1,-1 0-1,1 1 68,-3 0 1,0 1 0,0 0 0,-2 0 0,0 1-1,-1-1 1,19 3 0,-1 0 0,-2 0 0,-1 0-53,-3 0 0,-2 0 0,-9 0 0,-1 0 0,2-1 0,0 1 0,-5 0 1,0 0-1,-3 0 0,0 0 1,-5 0-1,-1 0 1,-1 0-1,0 0 0,0 0 1,0 1-28,0 1 0,-1-1 1,1-2-1,0-1 48,1 2 0,1 0 0,-1-1 0,1 1 0,-1 1 0,0 1 0,1 2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10742 3124 13975,'0'-16'0,"0"-1"1061,0-1 0,0 3 0,0 0 0,0 0 1367,0 0 1,-1 5 0,-3-1 0,-5 0-1570,-6 1 0,1-2 1,-6 0-1,-1 2-510,-1 2 0,-7 1 0,-2 5 0,-5-2-349,-3 1 0,-4 2 0,-7 1 0,-4 1 0,-3 3 0,2 0 0,-10 8 0,31-4 0,-1 1 0,-2 1 0,-1 1 0,2 1 0,-1 1 0,-4 0 0,-1 1 0,2 2 0,-1 1 0,1 2 0,0 0 0,5-2 0,1 1 0,-4 2 0,0 1 0,2 1 0,1 0 0,2 2 0,2-1 0,-16 19 0,10 4 0,8-3 0,7-1 0,11-2 0,4 0 0,4 0 0,3-2 0,5-8 0,4 4 0,6-4-8,4-4 0,1-5 0,2-3 1,5 1-419,1-1 1,5 0 0,6 1 0,6-6 246,5-4 1,1-3 0,6 4 0,6-4-6,-29-3 0,1-1 0,30 2 0,-29-4 0,1-1 0,1-1 0,0 0-119,2-1 0,0-2 1,-2-2-1,0-1 0,2-2 1,0-1-1,-1-2 1,0-1-187,0-1 0,-1-1 0,-6 0 0,0 1 0,4-2 0,0-1 0,-2 0 0,-1 0 163,-3 0 1,-1-1 0,17-14-1,-15 2 1,-7-2-89,-10-1 1,-9-3 0,-1-1 0,-4-2 270,-4-2 0,-2 3 0,-6-5 0,-1 1-80,-3 1 1,1 6 0,-8 7 0,-3 3-327,-3 3 1,-2 4-1,-5 0 1,-2 6 36,-5 4 1,1 6 0,-10 1 0,-5 6 511,-1 8 0,-5 1 0,27-4 0,1 1 0,-1 1 0,1-1 0,0 1 0,-1 1 0</inkml:trace>
  <inkml:trace contextRef="#ctx0" brushRef="#br0">9421 3702 7350,'0'-12'0,"0"0"0</inkml:trace>
  <inkml:trace contextRef="#ctx0" brushRef="#br0">9433 3666 8165,'0'-12'0</inkml:trace>
  <inkml:trace contextRef="#ctx0" brushRef="#br0">9469 3643 8505,'5'-7'-1332,"-4"1"70,3 2 1262,3 2 0,-1-8 0,6 3 0</inkml:trace>
  <inkml:trace contextRef="#ctx0" brushRef="#br0">3137 7850 16314,'1'14'121,"3"22"-54,3 3 0,1-6 0,3 1 0,2-3-323,0-1 0,1-9 0,1-3 0,3-7-290,4-7 0,-3-4 0,7-4 0,0-7 65,-1-7 1,1-7 0,-25 24 466</inkml:trace>
  <inkml:trace contextRef="#ctx0" brushRef="#br0">3431 8062 20842,'-5'12'120,"-10"23"210,0 0 1,-1 3-1,0-1-261,0 1 1,1-1 0,1-4 0,0 1-1,0-1 1,-1 0 0,-11 28-932,4-8 0,10-15 1,0 0-1,3-6-1215,3-6 0,2-12 0,8-6 1250,4-5 0,3-10 0,4-5 827,0-6 0,6-15 0,-2-3 0</inkml:trace>
  <inkml:trace contextRef="#ctx0" brushRef="#br0">3903 7922 7771,'-12'6'24,"11"-5"-21</inkml:trace>
  <inkml:trace contextRef="#ctx0" brushRef="#br0">3890 7957 17610,'18'4'-275,"2"0"-1,2-1 46,1-2 0,5-1 1,0 0-1,-1 0-1704,2 0 1,-7 0-1,4 0 1934,1 0 0,-1-5 0,-3-2 0</inkml:trace>
  <inkml:trace contextRef="#ctx0" brushRef="#br0">3973 8087 7541,'-23'23'0,"1"0"2020,2-4 1,-1-2 97,5-5 0,7-5 0,10-3-1680,10-3 1,2-1 0,8-1 0,3-3-576,2-4 0,3-3 1,-3 0-1,3-1-875,1 0 0,-3 4 0,3 0 0,1 0 1012,-1 2 0,-4-5 0,3 5 0</inkml:trace>
  <inkml:trace contextRef="#ctx0" brushRef="#br0">4929 7851 7735,'-12'0'1702,"0"0"0,2-1-483,2-3 1,4 0-1,8-7-745,4-2 0,3-6 1,5-2-1,5-5 1,5-6-147,6-2 0,-2 3 1,0 0-217,-1 3 0,-2 1 1,-3 8-1,-2 4 0,-1 6-31,-1 5 0,-10 4 0,2 6 0,-3 7-59,-2 9 0,-2 7 0,-5 6 0,0 2 164,0 2 0,-1-1 1,-2 5-1,-3 2-32,-5 1 1,1-7-1,-9-1 1,0 0 155,-4-1 1,1-1 0,-8-2 0,0-1-57,0-2 1,3-8 0,0-1-1,2-2-330,1-2 1,2-9 0,3-1-1,3-5-233,3-3 1,5 0-1,1-2 1,2-2 10,2-3 1,2-4 0,2-1 0,3-1 197,4-3 0,4 2 0,2-4 0,3 1 229,2 2 1,0 2 0,5 3 0,0 2-284,-1 4 0,1 3 1,-1 1-1,1 1-593,0 3 1,-1 8 0,-1 6-1,-1 3-650,-1 3 0,0-7 0,2 6 0,-2-2-1047,-5-3 2444,-2-1 0,4 0 0,2 2 0</inkml:trace>
  <inkml:trace contextRef="#ctx0" brushRef="#br0">5554 7934 7794,'-7'5'1197,"1"-3"1,3 6 418,-1 1 1,0 2 0,4 1-926,0 0 0,5-5 1,3 0-1,4-1-488,4 1 0,-2 1 0,6 2 0,1 0-399,1-3 0,-2 1 0,-1 4 1,2-1-687,2-4 1,-4 4 0,0-5 0,-2 2-399,-3 0 1,-1-4 0,-1 3 1279,0-2 0,-1 4 0,1-2 0</inkml:trace>
  <inkml:trace contextRef="#ctx0" brushRef="#br0">5530 8275 7858,'-5'-11'247,"3"-1"0,-1 0 786,1 0 0,7-1 0,5-3 0,5-3-296,9-3 1,5-7 0,6-1 0,2-3-866,2-3 1,-3 8-1,0-6 1,-4 4-1522,-4 3 1,-4 8-1,-6 3 1649,-1 3 0,-1-4 0,-4-2 0</inkml:trace>
  <inkml:trace contextRef="#ctx0" brushRef="#br0">6532 7674 7920,'-1'8'1440,"-2"0"1,-2 2-280,-1 5 1,2-1 0,-3 6 0,2 2-556,2 4 1,-3 6 0,-1 6-1,-1 2-727,0 2 0,5-8 1,-5 0-1,0-2-1231,1-2 1,-2-4 0,4-1 0,0-5-3218,-1-5 4569,-3-9 0,-3 9 0,-6-8 0</inkml:trace>
  <inkml:trace contextRef="#ctx0" brushRef="#br0">6285 7969 7920,'-12'0'4727,"7"0"1,6 0-4014,9 0 1,8-1 0,5-2 0,2-1-1332,3 1 0,-2 2 0,4 1 0,0-1-1232,0-3 0,2 1 1,2-5 1848,-3-1 0,3-6 0,-4-4 0</inkml:trace>
  <inkml:trace contextRef="#ctx0" brushRef="#br0">6992 7497 7920,'5'-10'2081,"3"2"0,-1-1 0,-1 6-836,0 5 0,-2 8 1,-4 11-1,-2 8-461,-2 10 0,-2 2 0,-7 12 0,-3 6-944,-4 4 0,-2 0 1,0 0-1,2-4 428,4-5-495,3-12 1,-4 9 0,-1-9 0</inkml:trace>
  <inkml:trace contextRef="#ctx0" brushRef="#br0">6061 7250 7920,'0'8'1062,"0"0"1,0-1 0,0 5-1,0 0-707,0 0 1,0 5 0,0 2 0,0 5-292,0 4 0,0-2 0,0 5 0,0 1-201,0-2 137,0-1 0,5 5 0,1 2 0</inkml:trace>
  <inkml:trace contextRef="#ctx0" brushRef="#br0">7299 7898 6775,'-1'7'4612,"-3"-3"-3575,2-3 0,-7-2-560,5-3 0,0 1 1,6-5-372,1-1 0,0 3 0,5-2 0,1-1-103,2-2 0,2-1 0,2 0 0,4 1-47,-1-1 0,6-4 0,-2 0 0,6 1-132,-25 13 158</inkml:trace>
  <inkml:trace contextRef="#ctx0" brushRef="#br0">7429 8134 8247,'-8'0'832,"0"0"0,5-1 0,1-5-38,4-5 0,14-8 0,10-8 0,-25 26-784</inkml:trace>
  <inkml:trace contextRef="#ctx0" brushRef="#br0">21874 189 8280,'-17'-25'0,"-3"-11"0,3 2 0,1-2 0,3 13 0,1 27 0,1 16 0</inkml:trace>
  <inkml:trace contextRef="#ctx0" brushRef="#br0">9127 7710 8209,'-12'-19'387,"0"4"0,4 1 0,2 3 0,-1-1 582,1 0 1,3 0 0,-1 0 5432,3 1-5975,1 4 1,0 8-1,0 11 1,-2 9 105,-2 9 1,2 10 0,-6 13 0,-3 10-347,5-27 1,-2 0-1,-1 0 1,0 0-1,-2 6 1,-1 0-1,1 0 1,0 0-365,-1 0 0,1 0 0,2-6 0,1 0 0,-4 0 0,0-1 0,-9 23 135,3-12 1,5-17 0,6-12-109,2-10 1,1-9-1,4-11 1,1-4 550,3-6 0,3-7 0,4-11 0,2-7-249,3-10 1,-1-4 0,-6 28 0,1-1 0,0-2 0,0 1-156,-1-2 1,0 0 0,2 0 0,1 1 0,-3-1 0,1 0 0,1 1 0,0 1-176,1 0 1,0 2 0,6-16 0,-1 6 0,-1 7 140,0 8 1,-4 14 0,-4 7 0,-1 6-151,0 6 0,3 0 1,-3 7-1,1 3 175,0 3 0,1 4 0,5 7 1,2 4 248,-2 6 1,1 0-1,-1 4 1,2 2 239,-2 1 0,-4 0 0,-4 3 0,-1-4 70,-2-5 0,-2-8 1,-2 6-1,-4-2-424,-7-2 0,0-9 0,-5-1 1,0 0-124,-3-1 0,-2-2 0,-1-2 0,-2-1 0,-3-3 0,2 3 0,-4 0 0,0 0 0,0 0 0,7 0 0,1-3 0,4 0 0,3 0 0,7-7 0,4 5 0,4-3-291,4-3 1,8 0 0,8-6-1,3 0 581,5 0 1,3-6-1,7-3 1,3-7-291,1-7 0,2-6 0,5-6 0,-1-2 0,-2-2 0,-9 1 0,0-4 0,-2 0 0,-2 0 0,-15 3 0,-3-2 0,-8 3 0,-4 4 0,-2 7 0,-2 2 0,-3 6 0,-4 8 0,-2 7 0,-2 0 0,0 2 0,0 2 0,-1 7 0,-1 3 0,-3 7 0,-2 6 0,1-1 0,-2 9 0,5 3 0,2 4 0,1-3 0,1 3 0,4 0 0,3-2 0,4 1 0,4-3 0,5-3-1464,5-3 0,6-8 1,6-5-1,3-3-583,1-4 1,-1-4 0,4-8 0,1-4-2741,-2-2 4787,1-7 0,2-7 0,1-6 0</inkml:trace>
  <inkml:trace contextRef="#ctx0" brushRef="#br0">9846 8063 7860,'6'-19'653,"0"0"0,-2 1 1902,0 0 1,0 7 0,-4-1 1037,0 2 1,-2 5-2612,-2 1 1,-2 9 0,-5 5 0,2 6-803,1 2 0,-2 2 0,-3 4 0,2 1-180,1 2 0,0-5 0,3 3 0,1-1 0,1-3 0,4-4 0,-3 1 0,3-1 0,6-2 0,3-8 0,3-3 0,5-2 0,-1-12 0,4-3 0,1-4-275,-2-4 0,3-2 1,-5-3-1,0-2-185,1 2 0,-8-3 1,3 3-1,-3 2 253,-3 3 0,1 7 43,-3-2 0,-3 10 0,3 6-5,-3 6 1,-5 11-1,1 7 1,0 9 842,2 9 1,1-1 0,0 12 0,0 3-221,0 3 1,0 1 0,0 7 0,-2 0-455,-2-3 0,-2-6 0,-7 1 0,-2-6 0,0 0 0,-6-14 0,2-1 0,0-8 0,-1-8 0,4-3 0,-2-9 0,0-2-920,-1-4 1,4-4 0,-4-5 0,1-7-1501,-1-6 0,0-7 2420,-5-7 0,1-4 0,-1-11 0</inkml:trace>
  <inkml:trace contextRef="#ctx0" brushRef="#br0">11509 7710 7827,'-6'-12'3383,"0"0"0,-5 7-2887,3 5 0,3 5 1,5 8-1,0 3-96,0 3 0,-1 4 0,-2 0 1,-1 4-148,2 4 0,-5-2 0,1 9 0,-2 1-124,0 2 0,0-3 0,-2 1 0,0-4-125,3-3 1,0-3 0,-2-7 238,1-3 0,1-8-131,0-11 0,1-12 0,8-11 0,2-9 714,3-6 1,4-6-1,2-9 1,1-3-468,2 0 0,1 2 0,-2-2 0,0-3-239,0-2 0,-2 8 1,-3-5-1,-1 4-19,-1 5 0,-5 8 1,1 4-1,-3 5 177,-1 7 1,0 0-1,0 6 205,0 1 0,0 5-410,0 5 0,-1 7-608,-3 1 1,3 6 0,-5 9-1,2 2-13,1 1 0,-3 0 0,2 3 0,-2-1 198,-1 1 0,-2 1 1,4 1-1,-2-2 92,-2-2 1,0 1 0,0 2-290,1-2 0,0 1 1,-4-4-1,2 0 1,1 1-970,1 0 0,4-6 0,-4 3 1,0-1 1515,2-1 0,-5 0 0,5-1 0</inkml:trace>
  <inkml:trace contextRef="#ctx0" brushRef="#br0">10895 8382 7834,'-11'7'1766,"0"1"974,3 1 0,4 2-1236,8 1 1,4-6 0,8-2 0,5-3-685,5-1 1,2 0-1,6-1 1,2-1-458,1-2 1,5-2 0,0 4-1,2-2-2231,4 1 1,-9-2 0,4 1 1867,-5 1 0,3 2 0,1 1 0</inkml:trace>
  <inkml:trace contextRef="#ctx0" brushRef="#br0">2971 10044 7816,'-12'0'0,"-1"-2"1164,-2-2 1,5 3 0,-1-3 103,0 3 0,2 6 0,1 3 1,4 4-661,3 4 1,1 3-1,1 7 1,3 2-292,4-2 1,8-1 0,2-3 0,3-1-775,3-1 0,0-11 0,11-1 0,0-7 271,6-5 0,-3-9 0,2-10 1,3-9-667,1-6 0,-5-4 0,-1-4 0,-5 2 515,-6 1 1,-7 6 0,-6 2 819,-5 6 0,-5 6 0,-8 8 161,-3 7 1,-5 12 0,-3 8-1,-2 9-152,-1 9 1,-3 8 0,-5 14 0,11-22 0,0 2-219,-2 4 1,0 1-1,1 1 1,0 1 0,-4 6-1,0 2 1,-2 2-1,0 0-368,0 2 0,1-1 0,1-1 1,1 0-1,-1-1 0,2-1 1,1-5-1,2-1-627,3-4 0,1-3 1,-2 16-1,9-15 1,4-12-915,4-9 0,3-7 1,8-5-1,3-6-2697,5-8 4332,-3-10 0,13-3 0,-5-2 0,-1 2 0</inkml:trace>
  <inkml:trace contextRef="#ctx0" brushRef="#br0">3808 9902 7816,'-31'24'437,"1"-1"0,1 0 1598,3-4 0,6 0 0,6-5-629,5 2 0,5-4 1,9-6-919,7-1 1,5-1 0,8-4-1,2-1-429,5-3 1,-1 1 0,2-4-1,1-3-1193,-1 0 0,-1 2 1,2 0-1,-1-1-469,-1-1 0,-6 2 1,1 1-1,-3 2-1924,-4 2 3527,-9-3 0,0 4 0,-5-3 0</inkml:trace>
  <inkml:trace contextRef="#ctx0" brushRef="#br0">3749 10291 7816,'-22'16'0,"3"0"1017,3-2 1,7-2 0,2-3 1171,2-1 1,7-5 0,10 0-1,7-3-1376,3-3 1,4-4 0,4-6 0,6-3-1323,0-3 0,5 0 1,-2 2-1,0 1-1372,2 2 1881,-9 9 0,12-16 0,-7 8 0</inkml:trace>
  <inkml:trace contextRef="#ctx0" brushRef="#br0">5035 10067 8346,'-12'0'2760,"4"0"-1325,0 0 1,6-1-1,-4-2-607,1-1 1,3 0 0,-5 3 226,2-3 1,0 2-552,1-6 1,2 4 0,-2-4 211,3-1 0,1-2 0,1 0 0,3-3-237,4-1 1,4-9 0,4-7-1,5-5-367,5-3 1,0 1 0,5-4 0,1 2-124,-2 2 1,3 6 0,-6 6 0,0 6-99,-3 8 0,-8 6 0,-1 7 1,-1 3-617,-1 4 0,-4 4 0,-1 4 0,1 3 417,2 3 0,-3 6 0,-2 1 1,1 1 293,-1 3 0,-3 2 1,1 4-1,-3 5 12,-1 1 0,-1-1 0,-3-2 0,-5 1 417,-6 3 0,1-6 0,-6 5 0,-1-6 59,-1-5 0,-3-5 1,-1 1-1,-3 0-445,-1 0 1,4-9-1,-2-1 1,2-6-222,-2-2 1,8-1-1,-3-4 1,4-3 81,0-2 0,9-8 0,-1-1 1,5-4 16,3-1 1,2-1 0,1-1-1,1-3 245,3-2 0,7 5 0,6-2 0,1 2-23,3-2 0,1 3 0,2-1 0,1 3-15,2 3 1,-5 6 0,3-2 0,0 2-1490,0 2 0,-3 0 1,5 0-1,-5 3 159,-2 5 1,-2 0 0,3 8 0,-3-3 424,-1-2 0,-1 1 0,-4-1 0,-1-2-2503,1-1 3294,0-6 0,0 4 0,0-6 0</inkml:trace>
  <inkml:trace contextRef="#ctx0" brushRef="#br0">5754 10150 7816,'-8'0'3320,"0"0"-503,-1 0 1,3 0-1836,-2 0 0,5-2 0,-1-1 0,3-7-524,1-4 1,1-4 0,3-5 0,5 2-460,6 2 0,-1-1 1,5-3-1,-1-1-71,0 0 0,1 6 1,1 2-1,-1 5-120,-2 3 1,0 2 0,-3 8 0,2 2-172,-2 4 1,3 9 0,-1 6-1,0 7 24,1 4 1,-3 3-1,5 2 1,-2 3-403,-3 0 1,1-1 0,-1-9-1,2-3-118,-2-5 0,-1-8 0,-1-2 0,1-5-147,3-5 0,-7-8 0,3-5 0,-2-5 1006,1-6 0,1-8 0,-1-2 0</inkml:trace>
  <inkml:trace contextRef="#ctx0" brushRef="#br0">5955 10327 8436,'6'-6'1347,"5"0"1,-2-9-1,6-4-327,9-9 1,6-12-1,8-9 1,-17 21 0,0 0-1206,2-2 0,0 0 0,16-24 0,-18 26 0,0 0 0,15-23 183,-5 5 0,-9 10 0,1 2 2,-5 4 0,3-3 0,-3 3 0</inkml:trace>
  <inkml:trace contextRef="#ctx0" brushRef="#br0">6874 9266 7816,'-11'0'5254,"0"-2"-4412,3-2 0,4 3 0,8-4-36,4 0 0,3 3 0,0-2 0,2 3-669,3 1 0,-3 0 0,3 0 0,-3 0-376,-1 0 1,0 0 0,-1 0 0,1 0-55,0 0 0,0 0 0,-2 1 0,-1 2-78,-1 1 0,-5 5 1,1-1 426,-3 2 0,-1 2 0,-1-1 0,-2-2 165,-1-1 1,-6 0 0,-1 3 6,-3 1 1,-3-4-1,3 0 1,-2 0 0,0 0 254,-1-1 1,3-4 0,-5 1-1,2-1 242,3 1 0,5-3-819,1 3 0,7-3 0,2-1 1,9 0-826,9 0 1,7 0 0,1 0-1,1 1-699,1 3 1,-3-1 0,4 5 0,-1 0 1617,-3-2 0,-1 10 0,-1-3 0</inkml:trace>
  <inkml:trace contextRef="#ctx0" brushRef="#br0">6957 10008 8790,'-5'7'7477,"3"-1"-4647,-2-2 0,4-2-2191,4 2 0,4-8 0,8-3 1,4-1-1163,2 0 1,3 1 0,1-4 0,3 2-1004,1 1 1,1 0 0,3-2 0,-1 1-5439,-1 1 6964,-6 0 0,8-9 0,-4-2 0</inkml:trace>
  <inkml:trace contextRef="#ctx0" brushRef="#br0">7759 9655 7887,'-23'5'1869,"8"-2"0,-8 3 0,5 1 1067,4-1 0,8-3-2478,10 1 1,11-3 0,15-2 0,8-3-299,6-4 1,-2-3 0,7 0-427,-3-1 0,1 4 0,-8 0 0,-2 0 0,-4 0-58,-6 1 0,-3 4 0,-5-1 0,-3 3 75,-3 1 0,-6 5 0,-3 3 0,-4 4 166,-4 3 0,-3 4 0,-5 4 0,1 3 441,-1 6 0,-5-1 1,-3 10-1,-3 1-171,-5 5 0,-3 3 0,12-22 0,0 1-388,-1 2 0,0-1 0,-1-1 0,-1-1 0,-17 26 0,2-3 0,4-5-1161,6-5 1,8-10-1,8-5 83,5-5 0,12-9 1,4-11-1,7-7 1279,5-10 0,5-10 0,8-4 0</inkml:trace>
  <inkml:trace contextRef="#ctx0" brushRef="#br0">8384 9973 7887,'-12'0'467,"0"0"0,0 0 5828,1 0-5131,4 0 0,3-5 0,8-2-869,4 1 0,6-4 1,3 5-1,2 0-277,2 0 0,1 1 0,1 4 0,1 0-284,0 0 0,-1 5 0,-1 3 0,-1 4-140,-1 3 1,0 4 0,2 4-1,-1 1-296,-1-1 0,-5 1 0,4 0 0,-1-1-243,0 1 0,-3-6 0,1-3 1,-3-6-979,-2-5 0,-3-3 1923,0-1 0,-5-5 0,2-2 0</inkml:trace>
  <inkml:trace contextRef="#ctx0" brushRef="#br0">8525 10232 7887,'5'-21'0,"3"-2"917,3-2 1,6-7 0,2-2-1,6-5-820,7-3 0,-1-1 0,7-2 0,-4 5-4431,-2 4 4334,-11 9 0,6-7 0,-8 4 0</inkml:trace>
  <inkml:trace contextRef="#ctx0" brushRef="#br0">9492 9690 7887,'-17'35'-441,"-3"2"0,-4 1 1,-3 3 1395,1 1 0,9-6 0,-1 0 0,6-8-1314,4-3 0,6-10 1,-2-3 358,2-2 0,2-5 0,0 0 0</inkml:trace>
  <inkml:trace contextRef="#ctx0" brushRef="#br0">9221 9784 7887,'12'0'2892,"1"0"1,3 0-2344,3 0 0,9-4 0,4-1 0,8-1-936,7-4 1,3 4 0,7-2-1,4-1-2066,-1-2 1,-1 0 1868,-4-1 1,-8 0-1,-6 0 1</inkml:trace>
  <inkml:trace contextRef="#ctx0" brushRef="#br0">10377 9419 8336,'0'-5'1938,"0"5"0,-6 6 1,-2 11-1,-2 7-1469,-2 6 1,-1 7-1,-3 5 1,-3 9-588,-4 9 1,0 0 0,11-25-1,2 1 1,-1-2 0,1-1-818,-10 27 0,9-12 0,1-3 0,3-7-431,5-8 0,7-14 1,6-8-1,3-7 1366,0-5 0,5-13 0,-1-8 0</inkml:trace>
  <inkml:trace contextRef="#ctx0" brushRef="#br0">10730 9466 7887,'-11'-5'693,"3"4"1,0-3 0,-1 4 295,-2 4 0,-1 2 1,-1 7-1,-1 3-12,-2 4 0,-5 8 1,2 6-1,-4 7-621,0 5 0,0 0 0,4 6 1,4-2-1073,6-4 0,5-12 1,8-4-1,7-9 137,7-9 1,3-6 0,9-7 0,0-4-105,0-7 0,-3-5 0,0-7 1,-1-1 606,2-2 0,-7 1 0,1-6 0,-4-1 253,-3-1 1,-2-6-1,-1-1 1,-2 1 133,-2 0 1,1 9-1,-5-2 1,-1 10-408,-2 4 0,-6 9 0,-3 8 0,-3 9-575,0 9 0,-1 10 0,0 5 0,0 3-1424,0 2 2095,6-1 0,-5 0 0,5 1 0</inkml:trace>
  <inkml:trace contextRef="#ctx0" brushRef="#br0">11226 9631 7887,'0'-18'1606,"0"2"1,0 2-10,0-2 1,0 7-1,0-3-688,0 1 1,-6 6 0,-2 1 0,-3 4-464,-5 4 0,-2 8 0,-6 8-534,0 2 1,-3 7-1,-1 4 1,4 3 0,3 3-526,5-1 1,4-1-1,4-3 1,4-2-479,3-5 0,13-9 0,6-6 0,10-7 310,6-3 0,0-10 1,8-6-1,-3-10 555,-5-5 1,0-2 0,-8-5 0,-3 0 205,-6-4 1,-10 6 0,-4-2-1,-7 0-593,-8 4 1,-10 9-1,-11 5 613,-5 7 0,-9 6 0,-7 5 0</inkml:trace>
  <inkml:trace contextRef="#ctx0" brushRef="#br0">12994 9407 7887,'7'-5'0,"-3"-3"330,-3-2 0,-1 2 1339,0 0-1284,0 5 0,-1-1 1,-2 8-1,-1 5-97,2 6 0,-4 4 0,1 8 0,0 3-18,0 4 1,-3 0 0,3 8 12,-2-2 1,-1 5 0,-4-1 0,2 4 0,1 0 92,1-2 0,0-8 0,-2-3 1,2-7 44,4-7 0,1-6 1,1-9 3,-2-10 0,1-9 0,6-15 1,2-6-63,1-8 1,-2-2 0,4-11-1,1-2-260,2 0 1,-3-4-1,0 0 1,2-3-397,-3 31 1,0 0-1,7-30 1,1 2 0,0 6 109,0 9 0,-1 20 0,1 2 1,-2 10 29,-1 6 1,-4 3 0,0 6 0,1 4-136,2 7 0,4 2 0,1 9 1,0 4-42,1 6 1,-3 4-1,6 11 1,-1 7 420,0 4 1,-2-4 0,-5 5 0,-2-1 894,-2-2 0,1-10 1,-5-3-1,-4-3 0,-7-3 0,-2-12 0,-10 4 0,-2-2-499,-2-4 0,-1-3 0,-4-2 0,-3-1-585,-3 0 0,-2-3 1,3-1-1,5-5-398,4-5 1,7-2 46,-3-2 1,12 0-1,6 0 185,11 0 0,4 0 0,7 0 0,2 0 177,4 0 1,4-6-1,6 0 1,0-3 269,4-3 0,-1 1 0,6-8 0,0-2-23,0-1 1,-4-7 0,-1-3-1,-3-2 114,-7-1 0,-4-2 0,-5-1 0,-4-1 17,-5 1 0,-8 7 1,0 3-1,-3 4 49,-1 5 0,-5 3 1,-3 8 9,-2 4 0,-3 6 1,-2 4-1,-1 7-283,2 4 0,0 3 0,-1 4 1,-1 0-239,2 4 0,1 2 1,1 4-1,2-1-557,2-2 1,-1-3 0,5 2 0,2 0-240,5 0 1,5-8-1,9 1 1,5-4-1287,4 0 1,8-10-1,0-1 1,6-8-798,2-8 3049,1-5 0,4-21 0,0-3 0</inkml:trace>
  <inkml:trace contextRef="#ctx0" brushRef="#br0">14008 9608 7887,'0'-12'1364,"-1"1"926,-3 3 0,-2-1 0,-6 5 0,0 3-823,0 4 1,-1 4 0,-2 9 0,-4 4-895,1 2 0,-4 6 0,3 0 0,0 1-692,-1 0 0,5 2 0,1-4 0,4-4-249,2-2 1,6-6 0,2 0 0,7-3-169,3-4 1,7-3-1,3-6 1,4-4 92,3-7 0,-2-5 1,3-7-1,-3 1 140,-2-1 0,-3 1 0,-1-1 0,1 0 62,-2 1 0,-1-1 0,-6 2 0,-2 1-175,-1 1 1,-5 10 313,1-2 0,-3 15 1,-2 6-1,-2 12 327,-1 9 1,-4 5-1,4 3 1,0 4 497,-1 4 1,2 0 0,-3 8 0,-1-1 110,1 1 0,2-3 0,-3 3 0,1-2-579,-1-2 0,-1-7 0,-2-5 0,1-5-826,1-6 0,0-8 0,-4-6 0,0-5-1094,1-3 0,3-6 0,0-8 0,0-6-645,1-5 1,2-8 0,6-5 2309,3-1 0,8-15 0,7 6 0</inkml:trace>
  <inkml:trace contextRef="#ctx0" brushRef="#br0">14492 9949 7808,'-12'4'0,"0"0"2237,1-1 0,-1-2 0,0-1 5724,0 0-9174,6 0 1,2-1 0,8-3 0,4-4 1212,2-2 0,7-13 0,1-2 0</inkml:trace>
  <inkml:trace contextRef="#ctx0" brushRef="#br0">15541 9643 7817,'-17'0'191,"7"0"0,-3-1 0,1-2 1023,3-1 1,5-5 0,0 1 0,3-2 783,1-2 1,5-1 0,3-3 0,5-4-1221,7-2 0,1-7 1,9-1-1,1-1-582,3-1 1,-4 5-1,7-5 1,0 1-89,-1 1 0,-9 6 0,1 10 0,-4 3 72,-7 3 1,-4 7 0,-5 2-372,-4 10 0,-3 3 1,-2 9-1,-3 4 79,-4 6 1,-4 1 0,-3 8 0,-5 0 61,-2 0 0,-2 1 0,1 3 0,-4-2 16,-4-1 0,2-3 0,-9 2 0,0-2-175,1-2 1,5-9 0,3-4 0,3-3 68,3-5 0,8-4 0,-1-5 149,3-4 0,8-3 0,3-2 361,5-3 0,10 2 1,0-5-1,5 0 119,7 1 1,5-3-1,10-6 1,4 0-65,6 0 0,-4 2 1,4 3-1,-2 2-1705,-3 4 0,-2 4 0,-6 4 0,-1 5-1484,-2 5 1,-10 6-1,-3 7 2764,-7 5 0,1 2 0,-9 1 0</inkml:trace>
  <inkml:trace contextRef="#ctx0" brushRef="#br0">3207 11411 7817,'0'-12'277,"0"1"0,0-1 909,0 0 1,0 0 813,0 0-1587,0 6 1,4 2-1,1 7 1,0 2-103,1 1 0,3 6 1,-1 5-1,2 1 70,2 3 1,-4 3 0,0 2-506,1 2 0,0-1 0,0-3 0,-1-2-119,1-2 0,2 1 0,1-7 0,-1-3 0,2-6 39,3-4 1,-1-4 0,4-4 0,2-9 264,1-5 1,-2-8-1,0-1 1,1-1 469,1-1 0,-2 2 1,-3-1-1,-2 3-56,0 3 1,-9 7 0,6 3 12,-1 6 1,-6 7 0,-1 10 0,-4 9-228,-4 7 1,-4 13 0,-8 10 0,-3 10-62,8-25 0,-1 1 0,-2-1 0,0 2 0,-2 4 0,0 2 0,-1 2 0,0 0-297,0 1 0,-1 0 1,-2 4-1,0-1 1,1-2-1,0-1 0,2-2 1,0 0-485,2-2 1,1-3 0,-5 22 0,4-10 0,6-12-567,5-12 0,4-13 0,4-3 1,4-8 323,3-8 1,6-8 0,2-14 822,4-5 0,11-19 0,2-1 0</inkml:trace>
  <inkml:trace contextRef="#ctx0" brushRef="#br0">4021 11435 8424,'-24'17'673,"4"0"1,2 2 0,1-2 213,3 0 1,6-3-1,4 1 1,4-3-357,4-4 0,4 1 1,7-5-1,6-1-38,6-2 1,-1-6 0,5-2 0,3-1-1043,4 0 1,-5 2-1,2-3 1,-2 2-1011,-3 2 0,-1 0 0,-7 2 1,-1-1-448,-1 2 2006,-6 0 0,-2 2 0,-7 0 0</inkml:trace>
  <inkml:trace contextRef="#ctx0" brushRef="#br0">3997 11741 7817,'-22'30'453,"2"-3"1,6-7 611,5-4 1,3-7-1,8-2 1,3-2-235,7-2 0,5-7 0,8-4 0,2-4-1040,5-4 0,3 2 0,2-6 0,1 1 228,0 0 1,-4-2 0,5 6-20,-2 0 0,3-3 0,2 0 0</inkml:trace>
  <inkml:trace contextRef="#ctx0" brushRef="#br0">5070 11069 8514,'-22'2'0,"1"0"153,1 2 1,5 4 0,-4-3 0,2 2 1583,3 2 0,2-2 1,4 0-913,4 3 1,9-5-1,7-1 1,8-3-366,6-1 0,6-1 0,7-3 0,4-4-153,3-3 0,2-6 1,1-1-1,1 0-209,-1 2 1,-4-1 0,2 1-1,-6 2-322,-5 1 0,-9 6 0,-5 3 197,-4 3 0,-7 11 0,-9 6 1,-6 6 178,-7 6 0,-2 3 0,-7 9 1,-2 4-70,-5 6 0,1 1 0,-5 8 0,14-28 0,1 1-243,-1 0 1,0 0 0,1 3 0,1-1 0,-1-1 0,1-1 0,1-1-1,0 1-400,-13 26 0,8-9 0,4-6 0,5-10-569,2-7 1,5-11 0,1-5 166,4-3 0,5-4 0,5-4 0,-1-3 0,3-5-2338,1-5 3300,-2-5 0,4-10 0,-5-1 0</inkml:trace>
  <inkml:trace contextRef="#ctx0" brushRef="#br0">5766 11588 7817,'-12'12'594,"0"0"1,1-1 0,-1 0 1917,0-3 0,4-3-1664,0-5 1,6-7 0,-1-3-1,6-6-634,4-2 0,4-6 0,1-3 0,1-1-217,3-1 0,-3 5 0,4-5 0,-2 1-68,1 1 1,4 3-1,-5 6 1,0 1-98,-2 2 0,-1 7 0,0 5 0,-1 3-95,1 3 0,-1 9 0,-2 9 1,-1 5 78,1 6 0,3 3 0,2 5 0,2 1-80,-2 1 1,1 4-1,-1-5 1,2-2-51,-2-4 0,1-7 0,-1-2 0,2-5-486,-2-5 0,-5-8 0,-1-6-5,1-4 0,-2-6 0,-1-7 0,0-3-745,-4-4 1550,0 1 0,3-13 0,1 4 0</inkml:trace>
  <inkml:trace contextRef="#ctx0" brushRef="#br0">5848 11753 7817,'-5'12'3089,"3"-6"-1565,-6-2 0,5-5 0,0-6-786,6-4 0,5-14 0,9-4 1,7-8-1,6-9-542,4-7 0,2 0 1,-16 23-1,0 0 1,1 0-1,1 0-203,1-1 0,0 2 0,19-20 0,-6 2 0,-5 10-3224,-8 11 0,-7 13 3231,0 1 0,-3-2 0,-1-5 0</inkml:trace>
  <inkml:trace contextRef="#ctx0" brushRef="#br0">6756 10739 7817,'0'-18'481,"0"2"0,2 3 0,0 1 0,2 0 580,-1 1 0,-2-1 0,-2 0-496,-3 0 1,3 1-1,-5-1 1,1 0-195,-3 0 1,-2 4 0,-2 0 0,0 1-61,0 0 1,-1 2 0,-1 5 0,-2 0-143,2 0 1,-3 2 0,1 5 0,2 5-186,1 1 1,2 4 0,2 0 0,2 1-538,2 3 1,1-2-1,4-1 1,1-1 353,3-3 0,3-1 1,5-1-1,0-1 350,-1-3 1,2-3 0,2-5 0,1 0 64,-2 0 0,3-5 0,-1-3 0,-1-4 191,2-4 1,-3 3 0,0-3 0,-4 3-175,-2 1 0,-4 1 1,3-1 178,-2 0 0,-2 7-492,-7 5 0,1 5 0,-5 8-78,-1 3 1,-1 2 0,-2 6 0,1-1-1,2 1-509,1 0 1,2-1-1,-3-1 1,2-1-251,2-1 1,1-2 0,4 2 0,0-4-1242,0-3 1,1-7 2157,3-2 0,8-2 0,6-2 0</inkml:trace>
  <inkml:trace contextRef="#ctx0" brushRef="#br0">6863 11470 7817,'-17'0'0,"-2"0"0,-3 0 1467,2 0 0,3 0 0,5 0 234,1 0 1,5 1 0,6 2-1371,7 1 0,9 0 0,5-4 0,5-1-505,5-3 0,3 1 0,3-5 0,1-1-443,1-1 0,2-1 0,-4 2 0,1 1-542,0-1 1,-3 0 0,6-1 1158,-5 3 0,8-1 0,-8-4 0</inkml:trace>
  <inkml:trace contextRef="#ctx0" brushRef="#br0">7818 11093 8912,'-12'0'1167,"0"0"1,4 0 0,0 0 205,-1 0 1,4-1-624,1-3 1,9 1 0,7-5 0,5-1-232,1-2 1,9-4-1,-2-1 1,2 0-321,2-1 1,2 6-1,-3-3 1,-2 5-91,-1 0 1,-5 4 0,-1 1 0,1 3-390,-2 1 0,-1 5 1,-6 3-1,-2 3-34,-1 5 0,-4 3 0,2 4 1,0 1-10,-4-1 1,-1 1-1,-2-1 1,-3 1 199,-4 0 0,-3 3 0,-5 1 0,-5-1-170,-5 2 0,-4-3 0,-6 4 1,-1 0-6,-2 0 0,5-2 0,-4 2 1,0-1 161,1-3 0,6-5 0,5-4 895,5-4 1,10-4-108,11-9 0,12-4 1,10-1-1,6 0-194,2 0 0,3-3 0,3 4 0,2 1-441,0 2 0,-1 1 0,8 0 0,1 0-1249,-2 0 1,-2 1 0,3 3-1,0 4 1232,0 3 0,0 0 0,2 1 0</inkml:trace>
  <inkml:trace contextRef="#ctx0" brushRef="#br0">11780 11069 7166,'0'-12'0,"0"-1"427,0-2 0,0 4 1,0-5 752,0-2 1,0 6-1,0 1-614,0 0 0,-2 6 1,0 4-354,-2 7 0,-1 5 0,1 11 0,-3 5-228,1 6 1,-5 2 0,5 13 0,-2 4 133,0 4 0,1-1 0,-2-1 0,1 0-66,-1-1 1,-1-3-1,-1-1 1,2-9 164,1-8 1,6-11 0,-4-7-20,1-5 0,4-14 1,-3-11-1,4-7 209,4-9 0,2-6 0,6-11 0,0-5-242,0-4 0,1-1 0,-6 26 1,2-2-1,0 0 0,1-1-219,1 0 0,0 0 0,1 3 0,0 0 1,0-3-1,1 1 0,0 1 0,1 1 12,2 2 0,0 2 1,14-18-1,-1 6 1,-3 11-183,-4 10 1,-5 11 0,2 6-1,-2 7-16,-3 8 0,-1 1 0,-1 7 0,1 2 72,3 4 1,-3 6 0,3 6 0,-3 4 139,-1 4 1,-1-1 0,0 9 0,-3-1 239,-4-4 1,-3-3 0,-2-3-1,-3 1 657,-4-4 0,-8-6 0,-4 2 0,-3-6-517,-5-1 1,2-9-1,-5 3 1,-2-5-336,-1-3 0,-3-2 0,1-3 0,-1-1 82,3-1 1,8-5 0,2 1-512,7-3 0,10-1 0,7 0 165,7 0 1,10 0 0,5 0 0,7 0 162,5 0 1,-1 0 0,8 0 0,-1-1 3,3-3 1,5-8-1,1-9 1,2-4 231,-1-2 1,-5-7 0,-5-1 0,-2-3 434,-4 1 0,-7-4 1,-4 2-1,-6-1-313,-4 0 0,-6 7 0,-3-1 0,-3 4-128,-1 4 0,0 5 0,-1 4 0,-3 4 50,-4 6 0,-2 4 0,-2 6 0,-1 4 11,-3 4 0,2 9 1,-5 0-1,1 3-427,0 5 0,3 3 0,-1 6 0,3 1-482,1 0 0,2-4 0,2 5 0,4-1-459,3 1 0,2-6 1,3 1-1,5-5 307,6-7 0,8-3 1,9-9-1,2-3-1705,1-7 1,6-12 2557,2-12 0,3-10 0,1-8 0</inkml:trace>
  <inkml:trace contextRef="#ctx0" brushRef="#br0">12829 11046 8537,'-1'-11'1300,"-3"3"1,1-1-1,-4 5 1,-3 2-211,0 0 0,-2 9 0,0 3 0,1 6-471,-1 2 1,-1 3-1,-2 6 1,0 1-533,0 3 0,2-4 0,3 3 0,2-1-653,4-3 1,2-5 0,5-3 202,5-1 0,1-6 1,11-8-1,1-6 34,1-5 0,2-8 0,-2-2 0,-1-3 91,-2-2 0,-3 5 0,3-5 1,-2 1 323,-3-1 1,-1 4 0,-1 0 0,-2 1 436,-2 0-392,3 3 0,-10 5 0,3 10 0,-3 9 33,-1 9 1,-4 5-1,-1 11 1,-2 4 207,-2 2 1,3 5 0,-2 3 0,-1 3 302,-2 3 0,-2-4 0,-3 11 0,-3 1-611,-3-2 0,1-9 0,0-6 1,-2-7-696,2-8 0,4-5 1,-1-7-1,1-6 32,3-7 0,0-9 0,3-5 0,0-5-2932,3-6 1,2-4 3530,2-3 0,2-8 0,-3-7 0</inkml:trace>
  <inkml:trace contextRef="#ctx0" brushRef="#br0">14669 10786 7817,'12'-23'468,"-6"2"1,-1 0 0,-1-1 305,0 1 1,0 0-1,-4-2 1,0 4-289,0 3 0,-1 2 0,-3 1 0,-4-1 89,-2 4 1,-2 5 0,-1-2 0,-3 2-194,-4 2 0,-3 3 1,-3 6-353,-2 5 0,-5 6 1,1 7-1,-4 1 1,-1 2 85,3 5 1,7-2-1,2 0 1,8 0-146,9 0 1,6-4-1,4 1 1,6-5-233,8-2 0,11-11 1,7-1-1,6-6 273,2-2 0,-2-9 0,3-4 0,1-4 51,-4-4 1,-4-3 0,2 0 0,-6-3 124,-4 1 1,-7 8-1,-4-4-77,-4 3 0,-5 9 1,-12 8-1,-5 9 108,-6 9 0,-4 11 0,-9 9 0,-3 7-156,-3 7 0,1 2 0,15-22 0,1 0 0,-3 3 0,0 0-357,0 0 1,0 0-1,-1 1 1,1 1-1,3-2 1,0 0-1,1-1 1,0-1-1212,-11 28 0,13-17 1,6 1-1,8-11 1505,8-7 0,5-12 0,10-3 0</inkml:trace>
  <inkml:trace contextRef="#ctx0" brushRef="#br0">4115 12720 7992,'-8'-20'238,"2"2"0,-1 1 305,0 2 0,4 2 1,-4 1-1,2 1 826,2-1 1,1 0-324,-2 0 1,2 8-1,-2 8-443,3 11 0,5 11 0,0 5 0,0 5-400,1 3 0,2-1 1,4 4-1,1-2-357,0-2 1,1-2 0,3-6-1,3-7-193,4-6 0,6-5 0,3-7 0,6-10 55,6-13 1,-3-12 0,1-12 0,-2-5 93,-6-2 1,-3 5 0,-7 3-1,-3 3 635,-7 4 1,-9 12-96,-1 2 1,-9 12-1,-5 11 1,-6 11-36,-2 13 1,-3 12 0,-6 8 0,-3 8 4,13-25 1,0 2-1,1 1 1,-1 0 0,-3 5-1,0 0 1,-1 4 0,0 0-201,-3 4 0,1 1 0,1-1 1,1 0-1,-3 1 0,2 0 0,1-2 1,1-2-513,2-4 1,2-2 0,-8 21 0,13-18-1,5-10-689,5-10 1,6-11 0,3-6 0,5-7 238,7-8 1,1-9 0,12-13 0,3-11-192,6-6 1,-19 24 0,0-1 0,0-1 0,0-1 1040,-2 1 0,1-1 0,6-4 0,1-1 0,-2-1 0,1 0 0</inkml:trace>
  <inkml:trace contextRef="#ctx0" brushRef="#br0">4940 12802 8083,'-11'0'1100,"-1"0"1,0 1 3694,0 3-3860,6-2 0,2 4 0,9-3-874,7 1 1,5 0-1,6-4 1,1 0-517,0 0 1,1-4 0,1-1 0,3-1-924,1 1 0,-4 0 0,1 2 1,-2-2 34,-1-2 1,-6 5 0,-2-3 1342,-3-1 0,-6 5 0,-2-4 0,-5 5 0</inkml:trace>
  <inkml:trace contextRef="#ctx0" brushRef="#br0">4976 12967 7644,'-20'19'923,"1"-4"0,4-2 1,1-1 609,5 0 0,5-6 0,8-2-952,3-2 1,9-4-1,4-2 1,3-3-887,5-4 1,-2-1-1,4 2 1,0 1-2010,0 1 0,-2 0 2314,3-4 0,1 0 0,3 1 0</inkml:trace>
  <inkml:trace contextRef="#ctx0" brushRef="#br0">6190 12566 6851,'-15'0'-176,"-1"0"0,2 0 920,0 0 1,3 0-1,0-1 1,2-2-11,1 0 0,0-1 0,-4 4 0,2-2 1456,2-2 1,-2 3 592,2-3-2491,3 3 0,8 2 0,12 2 1,6 1-70,8-2 1,9-2 0,5-4 0,5-3-163,7-4 1,0-1 0,8 2 0,-2 1-358,-2 1 1,-4 5 0,-2-1 0,-2 3-52,-5 1 0,-9 3 0,-11 3 0,-6 8 236,-8 7 0,-7 2 0,-10 8 0,-7 3 290,-7 4 1,-9 5 0,-8 8 0,16-23-1,-2 1-137,0 1 1,-2 1-1,-1 1 1,-2-1-1,0 2 1,0 1-1,0 0 1,-1-1-122,1-1 0,-1 0 0,4-5 0,0-2 0,0 1 0,2-1 0,-15 17-1065,8-5 1,14-12 0,6-7-16,6-7 1,7-7 0,10-10 0,5-5 140,3-8 1,4-4-1,9-5 1,2-4 350,2-6 0,3 0 667,6-6 0,-1 1 0,0-4 0</inkml:trace>
  <inkml:trace contextRef="#ctx0" brushRef="#br0">7193 12967 7969,'-7'5'128,"-3"-2"0,2 4 1,-1-1 783,1 1 1,-3-3-1,3 3 1,-2 1 75,-2-1 1,0 2-1,2-4 1,1 1 716,1-1 1,4-1-611,-4-4 1,5-2-698,0-2 0,6-6 1,5-7-1,3-1-210,1-3 1,1-2 0,2 0-1,5-2-215,2-3 0,2 0 1,0-4-1,-1 3 80,1 1 1,-1 7 0,1-2 0,-1 5-514,1 4 1,-6 6 0,-2 4 0,-2 2 93,2 2 0,-7 7 0,3 5 1,-3 6 168,-2 4 1,-1 7 0,-3 3 0,2 3 186,2 4 1,-1-5 0,4 4 0,-3 0 66,3-1 1,0-2-1,2-3 1,1-5-117,3-2 1,-3-10-1,3-4 1,-2-1-58,2-4 0,-3-1 0,1-6 1,-2-3-1257,0-4 1,-7-3 0,7-4 0,-2-2 300,1-1 0,1-2 0,-2-3 0,-1-1 522,-1 0 1,-5 5 548,1-1 0,-3 6 0,-1-3 0</inkml:trace>
  <inkml:trace contextRef="#ctx0" brushRef="#br0">7252 13285 8584,'-12'0'2268,"0"0"1,2-1-1137,2-3 0,5-9 0,12-10 1,12-9-664,12-6 0,9-10 0,-17 19 0,1-1 0,2-3 0,0-1-399,3-3 0,0 1 1,0-1-1,0 0 1,1 0-1,0 0 0,-2 2 1,-1 0-851,-4 4 0,-1 1 0,20-19 0,-12 6 0,-3 9-2331,-5 12 0,-12 7 3111,-1 7 0,-12-2 0,0 3 0</inkml:trace>
  <inkml:trace contextRef="#ctx0" brushRef="#br0">8148 11989 7969,'-12'1'217,"0"2"0,0 1 908,1-2 0,-2 1 0,-3-1-242,-4 2 0,7 4 0,1-4 0,2-1 1154,-1-2-1326,5-1 1,6-4-1,9-1 1,5-2-444,6-2 1,0 0 0,2 0 0,3 2-246,0 2 1,0 0 0,-2 2 0,1-1 63,-1 2 1,0 2 0,-2 2 0,-3 4-538,-1 0 1,-3 2 0,-4 4 0,-4 1 191,-1 3 1,-2 2 0,-7 4-1,-5-1 233,-5-1 0,-5-1 1,-4 4-1,-1-2 4,0-2 1,1-4-1,1 0 1,1-1-120,1-3 1,6-3-1,-2-1-482,3-2 0,7-1 1,6-4 190,7 0 0,5 0 0,4 0 0,3 0 5,3 0 1,3-1 0,2-2 0,1-1 95,3 1 1,0 2-1,3 1 1,-1 0-1701,-2 0 2030,-10 0 0,12 5 0,-8 2 0</inkml:trace>
  <inkml:trace contextRef="#ctx0" brushRef="#br0">8608 12684 8824,'5'-6'3391,"-4"2"-2757,3 8 1,-6 6 0,-4 6 0,1 0-167,0 1 0,-4 2 0,1 8 1,-3 0-821,0-1 1,-1 0-1,0 1 1,2-1-777,2-4 1,-2 0 0,5-6 107,-1-2 1,3-3-1,-1-7-943,3-8 1963,-4-10 0,-2-10 0,-5-6 0</inkml:trace>
  <inkml:trace contextRef="#ctx0" brushRef="#br0">8325 12873 9925,'5'6'1848,"-2"0"1,6-6-1051,4 0 0,5-6 1,10-1-1,3-4-327,3-1 0,6 2 0,0 2 1,1 3-1531,-1 0 1,0 3-1,-6 0 1059,-3 4 0,3 5 0,-4 5 0</inkml:trace>
  <inkml:trace contextRef="#ctx0" brushRef="#br0">9716 12614 7969,'0'-12'940,"0"0"1,-1 1 129,-3 4 0,1 1 0,-3 8-597,1 2 0,-3 3 0,4 9 0,1 5-464,2 5 0,1 1 0,0 4 1,1 2-149,3 1 0,3-3 0,4-1 0,3 0-273,1 1 1,0-9-1,4 0 1,4-4-371,3-3 0,1-7 0,6-6 0,2-6 231,2-7 1,-5-8-1,4-8 1,0-5 416,-4-2 1,-4-2 0,-1-2 0,-2-2 295,-1 2 0,-6 2 1,-3 3-1,-5 4 997,-2 6 1,-7 8-361,-1 3 0,-5 12 0,-8 12 0,-1 6-337,-2 5 0,-5 7 0,3 4 0,-3 5-104,-3 3 1,3 3 0,-8 4 0,0 5-148,-2 4 1,1-3-1,14-24 1,0 2 0,0 0-1,0 1-377,-1-1 1,0 1 0,-1-2 0,0 0 0,1-1 0,1-1 0,-11 25-1522,7-9 0,7-16 554,5-2 0,8-14 0,8-12 0,3-9 400,0-9 1,8-10 0,2-5 732,1-3 0,15-17 0,-6-5 0</inkml:trace>
  <inkml:trace contextRef="#ctx0" brushRef="#br0">9752 12826 6782,'-6'-7'166,"4"2"582,-6 5 0,4 0-453,-4 0 0,0 0 0,-2 1 556,2 3 1,-3-2-1,4 3 873,-4 0 0,3-4-936,0 3 0,6-1 0,-2 1-418,2 4 0,2-2 0,2 2 0,2 1-81,4 2 1,3 2-1,4 1 1,2 2 8,1-2 0,-2 5 0,4-1 0,0 2 86,3-1 1,2 1 0,2 4 0,5 0-137,2 4 1,1-2 0,-1 6-1,0 0-220,2 2 0,-8-2 0,6-1 0,-2 1-77,-2-2 1,-6-1 0,1-6 0,-2-1-103,-2-2 1,-1-3 0,-1-5 0,-3-2-1121,-3-2 1,-5-3 380,0-5 0,-5-1 0,-1-3 0,-4-4-136,-6-2 1,-3-7 0,-1-3-1,1-2-224,-1-2 0,0 1 0,-1-1 1,-1 1 1249,-2-1 0,-5-5 0,2-1 0</inkml:trace>
  <inkml:trace contextRef="#ctx0" brushRef="#br0">10707 12166 7969,'0'-12'652,"0"4"0,0 0 930,0-1 0,-2 0-1137,-2 1 0,3 4 0,-4 8-269,0 4 0,3 4 0,-2 2-417,3 2 1,1 9-1,0-2 1,-1 2-1,-2 0-664,-1-2 1,0 1-1,4 0 1,0-1-614,0 1 0,-1-2 1518,-3-2 0,-2 2 0,-6-4 0</inkml:trace>
  <inkml:trace contextRef="#ctx0" brushRef="#br0">10660 12672 8301,'3'-11'0,"1"-1"658,-1 0 0,0-1 0,-1-1 0,5-5-133,3-3 1,1-5 0,8-13 0,4-3-294,3-3 0,0-2 0,4-2 0,0-1-345,1 1 0,-5 7 0,0 7 0,-5 10-953,-5 11 0,-7 9 1,-3 4-1,0 6-114,-4 7 1,0 3 1179,-2 5 0,-6 1 0,0 3 0</inkml:trace>
  <inkml:trace contextRef="#ctx0" brushRef="#br0">10966 12531 7781,'4'-8'0,"0"0"454,-1-1 0,2 3 1,0-2 670,2-1 1,-3-1 0,3 1 0,3 3-695,0 0 0,-2-1 0,0 3 0,1 1-240,1 2 1,2 1 0,0 0 0,-1 1-245,-4 3 0,3-1 0,-6 4 0,-2 3 76,-1 0 1,-1 2 0,0 0 0,0-1-25,0 1 1,-5 0 0,-3 1 0,-2 2-240,-2 0 0,-4 2 0,1-2 1,0 2 9,2 1 0,1-2 0,1 2 0,-1-1-151,0-2 0,4-2 316,0-2 1,7-4 0,2-3 0,8-3-170,6-1 1,6-1 0,-2-3-1,5-3-1267,4 1 0,-2 1 0,4 5 1501,-1 0 0,-2 0 0,-3 0 0</inkml:trace>
  <inkml:trace contextRef="#ctx0" brushRef="#br0">10848 12048 26541,'-12'0'251,"1"1"1,-1 4-841,0 7 0,-6 6 1,-7 9-1,-11 3 554,-9 4 1,-10 1 0,22-13 0,0 1-1,-3 0 1,-1 1 71,-3 0 1,0 0 0,-2-2 0,0-2 0,-5 3-1,0 0 1,-3-1 0,0-1 49,-1 0 1,0 0-1,-1-1 1,0-1-1,-4 2 1,-2-1 0,0 0-1,-2-2-63,-1-1 1,-1 0 0,1 0 0,-1-1 0,14-4-1,-2 0 1,0-1 0,-3 1 0,0 0 0,-1 0 16,-2 0 0,0-1 0,-1 1 0,1-1 0,0-1 1,-1 0-1,-6 1 0,-1-1 0,-1 1 0,13-3 0,0 1 1,-1-1-1,0 1 34,-3 0 1,0 1-1,-1-1 1,1 1-1,0 0 1,0-1-1,0 1 1,-1 0-1,-5 1 1,-2 0-1,-1 1 1,1 0-1,-1 1 1,1-1 0,-1 2-1,0-1-27,11-1 1,0 0 0,0 0 0,0 1 0,1-1 0,-10 2 0,1-1 0,-1 1 0,-1 1 0,8-2 0,-1 1 0,-1 0 0,0 0 0,0 0-1,1 0 1,0 1 0,0-1 0,0 0 0,0 0 27,1 0 0,0 0 0,0 0 0,0 0 0,2 1 0,-8 2 0,1 0 0,1 1 0,-1-1 1,1 0-1,-1 0 0,0 0 0,1 0 0,1 1 0,1-1 0,0 0 0,1 1-36,2-1 1,-1 0 0,2 0-1,2 0 1,-9 3 0,2-1-1,0 1 1,1-1 0,-1 0 0,2-1-1,5-1 1,2 0 0,0 0-294,4-1 1,1-1 0,1 0 0,-14 7 0,2 1-1,-1-1 1,0 1 0,5 0 0,1-1 252,4 0 0,2-1 0,1 1 0,1-1 0,2 3 0,0 0 0</inkml:trace>
  <inkml:trace contextRef="#ctx0" brushRef="#br0">3573 12614 27323,'45'-36'-133,"7"1"0,5 6 0,-20 16 0,2 2 1,4 2-1,1 1 114,6 1 1,1 1 0,-1 2 0,2 2-1,7-1 1,2 2 0,2 0 0,1 1 83,2-1 0,1 2 0,-21 0 0,2 1 0,-1 1 0,2 0 0,0 1 0,1 1 0,2 0 1,1 2-1,-1-1-15,3 1 0,1 1 1,-1-1-1,-3 2 1,1-1-1,0 0 1,7 1-1,2 0 1,0 0-1,1 0 1,2 1-1,0-1-10,-12-1 0,-1 0 0,1-1 0,0 0 0,-1 0 0,0 0 0,1 0 0,0 0 0,6 1 0,1 0 0,1-1 0,0 1 1,2 1-1,0-1 0,1 0 0,0 0-12,2 1 0,-1-1 0,1 1 1,1-1-1,-13-1 0,0-1 0,1 0 1,0 1-1,0-1 0,4 0 1,-1 0-1,1 0 0,1 0 0,-1 0 1,3 0-1,-1 0 0,1 0 0,0 1 1,0-1-27,2 1 0,1 0 0,-1 0 0,1 0 1,-1-1-1,-3 0 0,-1 0 0,1-1 1,0 1-1,1 0 0,-6 0 0,2-1 1,0 1-1,0 0 0,1 0 0,-1 0 1,0 0-1,0 0 0,1 0 0,-1 1 1,0-1-1,1 0-24,0 1 1,1 0 0,0 0 0,-1 0 0,1 0 0,-2 0 0,9 1 0,-2 0 0,0 0 0,0 0 0,1 1 0,-10-2 0,2 1 0,-1 1 0,0-1 0,0 1 0,0-1 0,9 3 0,0-1 0,0 0 0,-1 1 0,-1 0-100,-2 0 1,-2 0 0,0 0 0,0 0 0,-2 1 0,-3-1 0,-2 1 0,0-1 0,-1 1 0,0 1 0,9 3 0,0 2 0,-2-1-1,0 2 1,-4-2 0,0 1 0,-2 1 0,0 0-224,-4-1 0,0 1 0,-2 0 0,-2 1 1,5 4-1,-3 0 0,0 1 0,-2 0 0,0 0 1,-3 0 343,13 11 0,-2 0 0,-4-3 0,-3-1 0,-7 0 0,0 1 0</inkml:trace>
  <inkml:trace contextRef="#ctx0" brushRef="#br0">2287 12790 27553,'0'-64'-3143,"2"5"1,4 2 0,10 8 3235,10 9 0,9 8 0,9 5 0,8 3 326,8 4 0,-26 9 0,2 0 0,3 2 0,2 0 1,4-1-1,3 0-217,4 0 1,2 0 0,2 2-1,3 1 1,-14 0 0,2 1-1,0-1 1,1 0 0,1 0-1,1 0-126,2 0 1,1-1 0,0 1 0,0 0 0,0 1 0,1-1 0,8 1 0,2 0 0,0 0 0,-14 1 0,0 1-1,0 0 1,1 0-36,0 0 0,1 0 0,0 1 0,0-1 0,-2 1 1,0 0-1,0-1 0,1 1 0,4 0 0,1 1 1,0-1-1,0 1 0,3 0 0,0 0 0,1 0 1,1 0-16,1 1 0,1 0 1,0 0-1,0 0 0,-2 1 1,0-1-1,0 1 1,1 0-1,-8 0 0,0 0 1,2 0-1,-1 0 0,0 0 1,1 0-1,-1 0 1,1 0-1,0 1 0,0-1-18,2 1 1,0-1-1,1 1 1,-1 0-1,0 0 1,-3 0 0,-1 0-1,0 1 1,1-1-1,1 1 1,6 0-1,1 0 1,2 0 0,-1 1-1,0-1 1,0 1-1,1-1 1,-1 0-1,0 1 1,0-1 116,0 1 0,1-1 1,-1 0-1,0 0 1,-1 1-1,-3-1 0,0 1 1,0 0-1,0-1 1,0 1-1,3 0 0,0 0 1,1-1-1,-1 1 1,1 0-1,0 1 0,0-1 1,0 0-1,1 1 1,-1-1-86,0 1 1,1 0-1,0 0 1,-1-1-1,-1 1 1,-4-1 0,0 0-1,-2 0 1,2 0-1,-1 1 1,3-1-1,1 1 1,-1-1 0,1 1-1,-1 0 1,-2 0-1,0-1 1,0 1-1,0 0 1,0-1-91,-1 1 1,0-1 0,-1 1-1,0 0 1,0 0 0,6 0 0,-1 1-1,-1 0 1,1 0 0,5 1-1,-1 0 1,1 0 0,-1 0 0,-2 0-1,-1-1 1,0 1 0,-1 0-29,-3 0 1,0 0 0,-1 0 0,-2 0 0,11 2 0,-2 0 0,-1 1 0,0-1 0,-2 1 0,0 0 0,-4 0 0,-2 1 0,0 1-104,-4 0 0,0 1 0,-4-1 0,10 4 0,-5 0 0,-2 3 0,-5 2 0,-8 0 0,-4 1-1572,16 23 1753,-25-4 0,-4 11 0,-14-9 0</inkml:trace>
  <inkml:trace contextRef="#ctx0" brushRef="#br0">2747 13875 29413,'-23'-28'-3004,"9"6"0,8-12 1,11 3 2485,15 1 1,9 7-1,20 0 1,12 0 871,-27 12 1,2 0-1,6 1 1,2 0-1,8 1 1,3 0-1,6 0 1,2 0-180,-17 3 0,1 0 0,1-1 0,0 1 0,1-1 0,0 0 0,8-2 0,1 0 0,0 0 0,3 0 0,1 0 0,0 0-74,-12 2 0,0 1 0,0-1 1,1 1-1,-2-1 0,1 0 1,0 1-1,1-1 0,4 1 1,1-1-1,1 1 0,0-1 1,3 1-1,0-1 0,0 0 1,0 1-39,2 0 0,-1 1 0,1-1 1,1 1-1,1-1 0,0 0 0,1 0 1,0 0-1,-11 2 0,1 0 1,-1 1-1,1-1 0,1 1 0,1-1 1,0 0-1,0 1 0,1-1 0,0 1-18,1-1 0,2 1 0,-1 0 0,0 0 0,0 0 1,-4 0-1,0 0 0,0 1 0,0-1 0,1 1 1,6-1-1,0 1 0,2-1 0,-1 1 0,0 0 1,-1 0-1,1-1 0,0 1 0,-1 0 0,1 0-22,2 1 0,-1-1 0,1 1 0,0-1 0,-1 1 0,-3-1 0,-1 0 0,0 0 0,0 0 0,2 0 0,2 1 0,2 0 0,0 1 0,0-1 1,-1 0-1,1 1 0,0-1 0,0 1 0,0-1 0,0 1 86,-2-1 1,1 1-1,-1 0 1,0 0-1,0 0 1,-2-1 0,0 1-1,0 0 1,0 1-1,1-1 1,-1 0-1,1-1 1,0 1 0,0 0-1,0 1 1,0-1-1,-1 0 1,1 0-1,-1 0 1,0 1-75,0-1 1,0 1-1,-1 0 1,0 0-1,-1 0 1,-6 0-1,-2 0 1,0 0 0,1 1-1,-1-1 1,4 1-1,1 1 1,-1-1-1,0 1 1,0-1-1,-3 1 1,0-1 0,-1 1-1,1-1 1,-2 1-92,13 1 0,-1 0 1,-1 0-1,0 0 0,-7-1 1,0 0-1,-2 1 0,1-1 1,-1 1-1,-1 0 1,0 0-1,-1 0 0,15 0 1,-1 1-1,-1-1-306,-5 0 0,-1-1 0,-2 2 0,-7 0 1,-1 0-1,-2 0 0,20 3 0,-3-1 362,-7-2 0,-2 0 0,-6 1 0,-3 0 0,-10-3 0,-1 1 0</inkml:trace>
  <inkml:trace contextRef="#ctx0" brushRef="#br0">3561 13604 9845,'6'-50'0,"11"-8"727,-2 25 0,4 0 0,6 1 0,4 2 0,11-5 1,5 2-1,6-2 0,2 2-340,-14 10 1,1 1-1,1 0 1,1 1 0,-1 1-1,2-1 1,5 0 0,2 0-1,0 1 1,3-2 0,1 0-1,0 1-281,3 0 0,1 0 1,0 1-1,-1-1 0,0 1 1,1 0-1,-11 4 1,2 0-1,0 0 0,0 0 1,1 0-1,0 0 1,0 1-1,0-1 22,2 1 1,1-1 0,0 1 0,-1 0-1,-2 1 1,-1 0 0,0 0 0,2 1-1,5-2 1,2-1 0,0 1 0,1 0 0,0 0-1,1 1 1,0-1 0,0 0-87,2 1 1,0 0 0,1 0 0,-2 0 0,-2 1 0,-1 0 0,0 0 0,2 1 0,-9 2 0,2 0 0,-1 0 0,2 0 0,-1 0 0,2 1-1,-1-1 1,1 1 0,1 0 0,-1 0-15,2 0 0,0 0 1,0 1-1,0-1 1,-1 1-1,-2 1 0,-1 0 1,0 1-1,1 0 1,0-1-1,4 1 0,0 0 1,1 0-1,0 1 1,0 0-1,0 0 0,-1 1 1,0 0-1,1 0 1,-1 1-49,2 0 0,0 0 0,0 1 0,0 0 0,-1 0 0,-4 1 1,0 0-1,-1 0 0,0 1 0,2-1 0,5 0 0,0 0 1,2 1-1,-1-1 0,0 0 0,-1 1 0,1 0 0,-1 0 0,0 1 1,-1 0 58,0 0 1,0 0-1,0 1 1,-2 0-1,1-1 1,8 2-1,-1-1 1,0 0-1,1 2 1,-13 0-1,0 0 1,1 0-1,0 1 1,-1 0-1,0 0 1,0 1-1,0-1 1,-1 1 0,1 0-88,11 2 1,0 0-1,0 0 1,-2 0-1,-6 0 1,-1-1-1,-1 1 1,1 0-1,1 0 1,0 2-1,0-1 1,-1 0 47,-5 0 0,0-1 0,0 0 0,-1 1 0,14 5 0,0 0 0,-2 0 0</inkml:trace>
  <inkml:trace contextRef="#ctx0" brushRef="#br0">14362 5340 7858,'-1'-12'963,"-3"1"0,1-1 2372,-4 0-2848,4 0 0,-2 8 0,5 7 0,0 9-195,0 5 1,1 4 0,3 5-1,4 3-231,2 1 1,2 0 0,0 3 0,0-3-321,-1-1 0,6-6 0,2-4 0,2-2-262,2-3 0,-2-6 0,8-6 0,-1-5 93,-1-9 0,2-5 0,-3-8 0,0-3-70,-3-3 0,-1-1 0,-6 0 1,-2-2 522,-1 1 1,-2 4 0,-2-1-1,-3 1 435,0 3 1,-2 10 0,-6 6 230,-2 3 1,2 10 0,-6 9-1,-1 9-163,-2 9 0,-2 4 0,-3 12 0,-3 5-122,-4 5 0,2 3 1,11-24-1,-2 1 0,-1 2 1,-1 1-321,-2 3 0,-1 0 0,1 2 0,-1 0 0,-1-1 0,-1 0 0,4-4 0,0-1-727,3-3 0,1-2 1,0 12-1,3-5 1,6-11-414,2-10 1,5-10 0,4-8 0,4-6 188,3-7 1,5-8 0,-1-1 0,2-6 864,2-8 0,4-6 0,2-6 0</inkml:trace>
  <inkml:trace contextRef="#ctx0" brushRef="#br0">15105 5364 7880,'-12'4'0,"2"1"3221,2 1-2116,-2-3 1,10 2-1,0-5 1,7 0-1006,8 0 0,-1 0 0,6 0 0,1 0-808,1 0 1,6-1 0,-1-2 0,-1-1 627,-1 2 1,-4 0-1,0 1 1,1-1 79,-1-2 0,0-6 0,3 4 0</inkml:trace>
  <inkml:trace contextRef="#ctx0" brushRef="#br0">15129 5552 7880,'-29'24'1070,"4"-4"1,-1-3-1,6-3 17,8-4 1,7-6-1,9 0-152,4-2 0,9-4 0,5-2 0,6-5-212,2-5 0,-1-1 0,5-3-1698,2 1 1,1 3-1,-5 4 975,-5 3 0,3-1 0,0-4 0</inkml:trace>
  <inkml:trace contextRef="#ctx0" brushRef="#br0">15883 5305 6948,'-5'12'216,"4"-5"1,-4 0 0,1 0 711,0-1 1,-4-2-1,3 3 3155,-2-2-3261,-1-1 0,0-8 0,2-1 0,1-2-275,2-2 1,3 1 0,3-3-1,2-3-280,1-3 0,2-3 1,4-3-1,1-1-121,3 1 0,-3 3 1,3 0-1,-3 1-221,-1 0 0,-1 2 0,1 7 0,0 2-95,0 4 0,0 4 0,-2 5 0,-1 7 31,-1 6 0,0 13 1,2 7-1,0 9 138,-3 5 0,1 3 0,4 3 1,0-3-102,0-4 0,5-3 0,1-3 0,3-6-97,3-7 1,-6-11-1,7-7 1,-2-5-382,-2-5 1,-1-3 0,0-1 0,-3 0-1126,0 0 0,-5-1 1,1-2-1899,-4-1 3603,-7 1 0,4 3 0,-6 0 0</inkml:trace>
  <inkml:trace contextRef="#ctx0" brushRef="#br0">16037 5835 7816,'0'-12'703,"0"1"1,1-4 0,3-3-1,5-10 471,6-8 1,9-10-1,-7 15 1,1-1-1,1-2 1,2 0-1210,2-3 1,0 1-1,-1 4 1,1 1 0,1 0-1,0 1 1,18-21-649,-7 9 1,-11 14-1,-2 5 1,-2 5-2196,-2 4 2878,-3 1 0,2 1 0,-6 0 0</inkml:trace>
  <inkml:trace contextRef="#ctx0" brushRef="#br0">16673 4727 8296,'-11'8'1774,"-1"0"1,0-6-48,0 2 0,4-2-730,1-2 1,5 0-743,2 0 0,2-4 0,5 0 1,3 1-166,0 2 0,2 1 0,0 0 1,-1 0-198,1 0 0,1 0 0,2 0 0,1 0-198,-2 0 0,-1 0 0,-1 1 1,0 2 34,-1 1 1,1 4 0,0-3-1,0 1 43,0 4 0,-6 0 1,-2 2 554,-3 0 1,-1-1 0,-1 1 329,-3 0 1,-2 0-1,-6 0 1,-1-2-301,-3-2 1,2 2-1,-5-3 1,1 1-264,0 0 0,3-6 0,-1 4 0,3-3-332,1 1 124,6 0 1,2-4-1,8-1-5,4-3 1,2 3 0,2-3 0,1 3-143,3 1 0,-3 0 0,3 0 0,-3 1 1,-1 3 0,-1-2 1,1 6-1,0 1 315,0 2 1,-6 1-1,-2-1 1,-2 1-133,-2 0 1,0 1-1,0 2 1,-2 0-587,-2 0 1,-6-2 0,-6-1-1,0-1-405,-1 1 1,3 0 0,-4 0 0,1 0-644,2-1 0,2-3 1710,1 0 0,0 5 0,1 5 0</inkml:trace>
  <inkml:trace contextRef="#ctx0" brushRef="#br0">16921 5399 7816,'-12'7'825,"1"3"0,5-9 0,6 3 0,9-2 217,10-2 1,3-6-1,12-1 1,5-5-994,6-4 1,-4 3 0,4-1 0,-1 3-1664,-2 3 1,-3 6 0,2-2 1613,-5 2 0,7-3 0,-6-1 0</inkml:trace>
  <inkml:trace contextRef="#ctx0" brushRef="#br0">17853 5293 7816,'-8'4'1287,"0"0"0,5 5 0,-1-1-443,3 2 0,1 3 1,0 2-1,1 2-260,3 1 1,3 3 0,5 5 0,-1 3-196,1 1 0,0-2 0,0 2 1,0-1-55,-1-3 0,1-2 0,-1-5 0,-2-3 279,-1-3 1,-4-3-70,4-2 0,-6-4 1,2-8-1,-3-5-56,-1-5 0,4-5 1,0-5-1,-1-4-296,-2-3 1,-1-7-1,0-3 1,0-1-333,0-2 1,0 0 0,0-2-1,2-3-174,1-4 1,0 2 0,5-1 0,1 1-51,2 1 0,-4 11 0,0-1 0,0 10 164,-1 5 1,-3 7 859,1 2-402,-3 8 0,-1 5-234,0 6 1,1 0-1,3 5 25,4 1 1,3-4 0,2-1 0,2-2 252,5-2 0,2 0 0,3 0 0,4 0 96,6 0 1,-2-6-1,5-2 1,1-2-604,2-2 1,-3 4-1,0 2 1,-4-1-349,-2 1 0,-6 3 0,0-1 1,-5 3-2027,-5 1 1,-3 0 1044,-1 0 0,-6 5 1,-2 3-1,-4 2-3636,-4 2 5169,3 5 0,-15-4 0,3 4 0</inkml:trace>
  <inkml:trace contextRef="#ctx0" brushRef="#br0">18301 5234 7816,'-12'0'505,"4"4"1,0 0-1,-1-1 1311,-1-2 1,2-1 0,0 0 883,-1 0-2031,3 0 0,3 0 0,6 0-71,5 0 0,2-1 0,-1-2 0,0-1-378,4 1 0,-1-2 0,3 1 0,-1 2-245,-3 0 1,1 2 0,0 0 0,1 0-85,3 0 0,-3 0 0,3 0 0,-3 0-54,-1 0 0,-5 4 0,1 1 189,1 2 0,-3-3 0,-1 2 0,-1 1 393,0 0 0,0 0 0,-6 4 0,-2-2-94,-3-1 0,-4-2 1,-1 4-1,1-4-66,-1-1 1,0 3 0,0-4 0,0 0-777,1 1 1,3-3-245,0 2 693,5-3 1,3-1 0,8 0 0,3 0 35,0 0 0,1 0 0,0 1 0,0 2 36,0 1 1,1 1 0,1-1-1,2 2 89,-2 1 1,-5 4-1,-2-4 1,-1 3 181,1-3 0,-4 4 0,1-3 0,-3 2-277,-1 2 1,-9 1 0,-3 2 0,-3 0-518,-2 0 0,-1-2 1,-5-3-1,-1-1-105,0-1 1,5-1-1,0 1 1,2-4-2518,3-3 0,5-1 1814,1 0 0,7-1 0,1-3 0,7-6-1289,8-4 2616,3-4 0,6-6 0,-1 1 0</inkml:trace>
  <inkml:trace contextRef="#ctx0" brushRef="#br0">18655 4869 7401,'0'6'5964,"0"-1"-6581,0 1 1,0 0-1,0 6-664,0 0 0,0 0 0,0-1 1281,0 1 0,0 5 0,0 1 0</inkml:trace>
  <inkml:trace contextRef="#ctx0" brushRef="#br0">18902 5328 7816,'-12'7'0,"-1"-2"744,-2 0 1,1-3 0,-1 2 1384,2-3 0,6-2-1271,3-3 0,3-3 0,2-5 0,3-1-404,4-2 1,6 0 0,3-3 0,0-1-350,0 1 0,4 2 0,-2-3 0,0-1-46,1 2 1,-2-3 0,2 5 0,-3 2-206,0 1 1,-4 6 0,3 3 0,-2 3-236,2 1 0,-7 1 1,2 4-1,-3 7 204,-2 6 0,2 6 0,4 2 0,0 3 193,-1 1 1,-1 2 0,0 2 0,3-2-70,0 0 0,0-6 1,-1 0-1,1-3-591,3-4 1,-2-4 0,6-1 21,1-5 1,-7-4 0,1-6 0,-1-3-1148,-1-4 0,0-2 0,-1-3 1769,0-3 0,0-2 0,0-6 0</inkml:trace>
  <inkml:trace contextRef="#ctx0" brushRef="#br0">19008 5658 7816,'0'-11'127,"0"-1"0,0 0 1278,0 0 0,2-5 0,3-4 1,8-6-857,9-9 0,10-7 0,-12 17 0,2-2 0,1-1 0,2-2-406,1-1 0,1 0 0,-4 4 1,-1 0-1,1 1 0,-1 0 1,16-19-456,-8 7 1,-5 9-1,-5 6 1,-5 7-3409,-2 4 0,-1 7 3720,0 2 0,-5 8 0,-2 2 0</inkml:trace>
  <inkml:trace contextRef="#ctx0" brushRef="#br0">19669 4704 7816,'0'-12'0,"0"4"0,0 0 2183,0-1 1,0 2-949,0-1 0,0 5 0,1-4-987,3 2 1,2 1 0,6 4-222,0 0 0,0 0 0,-2 1 0,-1 2 26,-1 1 1,0 4 0,3-3 0,-2 1-200,-1 4 1,-4-1 0,2 0 0,-1-1 252,-2 1 0,0 1 0,-1 2 0,2 0 207,-1 0 0,-2 0 0,-1-1-89,0 1 0,-4 0 1,-1-2 366,-2-2 0,4-1 0,-5-5-89,-2 2 0,0 0-613,-2-4 0,6-1 1,3-2-488,6-1 0,2-1 0,4 3 0,0-2-384,4 1 1,-1 2-1,5 1 1,-1 0-4766,0 0 5746,-1 0 0,2 5 0,2 1 0</inkml:trace>
  <inkml:trace contextRef="#ctx0" brushRef="#br0">20211 4986 6124,'0'12'941,"0"1"0,0 4 302,0 7 1,-1 2 0,-2 8-1,-1 4-1033,2 3 0,-4 1 1,2 0-1,1-6-672,-3-3 0,5-7 0,-4-1 0,1-7-565,0-6 815,0-8 212,-1-4 0,-2-12 0,-5-6 0</inkml:trace>
  <inkml:trace contextRef="#ctx0" brushRef="#br0">20011 5175 7816,'11'4'460,"1"0"1,1 0 0,3-4 0,4 0 241,2 0 1,7 0 0,4 0 0,5 0-908,5 0 0,-1 0 1,0 0-1,1 0 180,3 0 1,-7 0 24,4 0 0,-10-5 0,-4-2 0</inkml:trace>
  <inkml:trace contextRef="#ctx0" brushRef="#br0">21096 4739 7816,'0'12'186,"0"0"1,-2-2 0,0 0 1135,-2 2 1,-6 0 0,1 12 0,-5 7-567,-6 10 1,-2 12 0,10-20 0,0 1 0,0 2 0,1 0-956,-1 4 1,0-1 0,1-4 0,0-1 0,1 2 0,0-1 0,-4 24-5291,5-13 5489,3-17 0,17-7 0,2-10 0</inkml:trace>
  <inkml:trace contextRef="#ctx0" brushRef="#br0">22039 5140 7816,'0'-8'434,"-1"1"538,-3 2 1,2 0-218,-2 1 0,3 4-423,1 0 0,1 1 1,2 7-56,1 1 0,0-2 1,-4 1-1,0 1-20,0 1 1,0 2 0,0 0 0,0 0-68,0-1 1,0 1-1,0 1 1,0 2-69,0 0 1,0 1-1,0-4 1,0 0 90,0 0 1,0-1 0,0 1 101,0 0 0,1-4 0,3-2 302,4 0 1,2-4 0,4-6-366,1-4 0,4-7 0,6-6 0,3-5-112,8-6 0,7-9 1,-16 18-1,1-1 1,3-2-1,1-1-30,1-2 0,2 0 1,3-1-1,1 0 0,0-1 1,1 1-1,0 1 0,1 0-528,0 1 0,-1 2 0,-8 4 0,-2 1 0,1 3 0,-2 2 0,17-9 418,-11 8 0,-12-2 0,-1 1 0</inkml:trace>
  <inkml:trace contextRef="#ctx0" brushRef="#br0">17464 6425 7816,'0'-7'1238,"-6"2"1,4 10 0,-5 4 0,2 6-507,2 4 1,-2 8 0,1 1-1,0 4-348,-1 4 1,0 1 0,-4 5-135,1-1 0,1-3 0,-2-7 0,2-5 0,2-5 213,3-5 0,-4-10 0,2-6 367,2-6 1,0-15 0,4-7 0,2-6-561,4-5 0,2-3 1,2-6-1,0-3-226,-1-4 0,-1 1 0,0-1 0,3-3-619,0-3 1,4 4-1,0 2 1,0 8 220,0 9 1,0 19-1,-2 4 1,1 7 99,-2 6 0,-4 3 1,1 7-1,3 8 274,3 5 0,-1 7 0,2 4 1,1 3 13,-1 4 1,-3-1-1,0 4 1,-2 0 32,-1 0 0,-5-8 0,-3 0 0,-3-2 807,-1-2 1,-11-3-1,-4 4 1,-8-3-472,-4-1 1,-4-1 0,-6 0 0,0 1-990,3 0 1,1-2-1,-1-3 1,1-1-534,2-2 1,10-6 0,3 1 0,6-7 109,4-1 1,7-1 0,1-2 0,8 0-1081,6 0 1,4-7 0,6-2 2088,0-1 0,4-9 0,3 3 0</inkml:trace>
  <inkml:trace contextRef="#ctx0" brushRef="#br0">17876 6696 7348,'-5'12'-614,"2"-2"1,-3-1 1913,1-1 1,2-1 552,7 0 0,4-7 0,8-9 0,3-5-845,3-6 0,2-2 1,0-2-1,-1 1-873,1-1 1,-2 1 0,-1-1 0,-3-1-166,-1-2 1,-2 6 0,-6-3 0,-2 3 80,-2 3 1,-3 5-1,-6 6 1,-3 2-128,-4 2 0,-5 9 1,-1 5-1,-1 8 149,-3 3 1,-1 3 0,-2 2 0,2 5-144,2 2 0,3-3 1,5-1-1,2 1-653,2-1 0,3 0 0,5 0 1,2-5-135,6-4 1,2-8 0,9 0 0,2-5-557,1-3 0,7-2 0,1-9 0,2-5 454,-1-8 959,1-3 0,3-7 0,0-1 0</inkml:trace>
  <inkml:trace contextRef="#ctx0" brushRef="#br0">18348 6578 7816,'0'-17'387,"1"8"1,2-3 151,1 1 1,-2 2-1,-5 1 778,-5 4 0,-3 3 0,-1 2 0,1 3-930,-1 4 1,-1 3 0,-2 1 0,0 1-27,0 2 1,2 0-1,3 3 1,2 0 174,4 1 0,-1-5 0,1 2 0,1-3-613,2-1 1,2-4 0,3-2 0,4-1-144,2-2 1,3-2-1,2-2 1,2-3-19,1-4 0,-2-4 1,2-2-1,-1-2 15,-2 2 1,-2 0 0,-1-1 0,-1-1-68,1 2 1,-1 1-1,-2 2-109,-1 4 0,-6 4 277,2 11 1,-4 2 0,-2 13 0,-4 3 408,0 3 0,-2 3 0,-4 8 1,0 4 858,1 6 1,-6 0 0,-2 2 0,0-1-636,-1-1 0,0-12 0,-2 4 1,1-3-834,1-2 0,5-10 0,-5-3-53,-1-2 0,8-10-1237,1-4 1,8-7-1,0-5 1,4-5-5724,4-5 7335,8-10 0,6-6 0,6-5 0</inkml:trace>
  <inkml:trace contextRef="#ctx0" brushRef="#br0">19327 6319 7816,'0'-12'1295,"-4"0"0,-1 2 1083,-2 2 0,4 1-1147,-1 3 1,-1 2 0,3-5-769,3 2 1,4 1 0,7 3-1,0-2-238,-1-1 0,7-4 1,0 4-328,0 2 1,4-4-1,-2 2 1,2 2-1,2 0-288,0 2 0,-5 0 1,0 2-1,-2 2 149,-3 4 1,-2 2 0,-4 3 0,-4 2 52,-3 0 0,-1 5 0,0-4 0,-1-1 796,-3 2 0,-4-2 0,-7 3 0,-2-1-16,-1-2 1,0-2 0,-3-2 0,2 1-45,2 0 0,-2-4 0,3-2 1,2 1-11,0 0 0,7-5 1,-1 2 396,-1-3-807,3-1 1,2 0 0,7-1-505,1-3 0,6 3 0,1-3 0,5 3-92,2 1 0,-2 1 0,2 3 0,0 2 180,1 1 0,-4 3 0,4-2 1,-2 4 272,-3 4 0,-5-3 0,-2 3 0,-2-2 420,-2 2 1,-2-3-1,-3 3 1,-5-2 113,-5 2 1,-7-3 0,-2 2-1,-4-1-701,-3-3 0,-1 1 1,2-1-1,-3-2 31,0-1 0,-1-6 0,5 2 1,-1-2-1767,0-2 0,8 0 1,3 0-667,3 0 0,8-2 1166,5-2 1,6 2 0,10-6-1,2-1 1417,1-2 0,8-1 0,-2 1 0</inkml:trace>
  <inkml:trace contextRef="#ctx0" brushRef="#br0">19893 6778 6958,'-16'0'0,"-1"0"-189,-1 0 0,3-5 0,1-3 0,3-2 2926,3-2 1,6-1-2738,-2-3 0,3-7 0,1-8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8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2417 7851 7430,'0'12'-329,"0"0"0,-1-1 1,-2 1-1,-1 1 458,1 3 0,1-3 1,-1 3-1,-1-3 350,2-1 1,0 0 0,2-1 0,0 2-93,0 3 1,-4-7 0,1 3 0,0-1 384,2-1 1,1-2 156,0 0 1,0-7-453,0-1 1,0-9-1,0-8 1,1-3-218,3-5 1,-3-3 0,3-8-1,-3-1-242,-1-2 0,4 0 0,0-6 0,-1-2-234,-2-1 0,0 5 0,2-7 0,1-1 12,-1-2 1,-2 3-1,-1 2 1,0 6 112,0 7 1,0 7 0,0 2-1,0 5 125,0 5 0,1 7 0,3 3 58,4 0 1,3 2 0,0 4-1,2 2-196,3 2 1,-1 2 0,3 6 0,0 1-193,1 3 0,0-3 0,5 3-186,-1-3 1,1 3 0,-2 1-1,-1-2 1,-2 0-202,-2-5 1,0-1 0,-3 3 70,2 0 612,-6-6 0,1 5 0,-5-5 0</inkml:trace>
  <inkml:trace contextRef="#ctx0" brushRef="#br0">2264 7651 8191,'-12'11'0,"0"1"711,0 0 1,4 0 0,2 0-1,1-1-292,2 1 0,4 0 1,6-2 305,5-2 1,7 1 0,2-5 0,4-1 0,5-2-403,4-1 0,-3-5 0,6-3 0,1-1-1102,-1 1 0,0-2 1,-3 2-1,0-1-1148,1 1 1927,-7-3 0,11 5 0,-9-6 0</inkml:trace>
  <inkml:trace contextRef="#ctx0" brushRef="#br0">3030 7462 9205,'0'-8'2827,"0"0"1,0 7-1,-1 1-2338,-3 7 0,1 10 0,-5 5 1,-2 7-429,-4 5 0,-1 4 0,-5 10 0,-1 3-670,-1 4 1,0-2 0,1-4-1,3-4-1101,1-6 0,6-7 0,7-6-90,3-5 1,6-9 1799,3-8 0,8-8 0,2-3 0</inkml:trace>
  <inkml:trace contextRef="#ctx0" brushRef="#br0">3148 7698 7685,'-8'0'677,"0"0"1582,-1 0 0,3 0-1138,-2 0 1,6 0-814,2 0 1,6-4-1,5-1 1,1-1-212,0 1 1,0-4 0,1 2 0,1 1-71,2 2 0,0 3 0,-4 1 0,1 0-203,2 0 1,-1 1 0,1 3 0,0 5-326,0 5 0,-4 1 0,3 3 0,1 1-16,-2-1 0,-3 0 0,-1 3 0,2-2 1,-2-2 1,0-2 0,2-3 0,-2-1-131,-1-4 1,-2 0 0,4-4-383,-3 0 1028,-4 1 0,7-9 0,-3-1 0</inkml:trace>
  <inkml:trace contextRef="#ctx0" brushRef="#br0">3207 7922 9627,'-7'-5'941,"4"-3"1,3-4-1,5-4 1,7-3-572,6-4 1,4-6 0,3-2 0,1-3-668,2-1 0,1 3 0,-3 2 0,1 1-862,0 3 1,-8 10 0,-3 5 0,-2 1 366,2 4 1,-7-3 791,3 5 0,-3 0 0,3 4 0</inkml:trace>
  <inkml:trace contextRef="#ctx0" brushRef="#br0">3726 7250 7813,'5'-8'660,"3"0"1,-1 2 0,0-2 287,3 4 1,-4 4 0,1 4 0,-1 5-384,1 5 1,-3 9 0,2 5 0,1 4-418,-1 4 0,-3 1 0,1 6 0,-3 3-319,-1 4 1,0-4 0,0 2 0,-1-1-285,-3-2 1,-1-4 0,-4-2-1,-1-4-403,-3-5 0,1-6 1,-3 2-1,2-4-322,1-2 0,1-9 1180,4 0 0,-4-7 0,4 2 0</inkml:trace>
  <inkml:trace contextRef="#ctx0" brushRef="#br0">4186 7497 7871,'-8'0'0,"0"0"1989,-1 0 0,-2 0 2242,0 0-3666,4 0 1,7-1 0,9-2 0,4 0-517,3 0 1,4 2 0,-3 1 0,1 0-544,3 0 1,-3 0 0,2 0-1,1 0-639,1 0 1,-2 0-1,-2 0 1,1-2-4099,-1-2 5231,-9 3 0,12-4 0,-8 5 0</inkml:trace>
  <inkml:trace contextRef="#ctx0" brushRef="#br0">4186 7592 7871,'-12'0'1308,"0"0"270,0 0 0,5 0-1054,-1 0 1,6 4-1,2 0 1,7-2 236,3-1 0,3 1 1,3 0-1,4 2-849,2-1 0,-2-2 0,-1-1 0,1 0-1329,-2 0 1,3 0 0,-5 0 0,-1 2 1416,-2 2 0,4 2 0,1 6 0</inkml:trace>
  <inkml:trace contextRef="#ctx0" brushRef="#br0">5200 7250 7871,'-1'10'-62,"-2"-1"515,-1-1 0,0-4 0,3 3 172,-3-2 0,1 0 728,-5-1 1,4-2-207,-3 1-685,4-1 1,-2-7 0,5-3 0,0-3-153,0-1 0,1 1 0,3-2 0,4-2 0,2-2-177,2-1 0,0 2 0,0-2 0,-1-1-176,1 1 0,4 0 1,0-2-1,-1 3 60,2 0 0,-2 8 0,3-3 1,-1 3-256,-2 2 0,-2 2 0,-1 8 0,1 3 122,2 6 1,-2 8 0,3-1-1,-3 5-319,-1 3 1,1-2 0,2 3 0,0-3 29,0-2 1,-2-3 0,-1-2 0,1-1-77,2-2 1,-1-2 0,1-3 0,-2-2 94,-1-4 1,-4-3 0,0-1 0,1 0-205,2 0 590,-5-5 0,5-7 0,-5-6 0</inkml:trace>
  <inkml:trace contextRef="#ctx0" brushRef="#br0">5282 7438 8144,'-11'4'0,"-1"0"1565,0-1 1,5-3-598,4-4 1,4-4-1,7-8 1,9-5-469,8-5 0,7-5 0,10-8 0,7-5-368,-23 22 1,0-2 0,-1 1-1,0-1 1,1 1 0,-1 0-1,22-20-1240,-3 4 0,-9 11 1,-9 8-3119,-5 5 4226,-9 6 0,-12 19 0,-7 4 0</inkml:trace>
  <inkml:trace contextRef="#ctx0" brushRef="#br0">6131 7002 7792,'-11'8'790,"-1"0"1,1 2-218,4 5 0,-4-1 1,3 6-1,-2 2-156,-2 4 1,0 5 0,2 3 0,0-3-129,3-3 1,3-4 0,-3 0 0,1 0-2148,-1-1 0,4-8 559,-1-4 0,3-8 1,1-3 1298,0-7 0,0-8 0,-5-4 0,-2-4 0</inkml:trace>
  <inkml:trace contextRef="#ctx0" brushRef="#br0">5896 7203 7792,'0'8'0,"0"-1"1,0 3 1,-4-4 1657,0 2 1,5-5-1,7 1 1,2-3-856,2-1 1,5-1-1,3-2 1,2-2-1117,2-2 0,1-1 0,1-4 0,1 2-364,0 2 1,-3-2 0,-1 3 0,-2 1 363,-2 2 1,-3-2 311,4 2 0,-6-5 0,3 3 0</inkml:trace>
  <inkml:trace contextRef="#ctx0" brushRef="#br0">6615 7002 7756,'-8'-1'488,"0"-2"1289,-1-1 1,4-1-816,1 1 0,5-1 0,6-4-695,4 1 0,9 4 1,-2-2-1,3 0-248,3 4 0,-3 0 0,7 2 0,-4 0-221,0 0 1,0 0 0,-1 0 0,-1 2-50,-2 2 0,-2-2 0,-4 6 0,-1 1 9,-3 2 1,-6 2-1,0 1 1,-3 2 456,-1-2 0,-4-1 1,-1-2-1,-3-2-53,-5-1 1,1-2 0,-3 4 0,2-4 522,1-1 1,-4-1-1,0-4-324,2 0 1,1 0 0,1 0-560,0 0-186,6 0 0,2 0 195,8 0 1,2 2-1,6 0 1,0 4 85,0 0 1,-1-2 0,1 4 0,0 1 468,0 2 0,-2 2 0,-1 1 0,-2 3 77,-2 1 1,-1-2 0,-4 2 0,0-1-624,0-2 1,-5 2-1,-3-1 1,-4-1-669,-3 2 0,0-5 0,-3 1 0,-1-4-270,1 1 1,-2-5 0,-3-1 0,-1-3 353,1-1 0,-1-4 1,2-2-1,1-4 764,1-3 0,1-1 0,-5 2 0</inkml:trace>
  <inkml:trace contextRef="#ctx0" brushRef="#br0">5058 7804 7808,'-15'0'0,"-1"0"4320,2 0-2974,0 0 1,10 0-1,10-1 1,13-3-1,15-4-344,12-3 0,15-2 0,-25 6 1,2 0-1,6-2 0,3-1-727,5-1 1,3 0 0,6 2 0,1 1 0,-15 1 0,2-1 0,-1 1 0,1 0 0,1 1 0,-1 1-581,2-1 0,-1 1 0,0 1 0,-5 1 0,-1 0 1,1 1-1,3 1 0,0-1 0,0 1 0,18 0 1,-1 1-605,-7 0 0,-2 0 0,-11 2 1,-2 0-1,-8 0 0,-1 1 1,29 4-1290,-8 2 1,-10-4-1,-2 0 2198,-9 1 0,3 0 0,-13 6 0</inkml:trace>
  <inkml:trace contextRef="#ctx0" brushRef="#br0">5141 8523 7908,'-5'7'4155,"3"-4"-3190,-2-6 1,4-5-1,4-7 1,4-2-632,3-1 0,0-3 0,3-5 0,0-3 7,2-1 1,5 2-1,-3-2 1,2 1-155,-1 3 1,-3 7 0,2 3 0,-1 4-136,-2 4 1,-2 3-1,-3 6 1,0 4-109,-3 7 1,1 5 0,4 8 0,0 3-58,0 3 0,-1 3 0,1 2 1,1-2 25,3-3 1,-3 2-1,3-6 1,-2-1-962,2-1 0,1-4 1,3-4 185,-5-5 1,3-4 0,-1 0 0,0-6 0,0-4 861,-3-6 0,4-8 0,1-2 0</inkml:trace>
  <inkml:trace contextRef="#ctx0" brushRef="#br0">5306 8676 8151,'-5'11'1041,"-3"-3"0,3-4 0,2-10-161,6-6 0,8-5 0,9-7 0,4-4-613,3-3 1,1-5-1,6-2 1,4-1-840,2 1 1,0 0 0,0 1 0,-2 1-143,-4 2 1,-7 7 0,-3 4 713,-3 6 0,-6 4 0,2 1 0</inkml:trace>
  <inkml:trace contextRef="#ctx0" brushRef="#br0">6061 7922 7813,'-6'12'33,"1"-5"1,-4 0-1,1-2 2267,-1-2 0,2-1 1092,0 2-1608,4-2-1435,-2 3 0,10-5 0,3 0 1,4 0-201,3 0 1,-4-4-1,3 0 1,1 1-324,-2 2 0,-3 1 1,1 0-152,2 0 1,1 1-1,-2 2 283,0 1 0,-6 5 141,-2-1 0,-4 3 0,-4 0-52,-4 1 0,-2 0 0,-2-2 1,-1 0-161,-3-3 1,3-3-1,-2 4-441,1 1 1,3-2 166,-1 1 1,7-6 0,5 2 0,6-2-377,5-2 1,6-2 0,2 0 0,4-4-299,0 0 1,1 3-1,-1-1 1061,1 3 0,5-4 0,1-2 0</inkml:trace>
  <inkml:trace contextRef="#ctx0" brushRef="#br0">6238 8440 7803,'-12'-6'509,"4"1"1,0 3 0,-1 0 1159,-2-2 1,4-1 0,-1 2 794,-2-1-2093,5 0 0,5 4 1,9 0-388,6 0 1,-1-1 0,6-2 0,1-1-709,1 2 0,3-1 0,1 0 0,3-1-902,1 2 0,-2-1 0,2 1 1626,-1-2 0,9-5 0,-2 2 0</inkml:trace>
  <inkml:trace contextRef="#ctx0" brushRef="#br0">7075 8051 7860,'-8'4'816,"0"0"1,2 2-1,-4-4 1,2 3 0,-1 2 86,-1 2 0,2 7 0,0 5 0,-1 6-568,-2 9 0,4 3 0,-1 11 0,0 6-759,1 3 0,1 1 1,3-3 423,-1-6 0,6 0 0,4-9 0</inkml:trace>
  <inkml:trace contextRef="#ctx0" brushRef="#br1">7900 6484 7893,'7'-12'217,"2"0"0,-5 0 0,-1 0 1034,-2 1 0,-1 3-656,0 0 0,-1 5 0,-3 1 1,-4 4-121,-3 6 1,-1 3 0,1 0-1,-2 3-201,-3 1 1,3-2 0,-3 4 0,2-1-28,-2 0 1,3 1 0,-3-1 0,2 3-273,-2 3 0,1 2 0,-3-2 1,0 1-54,-1 0 0,4-6 0,-4 7 1,2-3-142,3-3 1,1-1-1,1-6 80,0-4 1,4-1-1,2-8 1,1-3 306,2-7 1,2-2 0,2-8 0,2-3-171,1 0 0,3 0 1,-3 3-108,-1 2 1,-2-2-1,-1 3 1,0 1 5,0 2 1,-1 9 0,-3 3 18,-4 2 1,2 8 0,-2 3 0,0 4-69,1 3 1,-3 5 0,3-2 0,1 5-168,2 3 1,1-4-1,1 3 1,-2 0 131,1-1 1,2 0-1,1-3 1,0-1-37,0-1 0,1-6 0,3 0 1,4-3 27,2-3 1,3-6 0,2 2 0,2-2-950,1-2 1,3-6 1143,7-2 0,-3-7 0,3-4 0</inkml:trace>
  <inkml:trace contextRef="#ctx0" brushRef="#br1">8301 6142 7892,'-8'-11'161,"0"3"0,5-1 0,-5 5 940,-2 2 0,4 2 0,-1 4 0,2 5-481,3 5 0,-1 5 0,0 5 1,-1 4-404,2 3 1,0 5-1,2 2 1,-1 2-74,-3 2 1,3-2 0,-3 1 0,3 0 6,1-3 0,-4-5 0,0-3 0,1-3 28,2-4 0,-3-5 20,0-6 0,0-11 0,3-5 0,-2-5 47,-1-3 1,-1 0 0,1-1 0,-3-1-209,1-2 1,-5 0 0,4 5 0,-4-1-76,-1 0 1,0 2-1,1 2 1,-1 4 7,0 3 0,2 2 1,0 3-1,3 4-83,-3 2 0,4 3 0,-1 3 0,2 4 116,2 2 0,2-3 1,2 0-1,2-1 166,1 1 1,5-5-1,-1 2 1,4-3 30,4-1 0,-3-6 1,4-2-1,0-3 131,2-1 0,0 0 1,0-1-1,2-3-11,2-4 1,-4-4-1,1-3 0,1-4-516,1 1 0,2-4 1,-2 2-1,-1-2-192,-1-2 0,-6 2 0,0 1 1,-3 1 155,-3-1 0,-6 4 1,2 2-1,-2 2 189,-2 1 1,-2 5 0,-2 3 172,-3 3 0,-4 1 1,-1 3-1,0 3-25,1 6 0,-1 4 1,0-2-1,0 3-142,1 1 0,3-2 1,1 3-1,1-1-60,-1 0 0,4-2 0,-1 2 0,3-1-96,1-2 1,0-2-1,1-1 1,5-2-396,6-2 1,-1-3 0,6-5-1,0 0-455,3 0 0,2 0 1,2-1-1,1-3-40,2-4 0,-2-6 0,3-3 0,-3 0 1082,-2 0 0,1-4 0,-1 2 0</inkml:trace>
  <inkml:trace contextRef="#ctx0" brushRef="#br1">8690 6531 7848,'6'-12'784,"-5"0"1,3 0 347,-3 1 1,-1 3-1,0 0 2792,0-1-3281,0-2 0,-1 5 1,-3 2-358,-4 2 1,1 2-1,0 2 1,-1 2-259,1 4 0,-3 2 0,3 2 0,-1 0-83,0-1 1,2 5 0,-2 1 0,4 0-419,3 0 1,1 0 0,0-2 0,0 0 410,0 0 1,1-2 0,3-3 0,4-2 311,2-4 1,2-3 0,0-1-1,0 0 2,0 0 0,1-6 1,1-5-1,2-3-203,-2 0 0,-1-3 0,-1 0 1,0 0-74,0-1 0,-5-1 1,0 3-39,-2 2-77,-1 1 1,-4 7 0,0 6 125,0 7 1,-1 3 0,-2 2 0,-1 1 292,2 3 1,-1 2 0,0 6 0,0-1 239,0 1 1,-2 1-1,-1 1 1,0 3-82,-3 1 0,-2-2 0,1 2 0,-1 0-418,0 0 1,1-4 0,-7 2 0,2-3-743,-1-2 0,-1-3 1,2-2-1,0-1-781,0-2 1,1-8-1,-1-3 125,0-2 1,4-4-1,7-2 328,3-3 0,2-8 0,3-2 1,5 0 1048,6 0 0,8-9 0,8 1 0</inkml:trace>
  <inkml:trace contextRef="#ctx0" brushRef="#br1">9256 6201 7898,'7'-19'0,"-2"4"1282,0 2 0,-3 5-530,2 0 1,-3 10 0,-1 2 0,0 8-453,0 8 0,0 1 1,-1 11-1,-2 5-455,-1 5 1,-5 0 0,1 1 0,-2 2-1490,-2 1 1644,0-4 0,-5 9 0,-1-3 0</inkml:trace>
  <inkml:trace contextRef="#ctx0" brushRef="#br1">7735 8688 7820,'4'8'666,"0"0"1,4 0 732,-4 3 1,0 1 0,-4 0-658,0 0 1,-2-6-1,0 0-325,-2-1 0,-5-4 0,1 3 94,-3-3 0,3-1 0,1-1 1,-3-2 40,0-1 0,-3-5 0,-2 1 0,0-2-588,0-2 0,-2-1 0,2-1 1,-1-2 18,-1 2 1,4-1 0,-3 1-1,3-3-315,1-2 1,0 5 0,2-2 0,1 2 36,1-2 0,4 6 0,-3-5 78,2 1 1,1 3 171,4 3 0,1 6 93,3-2 0,3 3 0,3-1-103,-2-2 0,3 3 0,-3-4 184,2 0 1,-2 2 0,0-4 75,1 2 1,-4 0-1,0 2 405,1-1-525,-5 0 1,3 4 0,-8 2-76,-4 2 0,-1-2 0,0 6 0,1 1-277,-1 2 1,-3 2 0,-2 1 0,-3 3 17,-2 2 1,5-4 0,-3 5 0,1 1 59,0 1 1,-1-2 0,4-2-1,0 1-14,3-1 0,4-6 0,0 2-480,1 1 1,6-6-1,7-5 1,2-3-144,2-1 0,5 0 0,3-1 0,2-2 826,2-1 0,-1-5 0,1 2 0</inkml:trace>
  <inkml:trace contextRef="#ctx0" brushRef="#br1">8348 8323 7812,'8'-7'315,"0"3"0,-5 8 0,1 4 0,-4 4 555,-4 3 0,1 5 1,-3 6-1,-1 3-305,0 1 0,0 2 0,-4 4 0,2 4-213,1 3 0,0-1 0,-4 1 0,2 0-16,2-1 0,1-5 1,5-8-1,-2-5 676,1-5-736,2-5 0,0-9 1,-2-5-90,-1-6 0,-5-9 0,2-2 0,-2-1-230,-3-3 1,3-1-1,-6-2 1,1 2 14,3 2 0,-1 3 1,0 6-1,0 0 219,0 3 0,5 3 0,-1 6 0,0 3-55,1 4 1,-2 8-1,5 3 1,2 4-88,0 0 1,2 5 0,2-1 0,2 0 6,3-3 1,5-5 0,3-4 0,2-1 51,1-3 1,2-4-1,3-3 1,1-4-29,-1-4 0,2-4 0,2-6 1,-1-3-511,-4-2 0,2 0 0,-6-5 0,2 0-272,-1 1 1,-6-1-1,0 1 1,-3-1 354,-1 1 1,-4 4 0,-1 4-1,-3 1 679,-1 3 0,-4 3 0,-1 1 99,-1 2 0,-2 6 0,-4 7 0,0 3 48,0 0 1,0 3 0,2 1 0,1 4-68,1-1 0,0 4 0,-2-2 1,2 2-369,4 2 1,1-5 0,1 0 0,-2-1-690,1 0 1,3-3-1,4 0 1,5-1-175,6-3 0,-1-4 0,6-3 0,1-4-194,1-4 0,5-8 0,1-8 0,-1-2-982,2-1 1995,-4-1 0,9-10 0,-4-3 0</inkml:trace>
  <inkml:trace contextRef="#ctx0" brushRef="#br1">8785 8582 7812,'-12'0'1040,"4"0"0,0 0 0,-1 0 1446,-2 0 0,4 0 0,-1 0-1527,-1 0 0,-2 5 0,-1 3-650,1 3 1,-1 4 0,1 2 0,2 2-96,1 2 1,4-3-1,-2 0 1,0 1-1389,4-1 1,1-4 0,2 2 461,3-3 0,2-6 1,6-3 522,0-3 0,0-6 1,0-4-1,-1-6 0,2-3 198,3-1 0,-5-2 1,2 4-1,-1 0 2,-3 0 1,-1 2 0,1 3 0,-1 0-54,1 0 1,-4 4-56,-1 1 1,-3 5-1,-1 2 236,0 7 1,0 5 0,0 3-1,0 5 402,0 2 0,0 3 1,-1 1-1,-2 2-15,-1-2 0,-1 4 0,2 0 1,-2 2-234,-1-1 1,-2-3 0,-4 3-1,-1 2-321,-3 1 0,3-4 1,-3-2-1,2-4-531,-2 0 1,2-6 0,-6-3-541,-1-6 0,8-4 0,1-6 0,3-3-189,3-4 0,0-6 1,8-3-1,2-2-45,3-2 1,9-1 1332,4-2 0,2-4 0,2-2 0</inkml:trace>
  <inkml:trace contextRef="#ctx0" brushRef="#br1">9233 8429 7767,'-16'6'0,"0"-2"1815,2-3 1,5-1-574,1 0 1,7-6 0,1-6 0,7-5-568,8-1 0,-1-4 0,6 2 0,0-1-321,-2 1 1,4 2 0,-4 5 0,2 0-181,0 2 0,-6 7 0,3 0 0,-1 4-90,0 4 0,-1 4 0,-4 8-79,-3 4 0,1 2 1,-5 3-1,-2 1-32,0 1 1,-2 5 0,-2-5 0,-1 1 0,-5 1 5,-3 2 1,-2-1-1,-3 0 1,-3 0-120,-4 1 0,0-5 1,-1 0-1,1-4-155,-1-2 1,1-7-1,0-1 1,4-7 314,3-4 1,8-2-1,4-3 619,3-4 1,2-1 0,3 0 0,4 1-33,2-1 0,3 2 1,3 1-1,4 1-176,2 2 0,2 2 0,-1 2-1073,1 3 1,-1 4 0,1 7-1,-2 5 1,-1 4 641,-1 3 0,0 3 0,3 6 0</inkml:trace>
  <inkml:trace contextRef="#ctx0" brushRef="#br0">13867 7214 7949,'0'-15'533,"0"0"0,0 1 583,0 1 0,0-2 1,-1 1-1,-3-2-461,-4 2 1,-8 1 0,-3 1 0,-5 0 132,-4 0 1,1 5 0,-7 0 0,-4 3-391,-3 5 0,-3 11 0,-5 10 0,1 7-245,2 5 1,8 3 0,2 8 0,9-2-487,6 1 0,9-3 0,10-3 0,7-7-193,11-7 0,8-7 0,14-11 0,4-6 183,4-6 0,-5-11 1,6-7-1,-1-4 182,0-3 1,-8-1 0,-6 4 0,-4 1 235,-6-2 1,-6 4 0,-2-1 0,-4 5-3,-6 5 1,-4 8 0,-4 4 82,-4 3 0,-3 8 0,-1 6 0,2 10-109,2 11 0,-2 8 0,2 9 0,-3 7 529,-1 7 1,7-30 0,-1 0 0,-1 5 0,1 1-268,-2 1 0,0 0 0,0 1 1,-1 0-1,-1-2 0,-1-1 1,1-2-1,0-1-184,0-1 0,-1-1 0,-7 29 0,-2-12 0,-1-7 0,-1-6-161,-2-5 0,5-10 0,0-2 0,1-3-302,0-5 1,7-6 0,1-6-1,3-4-1447,5-6 0,0-8 1,4-5-1,2-8 179,3-10 0,10-4 1,7-13 1605,-9 26 0,0-1 0,2-3 0,0-1 0,1-4 0,0 1 0</inkml:trace>
  <inkml:trace contextRef="#ctx0" brushRef="#br0">14433 7002 8015,'-29'17'840,"3"-2"0,-4 4 0,0 4 970,0 3 1,-1 1-1,0 7 1,3 4-877,4 3 0,4 5 1,2 6-1,1 7-623,2 5 1,3-7-1,4 7 1,5-4-228,1-4 0,2-10 1,2-5-1,1-10-2000,5-7 0,3-10 1,1-1-1,1-5 916,2-3 1,-1-2-1,3-8 1,0-8 999,2-9 0,4-7 0,0-7 0</inkml:trace>
  <inkml:trace contextRef="#ctx0" brushRef="#br0">14457 7332 8015,'-7'24'-841,"2"0"0,1-1 723,0 1 0,1-1 1,7 1-1,5-1 2182,6 1 1,3 0 0,6-1-1,1 1-1826,2-1 0,-1-3 0,5-2 0,-1 1-283,0-1 1,-8-8-1,0 1-5395,-3-5 5440,-9-2 0,-10-9 0,-6-1 0</inkml:trace>
  <inkml:trace contextRef="#ctx0" brushRef="#br0">14468 7686 8015,'-11'0'0,"0"-1"0,2-2 0,1-1 0,5-5 0,0 0 924,1-6 0,9 1 1,6-6-1,8-2-794,5-4 1,7-4 0,-2-4 0,3 1-1099,2 2 0,-2-1 0,-3-2 968,-3 3 0,2-14 0,0 2 0</inkml:trace>
  <inkml:trace contextRef="#ctx0" brushRef="#br0">14881 6979 8015,'12'0'0,"0"1"0,-2 3 0,1 5 1439,0 6 0,-1 4 0,7 9 0,0 6-722,2 8 1,0 9-1,-2 13 1,-10-29 0,0 1-613,-1 2 0,-1 0 0,-3-4 0,0 1 0,-1 3 1,0-1-1,-3 28-89,-6-5 0,-3-14 1,-2-5-294,-3-6 0,3-5 0,-4-9 0,0-4-2369,-2-4 0,2-6 0,1-15 2646,3-8 0,6-10 0,2-4 0</inkml:trace>
  <inkml:trace contextRef="#ctx0" brushRef="#br0">15306 7344 8894,'-12'12'900,"4"-2"1,1 0-200,2-3 1,6-4 0,9 1-1,4-3-256,6-1 1,-1 0 0,2-1 0,2-2-245,-2-1 0,0-3 0,1 3 0,-1 0-1996,-2-2 0,-4 5 0,1-3 1,-3 3-1007,-2 1 2801,-4 0 0,-2-5 0,-5-2 0</inkml:trace>
  <inkml:trace contextRef="#ctx0" brushRef="#br0">15376 7556 7940,'-6'8'3102,"1"-1"2437,-1-2-4597,5 4 0,1-8 0,9 3 0,4-4-634,3-4 1,5 2-1,-1-5 1,2 1-2422,2-1 1,-1 3-1,1-2 2113,-1 0 0,6-3 0,1 3 0</inkml:trace>
  <inkml:trace contextRef="#ctx0" brushRef="#br0">16662 6991 7834,'-9'11'214,"-1"1"0,0 0 425,1 0 0,1-4 1,-1-2 645,1-1 0,5-2-880,-1-7 1,4-3 0,3-4 0,2-2 119,2-3 0,-1-2 1,3-6-1,-1-1 43,1-2 0,2 0 0,1-4 0,1-2-467,3-1 0,-2-3 0,4-1 0,1-1-251,-1 1 1,2 5 0,2 3-1,-1 3-86,-1 5 1,-5 4-1,4 11 1,-2 3-59,-3 2 0,-1 8 1,-1 3-1,0 8-355,0 10 1,-1 5 0,1 11 583,0 2 0,-2 4 0,1 4 0,-1-1 0,3 2-32,1-1 0,0-7 0,0-1 0,3-7-191,2-8 1,-1-9-1,3-7 1,-1-4-171,1-7 0,-3-1 0,0-2 0,1-2-466,-1-1 1,-4-5 0,1-7 923,-6 0 0,2-6 0,-5 2 0</inkml:trace>
  <inkml:trace contextRef="#ctx0" brushRef="#br0">16898 7250 7834,'-12'12'2446,"0"-6"-1432,0-2 1,6-9 0,4-7 0,8-8-311,5-6 0,10-7 0,3-8 0,7-9-636,-12 22 1,0-1-1,3-1 1,0-1-1,2-4 1,0 1-1,1-1 1,0 1-228,0 1 0,0 0 1,-5 5-1,-1 1 1,20-25-1,-7 11-1192,-3 4 1,-10 11-1,1 3-2614,-6 5 3965,-7 8 0,-2-1 0,-5 5 0</inkml:trace>
  <inkml:trace contextRef="#ctx0" brushRef="#br0">17676 6236 7834,'-12'0'0,"0"0"772,0 0 0,1 0 0,-1 0 1422,0 0 0,6-1-1653,2-3 0,4 1 1,5-3-1,5 0-322,5 4 0,6-3 0,-2 1 0,4 1-66,0 2 0,1 1 0,-2 0 0,-1 0-416,-1 0 0,-6 1 0,2 2 0,-3 2 51,-1 1 0,-4 4 0,-2 4 0,-1 2-25,-2-2 0,-7 4 1,-4 1-1,-2 0 9,-2 1 0,-5 0 0,-1 2 0,-2-2 127,0-5 0,5 0 0,-4-2 1,2 0 303,3-3 0,5-4-6,1 2 0,6-6 1,2 2-228,7-3 1,7-1 0,3 0 0,2 2-534,2 2 0,-3-3 0,0 4-231,-1 0 0,7-2 0,-2 5 0,1 0 0,0 0-1474,-2-1 2268,-5 1 0,6 4 0,-4 0 0</inkml:trace>
  <inkml:trace contextRef="#ctx0" brushRef="#br0">18183 6684 8854,'0'-7'1337,"-5"13"0,-2 9 0,-1 8-922,0 4 1,0 5 0,-3 6-830,-1 1 1,0 0 0,0-3-1,1-1 1,0-1-559,3-3 1,-1-2 0,5-7 0,0-3-111,-1-7 1,2-5 1081,-5-3 0,1-8 0,-5 3 0</inkml:trace>
  <inkml:trace contextRef="#ctx0" brushRef="#br0">17959 6955 7834,'-7'0'1715,"-3"0"0,14 0 0,1 0 0,8 0-1849,7 0 0,3 0 0,5 0 0,3-1-1030,3-3 1,7 1 0,1-5 0,1-1 1163,0-1 0,1-7 0,3-2 0</inkml:trace>
  <inkml:trace contextRef="#ctx0" brushRef="#br0">18796 6543 7834,'-12'0'294,"0"0"0,1 0 1763,-1 0 0,0 0-249,0 0 1,8 1-1549,8 3 1,4-3-1,12 3 1,1-3-324,1-1 1,6 0-1,0-1 1,3-2-66,1-1 0,2-1 0,0 1 0,-1-2-187,-1-1 1,-9 1-1,2 3 299,-3-1 1,2 1 0,-10 7 0,-3 4 269,-6 3 1,-9 7-1,-5 4 1,-5 7-163,-6 5 1,-8 6 0,-3 9 0,-4 4-582,-5 0 0,4-2 0,-4 3 0,2-1-1173,-1-4 1,5-2 0,-3-5 1661,3-6 0,-8-1 0,6-5 0</inkml:trace>
  <inkml:trace contextRef="#ctx0" brushRef="#br0">16603 7757 7834,'-19'0'2776,"2"0"1,6 0-1352,-1 0 1,7 0 0,6 0 0,12 0-690,13 0 1,17-5-1,22-5 1,-25 4 0,2-2-85,9-1 1,2-2 0,8-3 0,5-1 0,-14 4 0,3-1 0,0 0-707,4-2 1,2 0 0,0 0-1,-11 3 1,1 0 0,0 1-1,0-1 1,0 0 0,-1 1 0,1 0-1,-1 0 1,14-1 0,0 0-1,0 1 1,0 0 0,0 1-1,0 1-90,-3 1 0,-1 1 0,-2 1 0,-8 1 0,-1 1 0,-1 1 0,-2 0 0,-1 1 0,-1 0 1,12 0-1,-2 1-1364,-7 0 0,-4 0 1,23 0-1,-2 0 1508,-11 0 0,-9 0 0,-9 0 0</inkml:trace>
  <inkml:trace contextRef="#ctx0" brushRef="#br0">16732 8476 7865,'-13'5'0,"-1"2"0,-2 0 737,2 1 0,5-5 0,2 2 0,1-1 2092,-1 0 0,6-1-1952,1-7 1,2-3-1,9-6 1,3-1-332,3-2 1,3-6 0,3-1-1,0-4-279,-4-3 1,4 4 0,-4-2 0,2 3-153,-1 2 1,1 0 0,-5 4 0,-1 3-136,2 3 0,-6 6-249,5 3 0,-2 15 0,6 9 0,-5 10 1,-2 8-94,-1 5 1,4 4-1,1 3 1,1 1 29,3-1 0,2-6 1,1-2-1,3-3-458,0-5 1,2-9-1,-4-10 81,-1-6 1,2-4-1,-8-5 1,-1-2 0,-4-5-832,-4-5 1,-5-5 0,3-1 1539,-2-6 0,-6-7 0,-6 1 0</inkml:trace>
  <inkml:trace contextRef="#ctx0" brushRef="#br0">16874 8888 7865,'8'-9'2089,"1"-3"1,5-6-1084,9-7 0,9-17 0,-10 16 1,2-3-1,4-3 0,2-2-654,3-5 1,1 0 0,-2 4 0,0 1 0,1-2 0,1 1 0,-4 4 0,-1 2-1279,-4 3 0,0 2 0,13-14 0,-2 3 0,-2 3-343,-5 7 1,-8 14 0,-5 5-3490,-3 12 4758,-7 1 0,0 21 0,-6-3 0</inkml:trace>
  <inkml:trace contextRef="#ctx0" brushRef="#br0">18077 8205 8583,'-24'11'968,"5"1"0,0 1-333,2 3 0,-3 2 0,5 7 0,2 3 0,2 5 49,3 5 1,4 0-1,-2 5 1,1 1-790,2 2 1,-2-4 0,1-4-1,1-5-1574,2-6 1,1-3 0,-1-4 384,-3-5 1,-3-7 1293,-5-4 0,-5-13 0,-1-4 0</inkml:trace>
  <inkml:trace contextRef="#ctx0" brushRef="#br0">17676 8464 7865,'8'0'252,"0"0"589,1 0 1,3 0 0,5 0 0,6 0 287,7 0 1,10-1 0,4-2 0,6-1-2089,5 2 0,-1-4 0,-1 2 0,1 0-1578,0-1 2537,-15 4 0,11-15 0,-13 3 0</inkml:trace>
  <inkml:trace contextRef="#ctx0" brushRef="#br0">18548 8099 10419,'6'-2'2193,"-5"11"0,3 19 0,-3 13-1916,-1 11 1,0 8-1,0-23 1,-1 2-536,-1 3 1,0 0-1,-2 4 1,-3 0-1,-1-3 1,-1 0 0,2-2-1,-1-1 1,0-2-1,0-1-226,1-3 0,0-1 0,-4 21 0,-6 3 1</inkml:trace>
  <inkml:trace contextRef="#ctx0" brushRef="#br0">7818 10940 7776,'0'-12'290,"0"0"0,0 0 486,0 0 1,0 1 0,0-1 682,0 0 1,0 4-733,0 0 0,0 7 0,-2 1-339,-2 7 1,3 8 0,-4 5 0,1 4-120,0 3 0,-4 4 0,3 10 0,-2 6-228,-2 7 0,-1 1 0,-2 3 0,0 4-149,6-28 0,0 1 0,-5 29 0,5-30 0,0 1 0,-5 29-107,3-6 1,2-10 0,3-11-1,-1-8 176,2-9 0,2-7 226,4-5 1,-2-8-1,5-10 1,-1-3 354,1-2 1,-3-6-1,4 1 1,1-2-349,1-2 1,2-3-1,0-1 1,0 1-413,0-2 1,1 4-1,1-3 1,3 4 198,1 0 0,-2 6 0,2 2 0,1 3-461,-1 1 1,-3 5 0,0 5 263,-2 4 1,-1 2 0,0 8 0,-2 4 0,0 4 312,-2 3 1,-6-2 0,2 8 0,-3-2-16,-1 1 1,0 1-1,0-3 1,-1 3-533,-3 1 1,-1-5 0,-4 0 0,2-6-1954,2-2 0,0-1 1546,1-4 0,2-7 1,-1-5 856,1-7 0,13-13 0,2-5 0</inkml:trace>
  <inkml:trace contextRef="#ctx0" brushRef="#br0">8561 10975 8123,'0'-12'0,"0"0"1064,0 1 0,-2 3-324,-2 0 0,2 5 0,-6-1 0,0 4 808,1 4 0,-3 4 0,2 8 1,-4 5-889,-3 5 0,0 5 1,-3 9-1,-1 4-52,1 6 0,-2 1 1,-2 7-1,1 2-330,2 0 1,4-3 0,1-5 0,5-2-1594,5-4 0,2-8 0,2-3 600,0-6 1,7-14-1,3-4 1,5-5-1086,-1-3 0,1-3 1,-1-4-1,3-4 433,1-2 1,1-6 0,2-1 1366,-2-1 0,1-7 0,4-5 0</inkml:trace>
  <inkml:trace contextRef="#ctx0" brushRef="#br0">8667 11234 7776,'-11'2'0,"2"0"1463,1 2 0,0 0 0,-3-4 3477,-1 0-4166,5 0 1,2-5-1,6-2 1,3-1-400,4 1 1,4-1 0,4-5 0,2-2 264,0 0 0,5 3 1,-5 5-1,2 1-98,-1-1 1,-3 4-1,2 0 1,-1 3-745,-2 3 0,2 4 1,-2 6-1,0 3 36,-2 3 1,-1 5 0,0 4 0,-2 3-443,-2 3 1,1-3-1,-5 0 1,0-3-394,1-1 0,-4-8 1,3-3-1,-1-3-846,1-1 1,-1-7 776,4-5 0,-4-5 1,2-7-1,-1-1 106,0-3 1,4-1-1,-3-4 1,1 2 70,-1-2 893,-1 4 0,-4-6 0,0 5 0</inkml:trace>
  <inkml:trace contextRef="#ctx0" brushRef="#br0">8796 11470 7776,'-7'5'0,"-1"3"627,-1 3 0,3-6 671,2-5 0,8-5 1,5-8-1,5-4-388,1-7 1,6-2 0,-2-8 0,2-3-346,2 0 0,-6-1 1,7 2-382,-2 0 0,-5 0 0,0 8 1,-2 3-1,-2 3-4008,-3 2 1,-1 11-760,3 1 4583,-5 6 0,-2 2 0,-5 0 0</inkml:trace>
  <inkml:trace contextRef="#ctx0" brushRef="#br0">9245 10834 8245,'0'11'2201,"1"1"1,3 1-1109,4 3 1,2 4-1,2 7 1,0 6-540,-1 5 0,5 5 1,0 5-1,-2 2-616,-1 0 0,-2-4 0,-3 4 0,-4-5-219,-3-1 0,-1-12 1,-1 0-1,-3-6-948,-4-2 0,-3-6 1,0-4-1,-1-3-435,0-3 0,0-6 0,0 2 1664,1-2 0,-1 3 0,0 1 0</inkml:trace>
  <inkml:trace contextRef="#ctx0" brushRef="#br0">9575 11081 7776,'0'12'928,"0"0"558,0-1 0,1 0 0,3-3 1,5-3-776,6 0 1,-1-3 0,6 1-1,1-1-156,1-2 1,3 0-1,1-2 1,1 0-1157,0-2 0,-2 0 1,-3 3-1,-1-2-675,-2-1 1,-4-1-1,1 2 1,-3-1-3301,-2 2 4576,-4-5 0,3 1 0,-3-6 0</inkml:trace>
  <inkml:trace contextRef="#ctx0" brushRef="#br0">9693 11270 9409,'-8'28'0,"-3"-3"1757,-2-4 0,7-8 1,-5 1-573,5-5 0,3-7 0,8 2 0,7-2-262,6-2 1,6-6-1,2-2 1,3-2-1837,1-2 1,0 0 0,3 1-1,-3-1 913,-1 0 0,-2 0 0,-3 0 0</inkml:trace>
  <inkml:trace contextRef="#ctx0" brushRef="#br0">10730 10916 7776,'-11'0'0,"-1"0"0,4-4 919,0 0 1,0-1 0,-2 1 0,2-4 231,4-2 0,4-3 1,4-3-879,4-4 1,7-11 0,5-6 0,4-2-1,2-2-27,1 3 1,2-2 0,-4 3 0,1 5-119,0 8 0,-7 9 0,3 3 0,-4 7-247,-3 4 1,-2 11 0,-3 7-1,0 10-140,-3 8 1,-4 8-1,1 10 1,-3 4 257,-1 3 1,-1-1 0,0-26 0,-2 1 0,-1 0-1,-1 0 119,-2 1 1,0 0 0,-8 28 0,-5-4 0,-1-3 146,-1-4 1,3-14 0,0-1 0,1-8-105,0-7 1,2-10 0,-3-2 0,2-3-231,3-5 1,1 0 0,1-2 0,0-2 64,1-2 1,-1-3 0,1-9 0,2-5 99,1-5 1,6 0 0,-2-6-1,2-1 209,2-1 0,6 3 0,1 2 1,5 3-221,4 4 1,-2 6-1,6 1 1,1 6-443,1 5 0,3 4 1,1 4-1,3 5 55,1 6 0,-2 5 0,2 6 0,-1 3-620,-3 1 0,-1-4 0,-3 0 0,-2-4-401,-4-2 1,-3-6 0,-2 2-351,1-3 1,-4-6 1672,0-3 0,-5-13 0,2-5 0</inkml:trace>
  <inkml:trace contextRef="#ctx0" brushRef="#br0">11414 10916 8116,'-12'5'1099,"5"1"0,0 3 0,2-1 513,2 1 1,-2-3 0,1 2-811,1 1 1,7 2 0,5 1 0,5 1-512,1 2 1,6-2 0,-1 4-1,4-1-1066,3 0 0,-5 1 0,5-3 0,-1 2-488,-1-2 0,-4 0 0,-3-3 0,-1 1-4027,-3 0 5290,-1-6 0,-16 5 0,-5-4 0</inkml:trace>
  <inkml:trace contextRef="#ctx0" brushRef="#br0">11308 11376 7776,'-6'0'1879,"0"-2"1,9-1 0,5-8-735,8-7 1,11-8-1,10-14 1,7-4-1135,-19 19 1,0 0-1,1 0 1,0 0 0,-1-1-1,-1 0 1,0 1-1,-1 1-945,19-18 0,-9 6 0,-7 6 1,-5 6-184,-5 7 0,-7 5 1117,-1 4 0,-6 8 0,4 7 0</inkml:trace>
  <inkml:trace contextRef="#ctx0" brushRef="#br0">11945 10433 7776,'-8'0'0,"1"-2"1865,2-2 1,-3 2 11,4-6 0,-3 4-1248,3-4 0,1 6-444,7-2 0,3 2 0,4 2 0,1 0-176,0 0 0,0 0 0,-1 0 0,1 2-394,0 2 1,0-3 0,0 4-1,-1-1 12,1 0 1,-5 5 423,-3-1 0,-3 2 0,-2 2 80,-3 0 0,-4-3 1,-6 2-1,-4 2-64,0 0 0,2 0 0,-2-1 0,1 0 10,3-1 0,1 1 0,2 0-45,3 0 0,4-6 1,8-2-29,4-2 1,8-2-1,3 0 1,4-2-1,2 0-570,2-2 1,-1-4-1,4 4 1,1 1-972,-1 2 0,-4 1 1,1 0-1,-2 0 1537,-1 0 0,-6 0 0,-1 0 0</inkml:trace>
  <inkml:trace contextRef="#ctx0" brushRef="#br0">12452 10633 7776,'-5'13'714,"-3"2"1,-1 2 92,1 1 1,-3 3-1,5 6 1,-2 5-298,0 2 0,2 5 1,-4 1-1,4-1-369,1 1 1,-3-7 0,2 0 0,1-6-1197,0-4 1,0-6-1,1 1-309,-4-1 1,-3-6-1,0-8 1364,-1-1 0,-10-7 0,-3-2 0</inkml:trace>
  <inkml:trace contextRef="#ctx0" brushRef="#br0">12134 10987 8913,'0'8'485,"1"-2"0,4-1 947,7-2 0,6-2 0,10-2 0,5-2-641,5-1 0,3-3 1,7 1-1,0 1-916,3 0 0,-2-3 1,0 3-1,-3 0 125,-2-1 0,-12-3 0,2 3 0</inkml:trace>
  <inkml:trace contextRef="#ctx0" brushRef="#br0">13124 10692 7776,'-12'0'581,"2"-1"1,1-2 555,1-1 1,5-5 0,-1 1 0,3-2-164,1-2 0,6-1 0,5-3 0,5-2-427,2-1 0,2-3 0,3 4 1,1-2-310,-1 1 1,-3 8 0,-2-1 0,-1 3-158,-2 3 0,-2 0 0,-1 9-122,0 5 1,-5 2 0,0 13 0,-2 3 36,-2 3 0,-2 2 1,-2 6-1,-2 2 253,-1 4 1,-5 0 0,0 2 0,-5 2 68,-6 2 1,-2-8-1,-3 5 1,-1-2 233,-2-3 1,-1-10 0,3-3 0,-2-3-593,2-4 0,3-6 0,3-4 0,4-5-241,3-5 1,1-2 0,2-3 0,2-4 29,4-3 1,3-3 0,1-3 0,0-5 384,0-3 1,1 3-1,3-6 1,5 3 182,6 2 1,-1 3 0,6 2 0,1 1 203,1 2 0,2 3 0,-1 4-768,1 5 0,7 1 0,3 4 0,0 3 0,3 8-548,0 9 0,-7 3 0,4 5 0,-4-1-956,-4-3 0,-5-2 1,-4-3-1,-2-3-251,-5-1 0,-1-5 2002,3-4 0,-5-16 0,-2 0 0</inkml:trace>
  <inkml:trace contextRef="#ctx0" brushRef="#br0">10565 11694 18508,'7'-5'-559,"-1"4"1,-2-5 694,4 1 1,0 4 0,2-3 0,4 1 168,-1-1 0,6 3 1,4-3-1,5 1-234,6-1 0,2 3 1,10-3-1,5 3-47,5 1 0,-1 0 1,9-1-1,-29-1 1,0 1-18,2-1 0,1 0 0,-1 0 0,0 0 0,6 1 0,1 1 0,1-2 0,0 0-81,2-2 0,0 0 1,-4-1-1,0 0 0,6-1 1,1 0-1,1-1 1,0 1 112,2-2 1,-1 0 0,-3 1 0,0 0 0,2-2-1,1-1 1,-1 1 0,0 1 39,0 1 0,0 0 0,-5 0 0,0 1 0,1 0 0,0 0 0,-4 0 0,-1 0-60,-3 0 0,0 0 0,-5 2 0,0 0 0,2 0 0,0 1 0,-1-1 0,0 0-10,0 1 1,-1-1 0,25-5 0,-2 4-1,-3 0-426,-4-1 1,-12 2 416,-7 4 0,-5-4 0,-2 0 0,0 1 0</inkml:trace>
  <inkml:trace contextRef="#ctx0" brushRef="#br0">11957 12083 20190,'0'-12'-1896,"0"4"1,1 2-1,2-1 2309,1 1 0,1 3-163,-1-1 0,1 9 1,4 7-1,-2 7-576,-2 3 0,-1 3 1,-4 1-1,0 4 230,0 4 0,0-4-12,0 10 1,0-1-1,0 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8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7546 10869 25320,'-10'1'646,"2"3"0,-1-1 804,5 5 0,0-1 0,4 7 0,1 0-1362,3 2 1,3 3 0,5-2 0,1 2-89,3 2 0,-3 0 0,2-2 0,0-2 0,0 0 0,-4-8 0,2 3 0,0-3-293,0-2 0,-6-2 1,5-6-1,-2-3-1687,1-4 1,0-8-1,0-5 1,-2-5 751,-1-5 1,-4 1 0,4 0 0,1-1 406,1 1 1,-3 4 0,-3-1-1,-2 2 450,2 1 1,-2 6 0,2 2 3297,-3 3 1,-1 8-1702,0 5 0,0 9 1,0 8-1,0 3-281,0 4 1,0 3 0,0 5 0,0 5-339,0 4 0,-4-3 1,-1 11-1,-2 4-420,-2 3 0,2-3 0,0 4 1,-3 0-691,0 0 0,2-6 1,2 2-1578,0-11 0,2-6 0,4-12-1197,0-6 0,6-19 0,1-12 2812,4-11 0,1-11 0,0-7 0</inkml:trace>
  <inkml:trace contextRef="#ctx0" brushRef="#br0">8171 10786 25320,'-18'19'-516,"2"-4"1,3 1 0,3-3 0,1-2 2995,1-1 1,5-3-1,1-1-1964,4 0 1,9-4 0,6-4 0,1-4-517,3 0 0,-3-2 0,2-4 0,1 0 0,1 1 0,2 3 0,-2 1 0,-1 1 0,-1-1 0,-6 4 0,14-7 0,-4 3 0</inkml:trace>
  <inkml:trace contextRef="#ctx0" brushRef="#br0">8242 11034 25510,'-12'20'-159,"1"-1"0,4-4 0,3 0 0,3-2 646,1-1 1,1-5 0,3-3-1,4-3 639,2-1 1,4-1 0,0-2 0,3-2-768,1-2 0,-2 1 0,4-3 0,1 1-1686,1-1 0,-2-2 0,-1-2 0,2-1-4511,1-2 5881,2 0 0,0-1 0,-1-1 0</inkml:trace>
  <inkml:trace contextRef="#ctx0" brushRef="#br0">8891 10739 25320,'-7'2'3210,"2"0"-1798,0 2 0,3 1 1,-3-2-1413,0 1 0,4 5 0,-3-1 0,2-2 0,4 1 0,2-2 0,-2-1 0,6-4 0,1 0 0,2 0 0,2-4 0,1-1 0,3-2-60,2-2 1,-4-1-1,4-2 56,-2 0 1,9 0 0,-1 1 0</inkml:trace>
  <inkml:trace contextRef="#ctx0" brushRef="#br0">9351 10444 8554,'-7'-1'2349,"3"-3"0,3 2 0,1-6-2067,0-1 1,1 2-1,2-1 1,2-1 13,2-1 0,0 2 1,5 0-1,0-1-81,0-2 1,0 3 0,1 2 0,1 1-130,2 2 1,1 2 0,-3 1 0,3 1 89,2 3 1,-4 8 0,4 7 0,-1 5 62,0 3 0,-6 3 0,1 6 0,-2 1 179,-6 2 1,2-1-1,-3 4 1,-3 0-41,-4 0 1,1-7 0,-6 2-1,-1-3-117,-2-6 1,-5-1-1,1-5 1,0-2-105,2-5 1,-3-7 0,1-4 0,0-3-284,2-1 0,5-6 0,0-5 0,1-4 18,0-4 1,0 0-1,5-5 1,-2 1 59,1-1 1,3 6 0,3 2 0,2 1 153,2 0 1,2 6 0,5-2 0,3 3-127,2 2 0,-2 3 0,4-1 0,2 4-505,2 4 0,-3 3 0,6 6 1,-2 1-1010,2 2 0,-3 3 0,2-1 1534,-2 0 0,-1 2 0,-1 3 0</inkml:trace>
  <inkml:trace contextRef="#ctx0" brushRef="#br1">13136 10480 27201,'-12'-1'0,"0"-3"-1628,1-4 1,-1 1 0,0-1 1311,0-1 1,6 3-1,2-2-326,2-1 0,4-2 0,2-1 0,2 1 798,1-1 1,3 0-1,-3 0-158,-1 0 1,0 5 0,-6-1-539,0-1 1,-4 2 0,-2 0 571,0 2 1,3 0 0,-2 2-405,0-1 1,3-1-91,-2 1 0,8-1 536,4-3 0,3 3 0,1 5 760,-1 0 0,-3 0 1,0 0-466,1 0 0,2 0 1,0 0-1,1 0-40,0 0 0,0 4 0,0 0 0,1-2 327,2 0 0,4-2 0,4 0 1,2 0-219,3 0 0,2 0 0,5 0 0,2 0-138,2 0 1,-1-2 0,4 0 0,0-4 364,0 0 1,1 2-1,4-3 1,1 1-335,-1-1 0,-3 5 1,1-2-1,1 3-323,-2 1 1,1 5 0,1 1 0,0 2-112,1 0 1,-5-1-1,7 2 1,3-3 178,0 0 0,0 1 1,3-3-1,2-1 44,-1-2 1,-7 1 0,6 0 0,-4 2-21,0-1 1,-5-1-1,2 1 1,-1 2-66,-2 2 0,1-3 0,2 2 0,1 1-162,-3-1 1,-2 1-1,3 2 1,2-1-113,2 1 1,-4-2 0,5-1-1,2-1 168,-3-2 0,4 0 1,-2-1-1,0 2 135,2-1 0,-7-2 0,7-1 0,-4 0 43,0 0 1,-5 1 0,2 2 0,1 2-155,-1 2 1,-5-3-1,7 2 1,1 1-35,2-1 0,2-2 0,5 3 0,3-1 36,-30-2 1,1-1-1,-1-2 1,0 1-1,1 0 1,1 0-1,-1-1 1,1 0 13,-1 1 1,0 0 0,1-1 0,0-1 0,1 2 0,0 0-1,0 0 1,0-1 38,-1 1 0,-1 0 0,30-1 0,1 3 0,-3-1 40,0 1 1,-11-2 0,7 6-1,1 0 13,0-1 0,2 3 1,1-3-1,3 0-36,-30-2 0,0-2 0,30 0 0,-28-1 0,0 1 0,1-1 1,0 0 4,2 0 1,0 0 0,-4 0 0,1 0 0,3-2 0,0 0-1,0 0 1,0 1 12,-1 1 0,0 0 0,0-1 1,0 0-1,0 0 0,0 1 1,1-1-1,0 0 19,1-1 1,-2 0-1,-4 0 1,0 0-1,3 0 1,0 0-1,-2 0 1,1 0-12,-1 0 1,0 0 0,31 0 0,-31 0 0,1 1 0,1 0 0,-1 1-33,1 0 0,0 0 0,0 0 0,0 0 1,1-2-1,1 0 0,-1 0 0,1 0-13,1 0 0,-2 0 1,-3 0-1,0 0 1,4 0-1,0 0 1,-1 0-1,0 0 29,0 0 1,0 0 0,-3 0 0,-1 0 0,0 0 0,1 0 0,0 0 0,0 0-94,-1 0 1,-1 0-1,2 0 1,-1 0-1,0 0 1,1 0 0,-1 0-1,1 0 71,-1 0 0,-1 0 1,28-2-1,-27 1 0,0 0 1,0-2-1,0 0 70,0 0 0,-1 0 0,30 0 0,1-2 0,0 1-43,-2 0 0,0-4 0,-3 3 0,2-2-40,-1-2 0,-7 3 0,5-2 0,-1-1 0,-1-2 0,-4-1 0,-1 1 0,2-1 0,-3 0 0,-1-1 0,-4-1 0,-1-2 0,3 1 0,-4 1 0,7 0 0,-1-3-150,1-2 1,-4 4 0,4-4 0,3 1-105,1 0 1,-6-2 0,3-2-1,-7 1-1,-6 1 0,-10 4 0,1-3 0,-7-2-118,-3-2 0,-9 0 1,-1-1-1,-3-1-96,-5-2 0,0 2 1,-4-3-1,-2 2 87,-4-1 1,-7 1-1,-4-5 1,-2 3 87,-2 1 1,1 3 0,-9 0-1,1-1-173,0-2 0,-3 0 0,-3-3 1,-4 0-2,-1 0 0,1 5 0,-14-4 1,-4-2 343,26 15 0,1 0 0,-1 2 0,-1 0 0,-1-1 0,-1-1 1,-3 1-1,0-1 109,-4-1 0,0 0 0,1 2 1,-2 1-1,-4-3 0,-1 0 0,-1 1 1,1 1 137,-2-1 0,0 2 1,5 0-1,0 0 1,-6-1-1,0 0 1,-3 0-1,0 1 152,-2 1 0,1 0 1,3 1-1,0 2 0,-4-1 1,0 1-1,-3-2 0,0 0-33,-3-1 1,0 1 0,3 3-1,-1 0 1,16 2 0,-1-1-1,1 1 1,-21-3 0,0 0 45,1 1 0,1 0 0,6 1 0,0 1 1,-3 0-1,-1 0 0,2 2 0,0 1-110,2 1 0,2 2 1,3 0-1,1 0 1,-1 1-1,0 0 1,-3 0-1,1 0-121,-3 0 1,1 0 0,5 1 0,-1 0 0,-6 0-1,-1 0 1,2 2 0,0 0-40,0 0 1,0 0 0,7-1 0,1-1 0,-8 1 0,0 0 0,1-1-1,0 0 56,1 1 0,1 0 0,3-1 0,0 1 0,-3 1 1,-1 0-1,-2 0 0,-2 0 172,-3-2 1,1 0-1,1 2 1,-1 0 0,16-2-1,0 0 1,-1 0 0,0 0-1,1 0 1,0 0-236,-1 0 1,-1-1-1,2 0 1,-17 0 0,0 0-1,15 0 1,0 0 0,-1 0-1,1 0 1,-1 0 0,0 0 41,1 0 0,-1 0 1,0 0-1,2 0 0,1 0 1,-1 0-1,-1 0 0,-1 0 1,0 0-1,-1 0 0,-1 0 1,0 0-60,-2 0 1,0 0 0,1 0 0,2 0-1,1 0 1,-2 0 0,-3 0 0,-2 0-1,1 0 1,1 0 0,0 0 0,0 0-48,1 0 0,-1 0 0,1 0 0,5 0 0,1 0 0,-1 0 0,-5 0 0,-1 0 0,-1 0 1,2 0-1,-1 0 0,1 0 13,1 0 0,-1 0 0,2 0 1,2 0-1,1 0 0,0 0 1,-1 1-1,-1-1 0,0 1 1,-1-1-1,0 1 0,0 0 13,0 1 1,-1-1-1,2 0 1,2 1-1,1-1 1,0 0 0,-4 0-1,0-1 1,0 0-1,2 1 1,0 0 0,0 0-3,0 0 0,1 0 0,-1 1 1,-18 2-1,0 1 0,18-2 0,0-1 1,0 1-1,0 1 0,1-1 0,-1 2 43,1 0 1,0 0-1,1 1 1,-18 0-1,1 2 1,19-2 0,0 1-1,-1 0 1,1-1-1,0 1 1,0 1 42,0-1 1,-1 0-1,2 1 1,-17 4-1,1-1 1,-4 1 0,1 0-1,3 0 1,0 1-44,1 0 1,1 1 0,8 0 0,0 0 0,-6 2 0,0 2 0,3 0 0,1 1-37,4-1 1,0 0-1,5-1 1,0 0-1,2 0 1,2-1-1,1 1 1,2 1 37,1 0 1,2 1 0,-16 16 0,3 6 0,12-2-588,10-1 0,13-6 0,8 6 0,14 0 434,14-2 1,18 1 0,-12-19 0,3-2 0,8 2 0,2-2 200,9 2 1,2 0 0,4-2 0,3 0 0,-13-3-1,3 0 1,0-1 0,4 1 0,1-2 0,1 1-103,5 0 1,1 0-1,0-1 1,0 0 0,0-1-1,2 1 1,-12-2 0,1 1-1,1 1 1,0-1 0,2 1-1,0 0 1,1 0-1,-1 1-228,1-1 0,0 1 0,0-1 0,0 2 1,1 0-1,-1 1 0,1 0 0,0 1 0,-1 1 1,0 1-1,0 0 0,-1 0 0,1 0 1,-1 1-1,0 0 0,-1 1 266,0 0 0,-1 0 0,0 1 0,-1 1 0,-2-1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12700 4326 10517,'-6'-6'-315,"4"1"0,-5 3 1982,2-2 1,-4 3-950,1-3 1,3 4-1,1 4 1,1 4-661,-1 2 1,3 2-1,-3 1 1,3 3-62,1 4 0,0 2 0,0 3 0,0 2 337,0 5 0,0 3 0,0 4 1,0 6-27,0 5 1,-4 1 0,-2 6 0,0 5-180,-3 2 0,0 0 0,4-30 0,0 0 0,2 2 0,0-1 1,0 1 0,1 0 1,-1-1-1,2 1 1,0 2-1,2 0 1,-1-1-1,0 1-42,-1-2 1,2 1 0,1-4 0,1 1 0,1 2-1,0 1 1,1 0 0,0 1-118,1 0 0,0 0 1,-2-4-1,0 0 1,0 1-1,0 0 1,0 3-1,0-1-34,-1 2 1,0-1 0,0-1-1,-1 0 1,-1 3 0,-2 1-1,1-1 1,0 0-9,1 1 1,-2-1-1,1-3 1,-1-1-1,0 5 1,-1 0-1,0 0 1,-1 1 13,0 2 1,0-1 0,-1-4 0,0 1 0,-1-1 0,-1 1-1,1 1 1,0 0 65,-1 0 1,0 0-1,3-2 1,1 1 0,-4 1-1,0 0 1,1 0 0,0 1 80,-1 0 0,1 0 0,-1-6 0,0 1 1,0 6-1,0 2 0,1 0 0,-1 0-73,0 2 1,0-1-1,0-5 1,0-1 0,1 2-1,0-1 1,0-1 0,0 1 17,1 1 1,1-1-1,1-5 1,0 0-1,-1 5 1,-1 0-1,1-1 1,0-1-25,-1-2 0,1 0 0,2-2 0,-1 0 0,0 2 0,-1 0 0,1 1 0,0 0 49,0 0 1,0-1-1,-3 29 1,4-32-1,-1 1 1,0 0 0,1 1-4,-1-1 0,1-1 1,-2-1-1,1 1 0,0 2 1,0 1-1,0-1 0,1-1-60,0 1 0,1-1 0,-2 28 1,1-28-1,0 0 0,-1 1 1,0 0-14,0-1 1,1 0 0,0 0 0,1 1-1,0-1 1,0 0 0,0 1 0,0-1-41,0 0 0,0-1 1,0 28-1,0-27 0,0 1 1,0 0-1,-1 0 1,-1 2 0,0 1 0,1-3 0,-1 0 0,-1 4 0,0 0 0,0-1 0,0 1-12,2-3 0,0 0 0,-2 1 0,0-1 1,1-1-1,-1 0 0,1 1 0,-1-1-55,0 1 0,1 0 0,-3 27 0,3-31 0,1 1 1,-3 27-215,1-2 1,2-9 0,1-4 0,0-4 25,0-4 1,0-6 0,-1-3-1,-2-3-2077,-1-3 2387,0-13 0,0 2 0,0-16 0,0-5 0</inkml:trace>
  <inkml:trace contextRef="#ctx0" brushRef="#br0">2434 6295 14792,'13'-56'-55,"-5"22"-2,1 0 1,-1 0-1,0 1-99,8-27 1,-5 4-1,-4 13 1,-2 7-541,-2 8 1121,-2 11 1,-1 11 0,0 11-1,0 8-102,0 6 1,0 5 0,0 2-224,0 2 0,1 8 1,2 1-1,1 2 1,0 5 29,1 1 0,-2-3 1,3 8-1,-2-21-126</inkml:trace>
  <inkml:trace contextRef="#ctx0" brushRef="#br0">2924 6177 7698,'-5'-6'735,"-2"0"1,-1 2 160,0 0 1,5-1 2437,-5 1-3345,5 3 1,-1-4 0,8 5-949,4 0 0,2 0 1,2 1-966,0 3 1,-2 3 1923,-2 4 0,3 1 0,-5 0 0</inkml:trace>
  <inkml:trace contextRef="#ctx0" brushRef="#br0">2947 6484 10633,'1'0'0</inkml:trace>
  <inkml:trace contextRef="#ctx0" brushRef="#br0">3962 6142 8266,'-6'-12'89,"0"5"0,-6 3 0,0 3 1303,1 1 0,3 5 0,0 5 1,0 4-662,1 6 1,-2 3 0,5 3 0,2 3-533,0 1 1,8 0-1,3 1 1,5-7-120,6-3 0,3-10 1,5-1-1,3-3-33,3-4 1,6-13-1,-1-5 1,0-8-159,2-4 0,-4-3 0,1-6 0,-4 0-234,-3-4 0,-10 8 0,-1-2 1,-6 4 429,-2 3 0,-5 4 1,-4 3 231,-1 4 1,-4 9-1,-3 4-89,-7 6 1,1 10 0,-6 10 0,0 9-1,-3 6 1,-2 6 0,-3 10-1,11-24 1,0 1-104,-1 3 1,-1 1-1,-2 0 1,-1 0-1,-1 5 1,0 1-1,-3 2 1,1 1-164,-1 2 1,1 0 0,3-9 0,0 0-1,2 0 1,0 0 0,4-5 0,0-2-538,-8 22 1,12-12-1,2-6 151,9-9 0,6-12 1,6-9-1,3-4-1094,1-4 0,-1-8 0,6-7 0,3-6 1518,3-7 0,-3 1 0,3-10 0</inkml:trace>
  <inkml:trace contextRef="#ctx0" brushRef="#br0">4610 6236 9000,'-17'8'2188,"5"0"1,2-4-1539,6 4 0,5-6 0,9 2 1,4-3-243,6-1 1,2 0 0,1 0 0,2 0-796,3 0 1,-3-1 0,2-2 0,-1 0-1011,2 0 1,-3 2-1,1 1 1397,-5 0 0,7 0 0,-4 0 0</inkml:trace>
  <inkml:trace contextRef="#ctx0" brushRef="#br0">4657 6484 7939,'-11'10'761,"-1"-2"0,1 2 0,2-3 276,1 0 0,7 2 1,1-5-1,8-2-901,6 0 0,6-8 0,6-2 0,4-2-715,4-2 1,-4 0 0,8 1-1,0-1 579,-1 0 0,0 0 0,-2 0 0</inkml:trace>
  <inkml:trace contextRef="#ctx0" brushRef="#br0">5424 6177 7563,'0'-12'943,"0"1"0,0 3 0,-1 1 0,-3 2 382,-4 2 1,-7 9-1,-2 4-764,-1 4 0,0 11 1,-3 0-1,1 4 1,0 4-439,2 1 0,2 2 0,8 1 0,5 0-440,1-3 1,5-3-1,5-1 1,7-6-4,6-7 0,8-9 1,3-4-1,2-5-619,1-7 0,0-3 1,0-11-1,-3-4 962,0-3 0,-6-4 1,1-5-1,-3-4 134,-4-4 0,-5 6 0,-7-7 0,-4 2 10,-2 3 1,-13 3 0,-6 9-1,-8 6-625,-6 7 0,-9 11 0,-4 7 0,-6 9 458,-5 9 0,-3 8 0,-1 3 0</inkml:trace>
  <inkml:trace contextRef="#ctx0" brushRef="#br0">3502 7214 30490,'12'-5'-970,"-5"4"1,3-4-1,1 1 1,5 0 518,2 1 1,3 2-1,7 0 1,6-3 563,8-4 0,10 1 0,-18 3 0,2 0 0,3 0 0,2-1-9,1 0 1,2 0-1,5-1 1,0 0 0,5 1-1,0-1 1,4 2-1,2-1-22,3 1 1,1 0 0,-4 1 0,0 0 0,6-1 0,1 0 0,-2 2 0,0 0-121,1 1 0,0 1 0,-9 0 0,0 0 0,3 0 0,0 0-62,-2 0 1,-2 0 69,2 0 0,-2 0 0,-7 0 1,-1 1-1,1 0 0,-1 1 1,-1 0-1,-1 1 160,0 0 1,-3 1 0,-7-1 0,-1 0-201,5 1 0,-1 0 1,22 6-80,-2-2 0,-17 4 0,-5 2 0,-8 1 149,-7-5 0,-8 5 0,-2-7 0,-5-1 0</inkml:trace>
  <inkml:trace contextRef="#ctx0" brushRef="#br0">6002 4692 32354,'-8'0'137,"0"0"1,5-2 0,1 0-138,4-2 0,5-1 0,6 2 0,3-1 0,3 2 0,1-4 0,2 2 0,3 0 0,0-1 0,-3 4 0,-1-4 0,3 1-1859,1 0 1874,-8 0 0,16-1 0,-8-2 1</inkml:trace>
  <inkml:trace contextRef="#ctx0" brushRef="#br0">6131 4704 23272,'-11'11'0,"-1"1"1617,0 0 1,4 0-1,2 0-789,0-1 1,2-3 0,6-1 0,2-2-497,4-2 0,3-1 0,4 1 0,2 1-332,1-2 0,-1 0 0,4-2 0,3 0-1460,1 0 1653,-3 0 0,12-11 0,-4-2 0</inkml:trace>
  <inkml:trace contextRef="#ctx0" brushRef="#br0">7558 4208 7955,'-1'7'1167,"-3"-3"0,3-1-344,-3 0 230,-3-1 0,5 7 1306,-6-5-1775,0 0 0,1-5-464,3-3 1,3 0 0,2-7 0,3-3-205,4-3 1,4 0-1,2-6 1,3-1-288,2-1 1,-3 0 0,2 3-1,0 1 115,1 1 0,-5 5 0,2 1 0,-3 5-97,-1 5 0,-1 8 1,0 5-1,-2 5 157,-1 6 1,-2 9 0,4 5 0,-3 4 250,3 0 0,-4 0 0,2 0 0,3 1-148,3-1 1,-1-5 0,4-4-1,-1-4-62,0-7 0,1-4 1,-3-3-1,3-3-187,1-4 0,-3-4 0,0-3 0,-1-2-163,-3-2 505,-4-6 0,3 0 0,-3-4 0</inkml:trace>
  <inkml:trace contextRef="#ctx0" brushRef="#br0">7617 4597 10227,'5'-11'0,"5"-4"577,4-4 0,7-8 0,10-12 0,9-7-447,-18 20 0,0-1 0,2-1 0,1 1 0,-1-4 0,0 0 0,1 2 0,-1 0-40,-1 1 1,0 1-1,12-17 1,-2 3-1,-7 10-2174,-8 7 1,-7 10 2083,-3 2 0,-6 0 0,3 6 0</inkml:trace>
  <inkml:trace contextRef="#ctx0" brushRef="#br0">8254 4173 7930,'-14'4'526,"2"0"3029,1-1-3051,1-2 1,5-1 0,5 0 0,6 0 94,5 0 0,0-4 0,1 0 0,1 0-735,3-1 1,-2 4 0,5-3 0,-1 2-842,0 2 0,-2-4 0,3 0 0,-1 2-228,0 1 1205,-3 1 0,7-6 0,-4 0 0</inkml:trace>
  <inkml:trace contextRef="#ctx0" brushRef="#br0">8737 3973 8054,'-7'0'3098,"-1"0"-1430,5 0-1219,-2 0 0,6 0 1,3 0-353,4 0 0,2-2 0,2 0 1,0-2-201,0 1 1,4 1 0,-1-1 0,0-1 128,-2 1 0,3 2 1,-1 1-1,0 0-201,-2 0 0,-1 4 1,-1 1-1,1 2 177,0 2 1,-4 1-1,-2 2 1,0 0 211,-4 0 0,0 0 0,-2 1 1,0 1 105,0 2 0,-2 0 0,-2-5 0,-4 1-80,-2 0 0,-3 0 0,-2 0 0,-2-2-55,-1-2 0,4 1 1,-3-4-1,1 0-103,0 1 1,0-2-1,5-4-281,-1 0 230,5 0 0,7-4 0,8-2 0,3 1-126,0 0 0,3-3 0,0 4 1,3 2-52,1 0 0,-2 2 1,2 0-1,-1 0 231,-2 0 0,-2 6 1,-1 1-1,0 4 194,-1 1 1,-3 3 0,-1 2 0,-2 0-66,-2 0 0,-3 3 0,-3-3 1,-2 0-683,-2 0 1,-2 0 0,-7-2-1,-2 0-911,0 0 1,-5-2 0,4-3 1378,-4-2 0,-5 3 0,-3-5 0</inkml:trace>
  <inkml:trace contextRef="#ctx0" brushRef="#br0">7193 4715 9014,'-12'6'3689,"0"-4"-2211,0 6 0,14-5 0,11 1 1,18-4-676,18-4 1,15-4 0,-22 0 0,2-1 0,9-2 0,3-2-494,-13 4 0,1-2 0,1 1 1,5-1-1,0-1 0,2 1 1,7-1-1,2 1 0,0 0 0,2 0 1,0 1-1,0 0-574,1 0 1,0 0 0,-2 2-1,-7 2 1,-1 1 0,-1 0-1,3 1 1,-1 1 0,-1 0-1,-3 1 1,-2 0 0,-1 1-491,18 1 1,-3 1 0,-13 1 0,-2 1 0,-4 2 0,-1 1 0,-4-2-1,0 1-1377,-3-1 1,-1 0 2130,24 4 0,-1-2 0,-11-1 0</inkml:trace>
  <inkml:trace contextRef="#ctx0" brushRef="#br0">7110 5057 7290,'-1'-10'-117,"-3"2"1,1 3 0,-5 5 0,-1 0 1330,-1 0 0,-2 1 0,0 3 0,0 5-613,1 5 0,-1 6 0,-1 6 0,-2 3-464,0 1 1,-1 3-1,4 6 1,0 4-158,0 3 0,1 3 0,0-1 1,3 1-249,4-3 1,3-7-1,1 0 1,1-3-1326,3-5 0,4-7 0,7-9 1593,0-2 0,6-1 0,-2 0 0</inkml:trace>
  <inkml:trace contextRef="#ctx0" brushRef="#br0">7299 5364 7898,'-1'8'678,"-3"-1"1,1-3-185,-5 4 0,2-4 0,-4 3 1,4-1 385,1 1 0,-5-3 138,3 4 1,0-6 434,-1 2-1305,6-3 0,-4-6 0,8-3 0,2-2-137,3-2 1,0-1 0,1-3 0,1-2-36,1 0 0,2-5 0,0 5 0,0-2-201,0 1 0,-1 0 1,1 0-1,-1 2-75,-3 0 1,2 7 0,-2 0-26,2 3 0,2 5 0,0 6 75,0 4 1,-4 7 0,-1 5-1,3 4 104,0 3 1,2-2 0,0 4 0,0-2 34,-1 1 1,5-1 0,0-4-1,-1-2-81,3-2 0,-5-6 0,2 0 0,-2-3-628,-1-1 1,-4-4-1092,0-1 1911,-5-3 0,2-1 0,-5 0 0</inkml:trace>
  <inkml:trace contextRef="#ctx0" brushRef="#br0">7381 5564 7898,'-11'0'937,"-1"0"1,4 4-189,0 0 1,7-5 0,1-7 0,8-4-255,6-4 0,6-7 0,7-9 0,6-3-520,5-4 1,0 1 0,4-6 0,-1 1-668,-4 1 1,-5 7 0,-6 10 0,-4 7 691,-2 6 0,-6 8 0,4-1 0</inkml:trace>
  <inkml:trace contextRef="#ctx0" brushRef="#br0">7936 5352 7853,'-8'0'-417,"0"0"2138,-1 0 0,2 0-606,-1 0 0,4 0-735,-3 0 0,5 0 0,2-1 0,7-2-449,3-1 0,6 0 0,1 4 0,1 0-834,3 0 1,2 0 0,0 0 0,1 0-1062,-1 0 1964,1-5 0,5 4 0,1-5 0</inkml:trace>
  <inkml:trace contextRef="#ctx0" brushRef="#br0">8313 5199 8311,'0'-12'1319,"0"4"0,0 0-139,0-1 0,0 2-848,0 0 0,5 0 1,2-2-1,1 2-121,-1 2 1,1 1 0,4 4 0,0 0-295,0 0 0,-1 0 0,1 0 0,0 1-79,0 3 1,-2 3 0,0 5 0,-4 0 222,-1-1 0,3 5 0,-4 0 0,-1-1 83,-2 2 1,-2-2-1,-3 3 1,-4 1-96,-3-1 1,0-6-1,-1 2 1,-1 1-113,-3-2 0,2 0 0,-5-3 0,2-1-93,3-1 0,1-1 0,1 1 0,1-3-499,4 0 511,-4-4 1,16 5 0,2-5 152,6 3 1,4-3 0,-3 3-1,4-3-444,0-1 0,-2 2 0,3 0 0,2 2-1038,1-1 0,-2-2 1473,0-1 0,-1-5 0,5-2 0</inkml:trace>
  <inkml:trace contextRef="#ctx0" brushRef="#br0">8737 4869 8194,'0'7'2570,"0"1"-1927,0 1 1,2-1 0,2 3 0,4 5 33,2 4 0,2 8 1,1 11-1,1 7-433,2 8 0,-4 3 0,-8-23 0,-2-1 0,4 33-230,-4-6 0,-2-8 0,-5-3 0,-7-7-26,-6-7 1,0-9 0,-1-2 0,1-6-1784,0-1 0,2-8 0,-3 2 1795,2-5 0,-4-2 0,3-4 0</inkml:trace>
  <inkml:trace contextRef="#ctx0" brushRef="#br0">9186 4857 7878,'-19'4'346,"3"0"0,3 5 1,2-1-1,-2 2 1154,-3 2 1,3 6 0,-3 5 0,2 5-897,-2 6 0,7 0 0,-3 10 1,1 2-906,1 3 1,3 0 0,3-1-1,3-5-422,1-3 0,5-11 0,3 1 0,4-7 117,4-3 606,-3-11 0,9 2 0,-4-11 0</inkml:trace>
  <inkml:trace contextRef="#ctx0" brushRef="#br0">9256 5293 8047,'-6'-12'843,"-1"0"1,5 1-97,-2-1 0,0-1 0,4-2 0,0-2-290,0-1 0,1 2 0,3-2 0,3 0-192,-1-1 0,5 5 1,-5-2-1,2 3 72,0 1 0,0 2 0,3 2-247,1 4 1,0 4 0,0 4-284,0 4 0,-1 6 0,1 3 0,0 3 123,0 5 0,0-2 0,-1 5 0,1-3-438,0-2 1,-3 1 0,0-2 0,2-1 41,-2-1 0,0-6 0,3 1 0,0-5-806,0-2 1,-5-6 1271,1 2 0,0-2 0,4-2 0</inkml:trace>
  <inkml:trace contextRef="#ctx0" brushRef="#br0">9339 5352 7878,'-1'6'1085,"-3"-2"0,4-2 1,0-4-1,6-2-669,5-3 0,6-9 0,2-4 0,5-3 292,3-5 1,1 2 0,5-4 0,1 1-1060,-1 3 0,-6 5 0,-1 3 0,-5 1-3827,-5 2 4178,-3 7 0,-1-2 0,0 3 0</inkml:trace>
  <inkml:trace contextRef="#ctx0" brushRef="#br0">9834 4951 8235,'-1'12'943,"-2"0"0,-1-1-534,2 1 1,-1 7-1,0 3 1,-1 5-52,2 4 1,-1 4-1,1 5 1,-2 1-794,1 0 1,0-6-1,1-5 1,-2-2-2999,1-6 3433,2-4 0,-4-1 0,-2 2 0</inkml:trace>
  <inkml:trace contextRef="#ctx0" brushRef="#br0">9645 5258 7878,'6'-7'964,"-4"-3"202,6 2 1,-1-3-1,2 1 1,-1 1-321,1 1 1,3 4 0,2-4 0,3 0-808,2 2 1,-4-1-1,5 4 1,1-2-1001,1-1 0,-2 3 1,-2-1-1,0 1-2627,1-1 3588,-10 3 0,12-9 0,-8 3 0</inkml:trace>
  <inkml:trace contextRef="#ctx0" brushRef="#br0">10188 4916 8054,'-8'4'0,"1"1"580,2 1 0,0 4 0,2 5 0,-1 5 259,2 2 0,-3 7 0,1 4 0,0 5-595,-2 5 1,4-1-1,-5-1 1,2-3-148,2-4 1,2-7 0,1-1 0,0-5-1573,0-5 0,0-9 1475,0-7 0,0-11 0,0-7 0</inkml:trace>
  <inkml:trace contextRef="#ctx0" brushRef="#br0">10294 4798 7878,'13'-11'986,"3"4"0,-2 1 1,5 6-1,-1 2 380,0 2 1,1 7-1,2 10-814,-2 5 1,-6 6 0,0 7 0,-5 6-1,-2 5-339,-4 5 1,-2-2 0,-4 1-1,-4-2-1045,-2-2 0,-3-11 0,-2-6 0,0-7-962,0-7 0,-3-9 0,0-3 1794,-1-2 0,-14-12 0,2-6 0</inkml:trace>
  <inkml:trace contextRef="#ctx0" brushRef="#br0">9433 4562 7795,'12'0'902,"0"-4"1,0-1 0,2 0-197,6-1 1,8-3 0,20 1 0,13-2 295,-24 4 0,1 0 0,4 2 0,2 0 0,6 1 0,0 0 0,3 0 0,0 1-577,3 0 0,-1 1 1,-1 0-1,0 2 1,4 0-1,0 2-855,-1 0 0,-1 2 0,7 0 0,0 0 0,0 1 0,0 0 0</inkml:trace>
  <inkml:trace contextRef="#ctx0" brushRef="#br0">1839 8499 8460,'-6'3'1102,"0"4"1,2 7-765,0 7 1,1 6-1,3 14 1,0 8-196,0 8 1,2-24 0,1 1 0,0 3 0,2 1 0,0 1 0,0 0-109,1 2 1,0-2 0,0-5 0,0 0-1,0 1 1,0 0 0,5 22-7,1-11 0,-4-18 0,0-2 0,1-8 151,1-7 1,-2-5 0,0-8-1,1-6 128,2-8 1,2-8-1,1-7 1,3-10-181,2-7 1,0-8 0,-7 23-1,0-1 1,0-4 0,1 0-202,1-4 1,-1 0 0,0 1 0,-1-1 0,2-1 0,0 0 0,-1-1 0,0 0-302,1 0 0,0 2 0,-3 5 0,1 2 0,0 1 0,0 2 0,3-16-1037,-5 16 1,-5 22 676,-5 10 1,-1 10 0,-2 14-1,-2 1 734,-2 2 0,-1 3 0,-4 6 0,1-1 0</inkml:trace>
  <inkml:trace contextRef="#ctx0" brushRef="#br0">2370 9254 7945,'0'12'584,"0"-4"1,1-2 271,3-1 0,1-3 0,6-10 0,-1-8-363,3-5 0,7-10 1,1-7-1,5-11-278,6-7 0,-2-2 0,-15 26 0,0-1 0,0 0 0,-1-1-218,-1-1 1,0 1 0,8-29-1,-12 30 1,-1 0 0,6-26-187,-3 4 1,-3 9 0,1 2 0,-3 6-46,0 8 0,-2 9 1,-4 5 173,0 3 1,0 8-1,0 5-85,0 6 1,0 6 0,0 4-1,1 6 91,3 8 1,-3 4 0,3 12 0,-1 5 185,1 5 1,-3 2 0,3 6 0,-3-2-11,-1-5 0,1-4 0,2-1 0,1-2-122,-1-4 0,2-12 0,0-5 0,0-10-847,1-7 1,1-7-503,-3 3 0,4-10 0,-4-4 1349,-1-7 0,-7 0 0,-3-4 0</inkml:trace>
  <inkml:trace contextRef="#ctx0" brushRef="#br0">2523 8995 9927,'8'-4'802,"0"0"1,0-6-1,5 3 1,2-4 0,6-1-1304,6 1 1,-1-5 0,5-1-1,2 0-2665,1 0 3166,-4-4 0,10 2 0,-4-4 0</inkml:trace>
  <inkml:trace contextRef="#ctx0" brushRef="#br0">3290 8511 7950,'-17'7'534,"3"-1"1,-1-3 0,2 1 1659,1-2 1,5 1-1990,3 1 1,3-1 0,2 3-1645,3-1 1,3 3 0,5-2 1438,-1 0 0,1 2 0,0 4 0</inkml:trace>
  <inkml:trace contextRef="#ctx0" brushRef="#br0">3242 8912 8378,'-11'5'3838,"3"-3"-2195,0 1 1,7-1-3253,1-2 1,5-2 1608,7-1 0,5 1 0,1-3 0</inkml:trace>
  <inkml:trace contextRef="#ctx0" brushRef="#br0">3466 8606 8012,'-5'-11'1749,"-3"3"-1186,-2 4 1,-3 3 0,-2 1 0,-2 0-269,-1 0 0,2 1 0,-2 3 1,0 4-199,-1 3 1,5 0-1,-2 1 1,2 1-20,-2 3 1,7-3 0,-2 3 0,5-2-502,3 2 0,2-3 0,2 4 209,3 0 0,3-8 0,4 3 0,1-2 208,0 1 0,0-3 1,0 0-1,1-1-39,2 0 0,-2 4 0,2-4 0,-5 5 217,-2 4 0,0-3 1,3 3-1,-4-2-4,-3 2 0,-2-2 1,-2 5-1,0-2-258,0-3 1,-2 3 0,0-1 0,-3-2-146,-2-1 1,-2-2 0,-6-2 0,0-1-216,0 1 1,6-4-1,1-1 1,-1-3-3009,-1-1 3458,3 0 0,-3-5 0,3-1 0</inkml:trace>
  <inkml:trace contextRef="#ctx0" brushRef="#br0">3856 8641 8012,'-12'0'831,"0"0"-89,0 0 0,0 0 0,2 1 230,2 3 1,2-3-1708,2 3 1,4-1 0,0 0-1968,6 1 2702,5-1 0,0 3 0,1 0 0</inkml:trace>
  <inkml:trace contextRef="#ctx0" brushRef="#br0">3844 8959 8012,'-5'7'355,"-3"-3"867,-3-3 1,3-1-1710,0 0 1,7 0-1,1 0 1,7 0 486,3 0 0,7 0 0,2 0 0</inkml:trace>
  <inkml:trace contextRef="#ctx0" brushRef="#br0">5306 8912 7954,'-17'14'981,"4"-3"186,4-5 1,6-3 0,0-8-599,6-7 0,1-5 0,6-7 1,5 0-316,2-4 1,-1-2 0,3-4 0,2 0-42,2-2 1,-3 6 0,3-8 0,2 0-225,0 2 0,-4-1 0,-2 4 0,2 4-213,1 6 1,-3 7 0,-4 2-1,-1 5-147,-3 5 1,1 9-1,-1 7 1,-2 6-15,-1 4 0,0 8 0,3 6 0,1 6 167,0 4 1,0 1-1,0-1 1,-1-2 150,1-1 1,1-9 0,3 0 0,4-4-152,2-3 1,-3-12 0,0-4-1,-1-5-284,1-3 1,-1-3-1,2-4 1,-3-4-1575,0-2 2076,-4-2 0,4-5 0,-5-1 0</inkml:trace>
  <inkml:trace contextRef="#ctx0" brushRef="#br0">5565 9018 7954,'-13'0'913,"-2"0"0,3-1 0,1-4 201,10-7 1,9-7 0,12-9 0,10-10-722,10-12 1,-17 24 0,0-1 0,5-4 0,2-2 0,0 0 0,1 1-387,1 0 1,1 1-1,-3 0 1,1 0 0,0 3-1,0 1 1,-3 2-1,0 2-1496,23-16 0,-9 11 0,-7 5 0,-6 7-1812,-4 7 3301,-6 3 0,3 12 0,-4 0 0</inkml:trace>
  <inkml:trace contextRef="#ctx0" brushRef="#br0">6556 8547 7957,'-29'11'401,"4"0"0,6-2 2192,2-1 1,6-4-2221,7 4 1,9-6-1,6 2 1,5-2-457,2-2 0,6 0 0,3 0 0,2-2-1237,4-2 0,-6 3 1,7-4 1319,-4-1 0,3 5 0,-3-4 0</inkml:trace>
  <inkml:trace contextRef="#ctx0" brushRef="#br0">6521 8782 7957,'-12'6'0,"0"-4"943,0 6 1,6-4-206,2 4 0,13-6 0,7 2 0,6-4-1601,5-4 0,7 2 0,6-6 0,0-1 863,5-2 0,-7-6 0,8-1 0</inkml:trace>
  <inkml:trace contextRef="#ctx0" brushRef="#br0">7275 8488 7942,'-19'0'488,"0"0"1,2 0 1205,3 0 1,6-2-826,4-2 0,9-2 1,6-7-1,6-2-491,5 0 0,-1-6 1,8 2-1,-2 0-288,1-1 0,5 4 1,-5-2-1,1 1 126,-1 3 0,-10 6 1,4 4-456,-3 2 1,0 4 0,-4 2 0,-3 6-78,-3 8 0,-7 3 0,2 11 0,-2 1 332,-2 1 1,-2 2-1,-2 4 1,-5 3 274,-5 3 1,-5-3-1,-4-1 1,-2 0 77,-3 0 0,2-4 1,-4-2-1,0-4-155,0-5-1,4-8 1,-1 2 0,5-6-214,3-4 0,8-7 0,1-2 0,3-4-58,4-6 0,2-4 1,1-2-1,1-5 28,3-3 0,3 4 0,5-8 0,-1-1 1,5 2 0,0 4-1,0 2 1,1-1-413,2 2 1,0 1-1,0 6 1,2 2-700,2 1 0,-2 6 1,1-1-1,4 6-769,3 5 1,-2 3 1909,5 5 0,-6-3 0,3 4 0</inkml:trace>
  <inkml:trace contextRef="#ctx0" brushRef="#br0">8054 8759 7909,'-12'12'0,"0"1"207,0 2 1,0 0 0,2 4 0,1 4 1073,1 3 1,5-4 0,-1 4 0,3 1-2193,1-3 1,0 1-1,1-2 911,3-4 0,3-2 0,5-5 0</inkml:trace>
  <inkml:trace contextRef="#ctx0" brushRef="#br0">9303 8594 8446,'-11'1'1475,"-1"3"1,1-4-825,4 0 1,1-7-1,8-8 1,2-5-243,3-2 1,10-8-1,6-4 1,4-6-194,3-2 0,-2 3 1,2-3-1,0 0-333,0 0 1,-3 10 0,-1 1 0,-4 8-3,-2 3 0,-5 10 0,4 1-100,-2 6 0,-5 11 0,-5 11 1,3 5 0,0 4 0,-2 7 0,0 8 0,1 4-24,1 4 1,4 2 0,0 2 0,2-4-153,-2-3 1,4-10-1,1-4 1,0-3-52,1-5 1,-6-12 0,2-6 0,-3-5-767,-1-3 1211,0 0 0,0-6 0,-1 0 0</inkml:trace>
  <inkml:trace contextRef="#ctx0" brushRef="#br0">9421 8735 7994,'-11'0'1164,"-1"0"1,0 0-111,0 0 1,8-6-1,8-6 1,13-8-389,12-6 1,5-7-1,12-9 1,-21 19-1,1-1-612,2 0 0,0 0 0,-1-1 1,-1 1-1,3 1 0,0 0 1,-2 2-1,-1-1-1015,24-17 0,-5 7 1,-5 6-1,-2 5 961,-4 6 0,-1 1 0,2 3 0</inkml:trace>
  <inkml:trace contextRef="#ctx0" brushRef="#br0">10353 8417 8491,'-26'12'0,"1"-2"4044,3-2-3617,6-3 1,9-5 0,13 0 197,7 0 1,5-5 0,7-3 0,2-2 0,5-2-802,2 0 0,5 0 0,1 1 0,-2 0-1649,-2 3 1,-4-2 1824,-1 2 0,1 3 0,3-1 0</inkml:trace>
  <inkml:trace contextRef="#ctx0" brushRef="#br0">10436 8629 7558,'-11'12'-781,"3"0"0,-2-1 1646,2 1 1,4-5 0,4-3 425,6-3 1,10-1 0,4-1 0,2-2-1711,2-1 1,5-5 0,2 1-1,3-2-848,1-2 1267,1 0 0,-1-5 0,1-1 0</inkml:trace>
  <inkml:trace contextRef="#ctx0" brushRef="#br0">11226 8429 7867,'0'-8'1136,"0"0"0,0 4 0,1-3 11,3 2 0,-2-3 1,6 3-1,1 0-752,2 0 1,1-3 0,1 3-765,3-2 1,-2 3 0,4-2 0,1 0-1,-2 2-1423,0-1 0,4 4 1792,-2-3 0,-2-3 0,0 1 0</inkml:trace>
  <inkml:trace contextRef="#ctx0" brushRef="#br0">11803 7934 8389,'7'5'1366,"-3"3"1,-2 5-1004,2 6 1,-2 15 0,2 23 0,-4-20 0,0 2-206,-2 7 1,0 2 0,-2 1 0,0 2 0,-3 3 0,-1 0-652,1-1 0,-1-1 0,-2 1 0,-1-1 0,2-8 0,-1 1 0</inkml:trace>
  <inkml:trace contextRef="#ctx0" brushRef="#br0">14044 6154 7844,'-12'-4'946,"0"0"-442,1 1 0,3 8 0,0 7 0,0 9-126,1 9 0,-3 8 0,3 13 0,-1 8-191,4-25 1,1 2 0,1-1 0,0 0 0,-2 7 0,0 0-298,-1-1 1,1-1 0,-1 3 0,0-2 0,1-3 0,1-2 0,-3 26 0,2-8-840,1-13 0,0-12 0,7-7-687,4-9 1,2-12 1635,2-9 0,5-7 0,1-4 0</inkml:trace>
  <inkml:trace contextRef="#ctx0" brushRef="#br0">14350 6154 8129,'-11'23'0,"-1"3"591,0 6 0,0 0 0,2 12 0,1 4-179,1 10 0,5 1 0,1-23 0,-1 1 0,1 0 0,0-1-346,0 1 0,0-2 1,-1 24-1,6-6 1,2-6-824,2-6 1,1-9 0,2-5 0,-1-7-41,-1-4 1,-4-7 796,4-1 0,-5-5 0,2 2 0</inkml:trace>
  <inkml:trace contextRef="#ctx0" brushRef="#br0">13961 6790 8348,'-6'5'0,"1"3"1012,-1 3 1,5-3 0,-2-2-198,6-1 1,5-1 0,6-4 0,5 0-468,3 0 1,-1 0 0,6-1 0,0-3-890,0-4 0,-1 2 1,4-2-1,1-1-524,-1-2 1,1-1-1,3 1 1,-2-1 51,-5 0 1013,-2 0 0,4-5 0,1-1 0</inkml:trace>
  <inkml:trace contextRef="#ctx0" brushRef="#br0">14622 6825 7841,'8'12'71,"-2"0"1,-1 0 844,-2 0 1,-2-1 0,1 0-373,2-3 1,-3-4 0,3-8 421,-3-4 0,4-9 1,2-7-1,1-6-402,0-4 1,-2-5 0,3-2 0,-1-2-403,1-5 1,-2 2-1,-1-7 1,1-3-148,0-3 1,-4 0 0,4-5 0,0 2 1,-1 5 1,1 11 0,1 4 0,-5 8-75,-1 6 0,-1 9 192,3 3 1,-3 9 0,3 7-286,-2 7 0,-2 5 1,1 4-1,1 4 39,2 7 1,0 5 0,-4 10 0,2 5 54,2 2 0,-2 5 1,5-1-1,-2 4-18,-2 2 0,2-7 0,0 6 0,0-5 158,1-3 0,1-11 0,-1-5 0,-1-3-339,0-5 0,3-3 0,-4-3 0,0-4-1241,1-3 1,-4-5-351,3 0 0,-1-6 884,1 2 0,-3-4 0,3-4 962,-3-4 0,-1-13 0,0-4 0</inkml:trace>
  <inkml:trace contextRef="#ctx0" brushRef="#br0">14669 6531 7841,'-8'-2'2743,"1"-1"-1774,2-5 0,1-3 1,4-1 52,0 1 1,6 3 0,1 0 0,5 0-1091,4 1 0,2-2 1,6 4-1,1 0-1256,2 0 1,-1-3 0,5 4 1323,-3 1 0,10-3 0,-1-1 0</inkml:trace>
  <inkml:trace contextRef="#ctx0" brushRef="#br0">15317 6260 7795,'0'-12'8823,"0"5"-12167,0 2 1864,6 16 1,-1-4 1479,3 9 0,2-3 0,-3-1 0</inkml:trace>
  <inkml:trace contextRef="#ctx0" brushRef="#br0">15306 6566 8138,'-7'5'3276,"-3"-3"1,10 3 0,0-5-4951,6 0 1674,10-5 0,2-2 0,6-5 0</inkml:trace>
  <inkml:trace contextRef="#ctx0" brushRef="#br0">17382 3599 10982,'-5'11'34,"-4"7"-27,-2 1 0,1-1 0,1 3 1,1-2 9,-1 2 0,-2-2 1,-1-1-1,2 0 136,2 1 0,-2-5 0,2 2 1,-3-2-72,0 2 1,-1-3 0,0 4-1,0 0-26,0 3 0,1-2 0,0 1 0,2-1-25,1 0 1,0 2 0,-2 2 0,1 0-182,1 2 0,4-6 0,-3 7 0,1 0 104,-1 0 1,3-5 0,-2 4 0,0 0 124,4-3 0,-4 0 1,3 3 11,0-1 1,2-5 0,1-2 0,0-3 84,0-1 1,0 0 0,0 0 215,0-1 0,0 1-373,0 0 1,0 4 0,0-1-30,0 0 0,0-2 1,0-1-1,0 0 1,0-1 17,0 1 1,0 0 0,0 0 0,0-1-10,0 1 0,0 0 1,1 0 91,3 0 0,-3-1 1,3 1 86,-3 0 1,1-4-1,0 0 17,2 1 1,2-3 0,-4 2-114,2 1 0,1-3 0,-2-1-126,1 0 1,1-2-18,-1 5 0,-1-6 0,3 4 1,1-3 73,-1 1 1,-2 0 60,4-4 0,-4 0 16,4 0 1,-4 0 151,4 0 1,-4-5-182,3-3 1,-4 2 0,1-2 0,-3-1-55,-1-2 0,0 3 0,0 0 0,0-1 11,0-1 1,0-2-1,0 0-203,0 0 0,0 1 1,0-1-122,0 0 1,0 4 325,0 0 1,0 0 1,0-3-149,0 4 81,0 2 0,0 6 1,0 3-50,0 4 1,0-1 0,0 0 0,0 4 19,0 3 0,2-1 1,0 4-1,2-1 93,-1 0 1,2 1 0,0-3 0,1 3 169,-1 2 1,3-5-1,-3 2 1,0-3-1,0-1 0,1-1 0,-4 1 0,2 0-76,-1 0 0,-2-4 0,-1 0-168,0 1 1,-1-4 0,-3 0-137,-4 0 0,-2-3 0,-2 2 0,0-3-283,0-1 1,3 0 0,-2 0-40,-2 0 0,-1 0 0,2 0-486,0 0 0,5 0 366,-1 0 1,6 4-1,2 0 1,7-2-826,3 0 1459,7 3 0,2 2 0,4 4 0</inkml:trace>
  <inkml:trace contextRef="#ctx0" brushRef="#br0">17593 4338 11714,'2'-6'1332,"0"0"-846,2 1 1,1 4 0,-2-4 279,1-1 1,0 4 439,-4-6 1,0 4-434,0-4 0,0 4 528,0-4-695,0 6 1,-5-4-82,-3 6 1,1 0-403,-1 0 0,0 0 0,-3 0 21,-1 0 1,0 0-1,0 0 105,1 0 1,-1 0 0,0 0 0,0 2 44,0 2 1,4-3 0,1 4 0,-3-1-168,0 0 0,2 1 0,0-2 1,-1 2-116,-1 2 1,2-3 0,1 3-72,2 3 1,-3-4-1,3 1 1,0-1 62,-1 1 0,1-3 1,3 4-1,-2 1 97,1 1 1,-2 2 0,-1-1 0,1-1-24,0 2 0,0-6 1,2 9-1,-2-1 53,-2-1 0,5 0 0,-2-1 1,2 0-10,2 0 0,-3 0 1,-1-1-1,1 1-101,2 0 0,-1 1 1,0 3-114,-2 3 1,0-6 0,4-1 182,0-1 0,0-1 1,0 2-92,0 0 0,1-4 0,2-1 0,1 3 0,4-4 0,-3 1 0,1-2 0,2 4 0,4-1 0,0-1 0,0 0 0,-1 3 0,1-5 0,0-1 0,0-3 0,0 0 0,1 2 0,2 1 0,-4 0 0,3-4 0,1 0 0,-2 0 0,0-4 0,-1-1 0,1-2 0,3-2 0,-3 2 0,2 0 0,0-3 0,1 0 0,-3-3 0,2-2 0,0-2 0,0-1 0,-1-2 0,1-3 0,-2-1 0,-1 1 0,0-6 0,-2-1 0,0-2-4,-2 1 0,-5-1 0,4-2-129,-2 3 0,-1 2 0,-4 6 0,0 0 1,-1 2-75,-3 2 1,-3 4 0,-4 1 0,-1 3-192,0 4 0,0 3 0,0-3 0,1 2-736,-1 2 1,4 2 0,0 1-114,-1 0 0,0 5 0,0 3-25,1 2 1,5 4 0,-1 0 0,3 3-3804,1 1 5075,0-3 0,0 12 0,0-2 0</inkml:trace>
  <inkml:trace contextRef="#ctx0" brushRef="#br0">17275 4998 8566,'0'-12'700,"0"1"1,0-1 3378,0 0-433,0 6-2417,0 0 1,0 8-738,0 2 1,0 2-1,0 6 1,0 1-556,0 3 1,-4-2 0,0 6-1,1 1-670,2 1 1,0-2-1,-2-2 1,-1 0-384,2 1 0,0-5 1,2 2-1,-1-2-1077,-3 2 0,3-7 2193,-3 3 0,3-3 0,1 3 0</inkml:trace>
  <inkml:trace contextRef="#ctx0" brushRef="#br0">17405 4821 7796,'6'0'1299,"-1"-1"-301,-5-3 1,0 2 229,0-6 1,0 0-459,0-4 0,-4 4 1,-1 0-282,-1-1 1,-2 3 0,-4-1 0,0 2-180,0 2 1,-1-2 0,-2 1 0,-5 1 106,-2 2 1,-3 5 0,-3 1 0,-4 3-123,-6 5 0,0 0 0,-4 7 1,0 2-89,0 4 0,8 1 1,0 4-1,5 2-95,7 1 0,4 7 0,11 0 0,5 3-13,9-1 0,7-8 1,12 2-1,5-3-314,3-5 0,-2-3 0,8-5 0,-4-4-22,0-5 1,-1-8-1,1 0 1,0-6 173,4-6 1,-6-6 0,4-12 0,0-4 208,-2-4 0,1 0 0,-3-7 0,-3 2-120,-3 1 0,-8 4 0,-5-6-123,-2 4 1,-6 2-1,-4 1 1,-7 3 0,-9 1-635,-10 3 1,-2 5-1,-6 4 1,-2 2-528,-1 5 1,-3 6 0,0 0 0,-3 3-163,2 1 1,0 6 0,0 5 1419,-1 3 0,-6 12 0,3-1 0</inkml:trace>
  <inkml:trace contextRef="#ctx0" brushRef="#br0">16178 6354 7898,'0'-17'382,"0"4"1,0-3-1,0 3 720,0 1 1,-4 0 0,-1 1 500,-1-1 0,2 5-1168,-4 3 0,4 4 0,-3 4 0,1 7 199,-1 7 0,3 4 1,-2 12-1,0 4-644,4 3 1,-3-2-1,1 3 1,2-1-248,5-3 1,3-11 0,8-4 0,1-5 89,5-4 1,7-7-1,4-8 1,1-11 154,4-10 1,-6-9-1,8-8 1,0-4 57,-1-3 1,-9 1 0,-3 2 0,-1 0 107,-3 2 1,-4 7 0,0 0 0,-3 8 339,-3 5 0,-7 11-246,0-2 0,-3 13 0,-2 4 0,-2 9-96,-1 5 0,-9 10 1,0 5-1,-4 7 25,-4 5 0,-3 6 1,10-20-1,-1 1 1,-2 4-1,-1 1-170,-3 4 1,0 0-1,0-2 1,0 0-1,0 4 1,-1 1 0,0-2-1,-1 0-369,0-1 1,1-1 0,3-7 0,1 0 0,3 0 0,1-1 0,-6 18-575,9-16 0,8-13 0,3-7 0,8-6 128,6-5 1,1-4 0,4-4-1,5-6-156,6-9 0,2-3 0,8-12 0,1-5 964,2-6 0,3 1 0,-23 17 0,1 1 0</inkml:trace>
  <inkml:trace contextRef="#ctx0" brushRef="#br0">17086 6460 7912,'-35'5'1049,"1"2"1,4 3-1,6-2 2206,7-4-2569,9 3 0,8-6 0,9 3 0,6-3-144,4-1 1,8-1 0,0-3-1,1-3-481,0 1 0,-1-3 0,3 3 1,-1 1-683,-3 0 0,-1 0 1,-2 2-1,1-1-654,-1 2 0,-3 0 0,-2 2 0,0 0-2488,-4 0 3763,-1 0 0,-12 5 0,-2 2 0</inkml:trace>
  <inkml:trace contextRef="#ctx0" brushRef="#br0">16992 6731 8319,'-13'11'1303,"-3"-4"1,7 3 1048,-3-6 0,9 0 0,5-4-1409,8 0 0,9-6 0,7-2 0,4-2-857,4-2 1,-1-1 0,7-1 0,1-2-1535,2 2 1,4-4-1,2 3 1448,-2 0 0,3-3 0,-8 0 0</inkml:trace>
  <inkml:trace contextRef="#ctx0" brushRef="#br0">18560 6012 7853,'-12'0'1053,"5"0"0,-1-1 354,-1-3 0,-2 3 1,-1-3-371,0 2 1,2 1-1,1-2 1,2-2-222,2-1 0,1-2 0,5-4 0,3 0-276,4 0 1,5-5 0,6-2-1,6-4-362,3 0 1,4-1 0,2 2 0,-1 2-247,-2 5 1,-5 7 0,2 4 0,-5 4-114,-3 4 1,-3 8-1,-6 7 1,-4 5-583,-3 3 0,-4 3 0,-4 6 0,-5 0 619,-5 4 0,-2-8 0,-6 3 0,-4-4 147,-3-1 1,-3-2 0,-2 2 0,2-1 50,0-3 1,6-5 0,0-4 0,5-3-320,5-3 1,4-6 132,4 3 0,6-6 0,8 2 1,7-4-1,6-2-38,6-2 1,-1-5-1,8 1 421,1-3 0,5-2 0,2-1 0,1-2 1,1 2-200,0 0 0,-8 3 0,0 0 0,-4 2-893,-4 1 1,-5 4-1,-2-2-1304,-2 0 0,-7 4 0,-7 6 1057,-6 4 1088,-9-3 0,-6 11 0,-6-3 0</inkml:trace>
  <inkml:trace contextRef="#ctx0" brushRef="#br0">18159 6543 7853,'-19'7'1530,"-1"1"0,7 0 896,1 4 1,8-6-1,12-2 1,9-2-1438,8-2 1,8 0-1,10-3 1,11-5-469,10-7 0,-32 6 1,1-1-1,5 0 0,0-1 1,2 0-1,-1 0-523,0 0 0,1 1 0,-3 0 0,0 0 1,0 1-1,-2 0 0,31-4-1493,-7 4 0,-15 6 0,-6-1 1,-10 3-995,-7 1 0,-12 5 0,-1 3 814,-6 2 0,-2-2 1,-1 0 1674,-3 1 0,-2 2 0,-6 1 0</inkml:trace>
  <inkml:trace contextRef="#ctx0" brushRef="#br0">18702 6802 7895,'0'-13'561,"0"-3"0,0 7 1,-2-2-1,0 4 2657,-2 0 0,-5 4-2635,1-1 0,1 10 0,1 5 0,-1 9-576,1 6 0,2 7 0,-3 8 0,1 5 28,-1 2 0,-1-2 0,-2 4 0,1-5-1336,1-1 1,5-6-1,-1-2 1,3-6-1484,1-6 1,5-13 2783,3-4 0,8-14 0,2-7 0</inkml:trace>
  <inkml:trace contextRef="#ctx0" brushRef="#br0">19527 6436 8713,'-8'-3'1472,"0"-1"0,8-4 0,3 4 0,10 0-224,8-1 1,7-1 0,10-3 0,2 3-1329,2 0 1,-4 3-1,0 3 1,-4 0-1456,-2 0 0,-5 5 0,1 3 0,-5 2 174,-4 2 1,-11-4 0,2 0 1360,-3 1 0,-4 6 0,-3 4 0</inkml:trace>
  <inkml:trace contextRef="#ctx0" brushRef="#br0">19563 6719 7895,'-28'11'0,"1"-2"2909,0-1-1062,13-6 1,5 4-1,14-6 1,8-2-1562,9-2 1,5-2 0,8-6 0,6-1-273,3-3 1,1 2 0,-1-4 0,2 1-131,-1 2 0,-1-2 116,3 1 0,0-5 0,1 3 0</inkml:trace>
  <inkml:trace contextRef="#ctx0" brushRef="#br0">20553 6330 7895,'-1'-8'1825,"-3"1"0,3 3-932,-3-4 1,4 0 0,4-4 0,3 0 27,4 1 1,1-2 0,1-3 0,2-4-181,5-2 1,2-2 0,2-1 0,0-1-320,-1-1 1,5-2-1,-1 4 1,-1 0 19,-1 3 1,-1 2 0,-2 1 0,-1 3-400,-1 3 0,-6 6 1,2 3-1,-3 3-213,-1 1 0,-4 7 1,-2 3-1,-1 7-24,-2 5 0,-2 1 1,-2 9-1,-3 5 545,-4 5 1,-2 5-1,-2 4 1,-1 4 19,-3 3 1,-2 2 0,-6 0 0,1 1 100,-1-4 1,0-7 0,1-3-392,-1-6 0,-3-3 0,-1-4 0,3-7 1,3-3-82,2-7 0,6-7 0,-2-3 0,3-2 0,3-2 0,2-7 0,8-7 0,6-6 0,4 0 0,1 0 0,0-4 0,7 3 0,1-2 0,-1 1 0,2 4 0,3 0 0,1 3 0,-1 4 0,2 3 0,1 5 0,3 0 0,1 0 0,2 10 0,3 6 0,1 5 0,-1 2 0,-5 2 0,-2 1-466,-3 2 0,-5 3 1,-3-2-1,-6 0 466,-4 0 0,-4 4 0,-3-3 0</inkml:trace>
  <inkml:trace contextRef="#ctx0" brushRef="#br0">2782 10527 7772,'-6'12'108,"-3"-4"0,4-2 1,-2 1 545,-2-1 0,2-3 47,-1 1 0,6-4 1,-2-4-115,3-4 0,2-4 0,3-3 0,4-5 39,2-2 0,2 1 1,0-2-1,1-3-309,3-3 0,-2 2 0,4-3 0,1 0-243,-1 0 1,3 2 0,5-3-1,2-1-19,-2 2 0,3 5 0,-2 8 0,1 4-41,1 6 0,-6 6 0,2 6 0,-5 10-431,-3 11 0,-2 7 0,-4 13 0,-3 3 389,-4 4 0,-3-2 1,-2 3-1,-5-1 148,-5 1 0,-2-10 0,-7 0 0,-1-5 185,-1 0 1,-5-10-1,-1 1 1,-6-2 14,-3-3 1,2 0-1,-6-5 1,2-1-226,1-3 0,9-11 0,-3 3 0,7-6-5,6-2 0,3-5 0,8-3 0,4-2-489,3-2 0,1-4 0,1 0 0,5 1-71,5-2 0,8 4 1,7-3-1,4 4 124,4 4 1,-4 3 0,8 5 0,0 0-196,-1 0 1,0 5-1,-2 4 1,0 4-213,1 3 0,-5 5 0,-1-2 0,-1 0-111,-3 1 1,-6-6-1,-4 2 864,-3-3 0,-7-1 0,0 0 0</inkml:trace>
  <inkml:trace contextRef="#ctx0" brushRef="#br0">3514 10680 7772,'-7'0'909,"-3"0"0,4-5 1,-2-3-1,6-2-281,4-2 0,1-5 0,5-1 0,1-2-338,2 0 0,2 1 0,1-4 0,2 2-43,-2 2 0,-1 4 0,-1 1 0,0 3-97,0 4 0,0 4 0,-2 0 0,-1 6-66,-1 5 0,0 8 0,2 4 0,0 7-197,-3 4 0,1 1 0,4 0 0,0 4-145,0 0 0,-3-6 0,0 3 0,1-4-216,0-3 0,-1-7 1,1 3-1,-1-4-519,-1-3 1,0-8 87,4-3 1,-4-2 0,-2-4 0,0-2-1036,-4-3 1940,0-4 0,3-11 0,1-3 0</inkml:trace>
  <inkml:trace contextRef="#ctx0" brushRef="#br0">3632 10975 7772,'-14'18'0,"-1"-2"0,6-7 793,-3-1 0,5-7 1,3-2-1,9-9-235,9-9 1,4-10 0,7-5-112,2-4 1,3-10-1,7-1 1,1-3-1,-18 24 1,1 0-454,0-1 1,0 0 0,17-22 0,0 4 0,-6 4-891,-4 6 1,-8 13-1214,-5 5 2109,-7 10 0,-8 9 0,-6 6 0</inkml:trace>
  <inkml:trace contextRef="#ctx0" brushRef="#br1">2841 10315 7990,'7'0'5304,"-2"0"-3300,-10 5-533,4-4 1,-3 5-819,8-6 1,4-6 0,7-3 0,5-5-128,2-6 0,7-6 1,2-4-1,4-3-277,0-4 0,-4 5 0,0 4 0,-3 5 182,-1 3 0,-7 4-281,0 8 1,-5 4 0,-1 10 0,-5 5-96,-5 8 1,-3 6 0,-1 5 0,0 5 104,0 2 1,-4 6-1,-1 2 1,-3 3 231,-5 2 0,1-4 0,-3 5 0,0-3-188,0-1 0,-4-7 0,-4-2 0,-1 0-204,1-2 0,-2-3 0,-2-3 0,-1 0 0,-3 0 0,4-3 0,-3 0 0,1-3-166,3-5 0,1-2 0,3-6 1,2-2-439,4-1 0,3-5 462,1 0 0,2-6 0,2-5 0,4-3 0,3-2 109,1-3 1,5 2 0,4-4-1,6-1 511,4 1 1,1-2 0,2-2 0,3 1-280,0 1 0,1 6 0,2-2 0,2 3-199,0 1 0,0 5 0,-2 0 0,3 2-91,3 2 1,-2 2 0,-2 2 0,-2 3-278,-1 4 0,-6 2 0,-3 2 1,-1 0-1347,-3 0 0,-4 1 0,-4 1 362,-1 2 1,3 0 0,-4-4 0,-1-1 0,-2 1-1387,-1 0 1,0 0 2737,0-1 0,-5 1 0,-2 0 0</inkml:trace>
  <inkml:trace contextRef="#ctx0" brushRef="#br1">3726 10751 7991,'-16'17'0,"-1"3"424,-1 2 1,2 0 0,-1-2 0,3-3 746,3 0 1,2-8 0,-2 3-376,4-2 0,1-6 0,6-4 0,0-6 147,0-5 0,0-6 1,0-2-1,2-5-316,2-4 1,-2 1 0,6-7 0,3-3-314,3 1 0,-4 2 0,5 1 0,1-1-324,1 1 0,-2 0 0,4 0 0,-1 3-251,0 3 0,2 9 0,2-3 147,-2 6 1,1 2 0,-5 9-1,-2 4 1,0 5-153,2 7 1,-3 13 0,3 3 0,-3 6 94,-1 5 1,1-1 0,1 5 0,2 2 70,-1 0 1,-1-1 0,-1-4 0,1-2-311,1-4 0,-9-6 0,6-2 1,-1-5-1016,-1-5 0,-2-8 555,0-4 0,-2-4 0,2-4 0,-4-4-355,-2-3 0,-2-2 1,0-1 1224,0-2 0,0-10 0,0 1 0</inkml:trace>
  <inkml:trace contextRef="#ctx0" brushRef="#br1">3761 11010 8422,'0'-11'1018,"4"-1"0,3-1 0,3-6-473,7-8 1,9-11-1,7-17 1,-14 24-1,2-1-196,2-2 1,1 0-1,-3 3 1,1 2-1,1 1 1,0 2 0,17-20-928,-6 7 0,-3 7 0,-9 6 0,-1 5-826,-2 5 1,-4 7 0,-1 1 1403,-5-1 0,7-1 0,-3-2 0</inkml:trace>
  <inkml:trace contextRef="#ctx0" brushRef="#br1">4598 9831 7991,'-11'7'0,"-1"-3"0,0 1 6282,0-1-5543,6 0 1,1-5-1,6-2 1,3-2-15,4-2 1,2 3-1,2-2 1,0-1-583,-1 1 1,1 2 0,0-3 0,1 2-270,3 2 0,-3 2 1,3 1-1,-2 0-98,2 0 0,-6 5 1,3 3-1,-1 3 10,-3 0 0,-1 1 0,0 0 1,-4 1 188,-3 3 1,-1 2 0,-1 4 0,-3-1 155,-4-1 1,-2-4 0,-3 2-143,-3-1 1,2-1 0,-5-4-1,2-1 1,3 0-394,1-3 0,2-2 1,2-3 65,1 1 0,7-1 0,1-7-512,6-4 0,6 1 1,3-1-1,2 0 204,1 2 0,-2-3 0,2 5 0,0 1-33,1 2 679,-5 1 0,14 5 0,-3 2 0</inkml:trace>
  <inkml:trace contextRef="#ctx0" brushRef="#br1">4940 10574 8465,'-21'8'408,"-2"0"0,6 0 0,-4 4 0,5-1 496,6 1 1,6-4-1,1-1 35,6-2 1,10 3 0,9-4 0,6-2-390,2-1 1,3-4 0,5-1 0,2 1-971,2 2 0,-3 1 0,2 0 0,-2 0 400,-1 0 1,0 0 0,7 0-1652,-2 0 0,-1 0 0,3-2 0,-4-2 1671,0-3 0,4-9 0,-3-2 0</inkml:trace>
  <inkml:trace contextRef="#ctx0" brushRef="#br1">5978 10091 7991,'-12'29'342,"1"2"0,-1 8 0,0 6 186,0 5 1,-1 3-1,-3 12 1,7-29-1,0 1-371,0 1 0,0 1 1,0 1-1,1 0 0,1 0 1,2-1-1,-1-2 0,1-1-244,1-2 0,0-1 1,-1 14-1,5-5 1,3-15-754,5-10 0,1-9 0,11-4 0,1-6 840,1-10 0,1-8 0,1-15 0</inkml:trace>
  <inkml:trace contextRef="#ctx0" brushRef="#br1">6733 9973 8689,'0'-16'0,"0"1"1162,0 0 1,-5 3 0,-5 4-1,-4 5-330,-6 1 0,-2 5 0,-3 5 1,-2 7 448,-5 6 1,1 4 0,-2 1-1,-1 3-1121,1 1 1,6-3 0,2 0-1,5-1-626,4 2 0,11-3 0,-3 2 1,7-1-168,5 2 1,4 2-1,6 5 1,3 2 89,2 2 1,-4 3-1,4 3 1,-1-2 911,0 0 1,1-11 0,0 7 0,-3-4 240,-3-1 0,-5-6 1,-1-3-241,-2-3 0,-3 2 0,-4-9 0,-3-2 0,-3-3-261,-5-6 1,1-3-1,-4-2 1,3-3-374,1-4 1,2-13 0,2-7 0,4-7-254,3-8 0,7-7-1,7-10 1,10-2 142,-9 31 0,2 1 0,1 0 0,1 1 0,1-4 0,0 0 1,2 1-1,0 0-59,2 1 1,0 0 0,17-18 0,5 8-1,-7 12-1188,-8 13 1,-5 9-1,-7 8 1622,-6 3 0,0 2 0,-6 6 0</inkml:trace>
  <inkml:trace contextRef="#ctx0" brushRef="#br1">2051 11529 7991,'-11'8'0,"-1"0"1149,0 1 1,2-3 0,2 2-593,4 1 0,10 2 1,11 1-1,15 0 445,12-1 1,19-4 0,-23-5-1,3 0 1,9-2 0,3-2-706,10-1 0,3-1 1,-18 0-1,1 0 0,2-1 1,8-3-1,2 0 1,0 0-1,-13 2 0,0 0 1,1 0-1,0 0-408,3 0 1,0 0 0,1 0-1,-2 1 1,-1 0 0,0 0 0,-1 1-1,1-1 1,4 1 0,0 0-1,0 0 1,1 1 0,0-1 0,1 1-1,-1 0 1,1 0 150,0 0 0,1 0 0,-1 0 0,0 0 0,-1 0 0,0 0 0,0 0 0,0 0 0,3 0 1,0 0-1,0 0 0,0 0 0,0 0 0,1 0 0,-1 0 0,0 1-167,0-1 1,1 0 0,-1 0 0,-1 0-1,-5 0 1,-1-1 0,1 1 0,0 0 0,4-1-1,1 0 1,1 0 0,-1 0 0,-2-1 0,-1 1-1,1-2 1,-1 1-436,1 0 1,-1-1-1,0 0 1,-1 1-1,11-1 1,-1-1-1,0 2 1,0-1-1,1 2 1,-1-1-1,-4 2 1,-1 0-1,-1 0-16,-5 1 1,-2 1-1,0 0 1,-4 1-1,-2 0 1,-1 0-1,15 1 1,-2 2 0,-7 1-1,-4 1 578,-8 2 0,-3 1 0,22 10 0,-11 6 0,-8-1 0</inkml:trace>
  <inkml:trace contextRef="#ctx0" brushRef="#br1">2806 12507 7991,'-8'8'170,"2"0"0,-1 0 1253,1-1 0,3-3-569,-1-8 1,4-3 0,4-6-1,4-4-267,2-7 1,3-2-1,3-8 1,4-3 74,2 1 1,2-2 0,-1 0-1,1-2-543,-1 2 0,1 3 0,-2 4 1,-1 3-99,-1 3 1,-6 12 0,2 5 0,-3 8-50,-1 8 1,-4 7 0,0 12 0,1 7-521,1 8 0,-2 7 1,0 9-1,1 1 235,2 0 0,2 2 1,2 0-1,5 1 128,2-5 0,3-4 0,1-13-239,2-8 0,3-5 0,-3-12 0,-2-5 0,-1-5-294,-1-3 0,-5-7 1,0-3-1,-4-4-1227,-4-4 0,-1 2 1945,-6-6 0,0-5 0,-4-5 0</inkml:trace>
  <inkml:trace contextRef="#ctx0" brushRef="#br1">3018 12873 8844,'12'-13'0,"3"-6"727,4-8 0,7-12 0,-6 11 0,1-2 0,3-4 1,0-1-668,5-5 1,0 1 0,0 2 0,1 1 0,1-2 0,0 2 0,-2 5 0,-1 1-783,0 3 0,-1 1 0,14-10 0,-2 4-1906,-3 5 2329,-8-2 1,1 11-1,-5-6 1</inkml:trace>
  <inkml:trace contextRef="#ctx0" brushRef="#br1">3915 11847 7991,'-12'4'631,"0"0"0,0 4 1,0-3 737,1 2 0,-1 1 0,1 3-1026,3 1 1,3-4-1,7-1 1,1-1-149,5 1 1,4-5 0,3 2-1,2-2 84,1-2 0,2 0 1,2 0-602,-3 0 0,4 0 0,-4 0 0,2 1 1,0 2-39,-1 0 1,-6 5 0,2-2 0,-3 0-77,-1 3 1,-4 0 0,-2 1-1,-2-1 557,-5 4 1,-2-1 0,-8 3-1,-6 0 118,-4 1 0,-4-2 0,-3 4 0,-3-1 385,-3-2 1,-2 2 0,2-2 0,2 0-244,0-2 0,10-1 0,0-2 0,4-1-404,8-1 0,5-5 0,10 1-40,7-3 0,9-1 0,8 0 1,1-1-616,2-3 0,-1 3 0,0-3 0,2 2-600,1 2 0,-3 0 1,-1 0-1,1 0 1278,-1 0 0,-4 6 0,3 0 0</inkml:trace>
  <inkml:trace contextRef="#ctx0" brushRef="#br1">4304 12449 7914,'-38'19'0,"0"-1"666,0 0 0,8-3 1,-3-3 1035,7 0 0,11-6 0,15-2-1165,7-2 0,8-2 0,5 0 0,4-2-338,3-2 0,5 2 0,6-6 1,2-1-1237,2-2 1,-3-1-1,3 1 1,0-1-2938,0 0 3974,-4 0 0,3-5 0,-6-1 0</inkml:trace>
  <inkml:trace contextRef="#ctx0" brushRef="#br1">4917 12413 7899,'-12'0'191,"0"4"0,0 0 0,1-1 835,-1-2 0,0-1 1,0 0-1,1 0-190,-1 0 1,4-1 0,1-3 0,2-4-419,2-3 1,3-6 0,6-2 0,5-4-259,8 0 0,3-1 1,2 1-1,-1 0-103,1 4 1,-1 2-1,1 6 1,0 2-151,-1 1 1,-3 6-1,-2-1-151,-1 6 1,3 4 0,-4 11 0,-3 5 0,-2 7 67,1 4 1,-5 3-1,7 1 1,1 1 227,-2-1 1,5 0 0,3-1 0,5-2-243,6-5 1,2-5-1,1-6 1,2-6-987,2-4 1,-5-7 0,3 2-1,-3-4-545,-5-4 0,-3-3 1721,-2-9 0,-11-2 0,-3-6 0</inkml:trace>
  <inkml:trace contextRef="#ctx0" brushRef="#br1">5082 12826 7899,'-12'5'281,"-4"-4"0,1 3 696,0-2 0,7-4 1,6-3-1,4-7-191,6-6 0,8-7 0,5-6-429,5-9 0,4-6 0,8-6 0,-18 24 1,1-2-1,2-1 0,0-1-298,1 0 0,0-1 1,-2 3-1,1 0 1,1 0-1,-1 2 0,16-20-1424,-6 7 1,-8 19-1,-7 7-1673,-1 8 3038,-6 13 0,-1 7 0,-3 11 0</inkml:trace>
  <inkml:trace contextRef="#ctx0" brushRef="#br1">5825 12295 15956,'13'-5'0,"3"-2"206,3 1 1,5-5 0,3 5-1,6-2-810,5 0 0,5 2 0,7-2 0,3 3-913,0-1 1,-6 5 0,2-3 1516,-3 3 0,2 6 0,-6 2 0</inkml:trace>
  <inkml:trace contextRef="#ctx0" brushRef="#br1">6933 11977 7852,'-12'0'338,"1"0"0,-1 1 1,0 2-1,0 2 797,1 2 1,-1-2-1,0 5 1,-1 5-466,-3 2 1,2 4 0,-6 6-1,-1 6-139,-1 5 1,-2 5 0,2 7 0,1 2-365,1 2 1,10-3-1,-1 3 1,5-2-467,3-2 1,5-11 0,5-6-1,9-5-199,5-6 1,4-12 0,1-2 0,3-5 178,1-3 1,-2-5 0,2-3 0,-1-4 289,-3-4 1,-4 2 0,-1-6 0,1-1 319,-1-1 1,-5 0-1,-2 1 1,-4 2-9,-6 2 1,-3 6 0,-4 4-1,-5 2-8,-7 2 1,-6 12 0,-4 8 0,-4 8-135,-6 7 0,-2 7 1,-5 4-1,0 4-843,0 4 1,8-6 0,0 1 0,5-4-3980,7-4 4681,4-7 0,6-7 0,0-7 0</inkml:trace>
  <inkml:trace contextRef="#ctx0" brushRef="#br1">8207 11411 7852,'-12'8'1362,"0"0"1,4-4-504,1 4 1,5-6 0,2 2 0,7-2-259,3-2 1,3 0 0,3 0-1,4 0-576,2 0 1,-1-4 0,1 0-602,3 1 0,1 2 0,-2 1 1,-1 0-1,2 0-656,3 0 0,-3 0 0,2 0 1,-2 0 1231,-1 0 0,-6 0 0,-1 0 0</inkml:trace>
  <inkml:trace contextRef="#ctx0" brushRef="#br1">8301 11588 7852,'-19'13'1945,"-1"3"0,11-7-1235,1 3 1,8-8 0,8 0-1,7-3 14,6-1 1,7 0-1,1 0 1,1-1-1752,3-3 0,1 1 1,2-5-1,2 0-3079,2 2 4106,-1 1 0,7-6 0,2-2 0</inkml:trace>
  <inkml:trace contextRef="#ctx0" brushRef="#br1">9799 10834 7777,'-12'-12'69,"4"4"1,0 1-1,0 1 1006,2-1 1,-3 3 0,5-4-167,1-1 1,2-3 0,1-2 0,0-3-214,0-1 1,9-3 0,4-7 0,4-3-159,4-3 0,3-3 0,2-1 0,3-3-368,1 0 1,-3 7-1,2 1 1,-3 5-135,-3 6 0,-4 8 0,1 2 0,-3 7-238,0 3 0,-8 9 0,2 6 0,-5 8-206,-3 5 0,-2 8 0,-1 0 0,0 5 425,0 3 0,-1-1 0,-3 5 0,-4 2 92,-2 1 0,-4-3 0,-1-2 0,-5 2-99,-2-2 0,-3 0 0,-1-1 1,-3-2-13,-1-1 0,2-7 0,-2 0 1,3-6-256,4-5 1,1-10 0,6-1 306,2-5 1,6-3-1,3-7 1,1-5 462,0-6 1,0 1 0,4-4 0,1-1-97,3 1 0,4 2 1,7-2-1,2 0-1,1-1 1,-2 5 0,3-1 0,2 5-710,2 2 0,-3 5 0,3-1 0,2 3-613,0 1 1,1 1 0,0 3 0,3 4-456,1 3 1,-3 4 0,4 1-1,-3-1 259,-1-2 0,-3-3 0,-1-2 1102,-4-4 0,4-3 0,-5-1 0</inkml:trace>
  <inkml:trace contextRef="#ctx0" brushRef="#br1">10943 9961 7872,'7'-6'2153,"0"0"909,-2 1 1,-1 5-2033,-4 0 1,-1 7-1,-3 8 1,-4 6 82,-2 6 1,-7 0 0,-3 8 0,-2 7-751,-2 7 1,-6 7 0,13-23 0,-1 1 0,-4 3 0,0 2-329,-2 2 0,-2 2 1,0 1-1,0 2 0,-2 2 1,1 1-1,1 0 0,1 0-418,0 0 1,1-1-1,7-6 1,2-1-1,1-4 1,3-1-1,-5 28-558,10-11 1,4-15 0,7-6 0,7-5-1032,7-9 0,3-5 1,1-4-1,2-2 471,3-2 0,2-4 0,5-7 1501,1-6 0,-3-8 0,2 1 0,3-4 0</inkml:trace>
  <inkml:trace contextRef="#ctx0" brushRef="#br1">11084 10810 7852,'-6'1'0,"0"2"426,1 1 0,2 0 0,-3-3 2426,1 3-1818,-5-3-280,4 5 1,-1-8 0,3-2-1,3-4 1,1-3-220,0-5 0,5 1 0,3-4 0,3-2-102,0-1 1,3-6 0,0-1 0,3-1-318,1-3 0,-2 3 1,4-1-1,-1-1 28,0 2 0,2 1 0,-6 7 0,1 3-156,1 3 1,-4 8-1,3 5-601,-3 6 0,-5 9 1,-1 7-1,-1 5 346,1 4 0,-1-1 0,3 6 0,-1 2 178,1 2 0,2 1 0,1 5 1,1-2-247,2-1 1,-1-7 0,3 1 0,0-5-77,2-7 0,0-4 0,-1-7 1,0-3-724,1-4 0,-1-4 0,2-6 0,-5-4-210,-1-4 0,-3-7 1344,1 1 0,-5-2 0,-2-2 0</inkml:trace>
  <inkml:trace contextRef="#ctx0" brushRef="#br1">11261 10999 7852,'-12'0'2710,"3"-3"-1993,5-5 0,7-2 1,14-14-1,6-7-146,7-10 0,11-5 0,-18 18 0,0-2 0,3-1 1,0 0-524,3-3 0,0 0 1,-3 2-1,-1 1 1,2-2-1,-2 1 1,-2 4-1,-2 1-853,14-20 0,-11 17 0,-3 4 0,-6 6-3832,-4 6 4637,-7 6 0,-4 3 0,-7 5 0</inkml:trace>
  <inkml:trace contextRef="#ctx0" brushRef="#br1">11992 9997 8164,'-12'0'875,"0"0"1,1 3 0,-1 1 1048,0-1 1,0-2-1119,1-1 1,4-1 0,4-3-522,6-4 0,5-1 1,6 0-1,3 1-120,2-1 0,-4-2 0,5 1 1,0 1-108,-2 1 0,3 5 0,-4-1 1,0 3-281,0 1 1,-1 0-1,-4 0 102,-1 0 0,-4 5 0,-3 3 0,-3 3 66,-1 0 1,-2 5 0,-5 1 0,-5 1 17,-1 3 1,-5-2-1,-1-1-42,1-1 1,-4 3-1,2-3 1,-1 0 0,0 0-3,2-3 1,4-1 0,1-1 23,5 0 0,5-6 0,8-2 0,5-2 13,5-2 1,6 0 0,6 0 0,3-2-542,1-2 1,-4 3-1,3-3 1,-1 3-4146,-1 1 4729,1 0 0,0 0 0,2 0 0</inkml:trace>
  <inkml:trace contextRef="#ctx0" brushRef="#br1">12157 10716 7852,'-12'6'0,"1"1"0,-1-3 3721,0 4 0,7-3-2498,5-1 1,12-3 0,11-1 0,7 0-769,4 0 1,7-5-1,1-3 1,2-1-1386,4 1 1,-4-1-1,6 3 1,-3 1-698,0 0 1,-10 1 0,5 4 0,-3 0 1626,-2 0 0,-6 5 0,-2 2 0</inkml:trace>
  <inkml:trace contextRef="#ctx0" brushRef="#br1">13384 10303 7852,'0'-12'905,"1"4"1,1 1 0,2-3 80,-1 0 0,-2 2 0,-1 0 0,0-1 77,0-1 0,-1 2 0,-3 1-415,-4 2 0,-2 1 0,-3 4 0,-2 0-402,-1 0 1,-4 5 0,0 3 0,-4 4-377,-3 4 0,2 3 1,-3 7-1,5 3-248,3 1 1,3-7-1,7 0 1,2-1-82,4 1 1,4-5 0,5-4 0,7-4 124,6-6 1,6-3 0,3-4 0,5-3 456,2-6 0,-4-8 0,-3 2 1,-2-2 8,-1 1 1,-2-1-1,-2-2 1,-4 1 25,-3 1 0,-5 10 0,-2-2 26,-1 1 1,-2 6 0,-7 4 0,-4 7 131,-2 10 1,-2 6 0,-1 7 0,-2 5-74,0 4 1,-5 7-1,3-1 1,0 5-635,0 2 1,1 4 0,4-5 0,2-3-867,2-3 0,3-7 0,6-3 0,3-9 152,4-8 0,4-9 0,3-6 0,5-7 1105,2-11 0,2-7 0,0-12 0</inkml:trace>
  <inkml:trace contextRef="#ctx0" brushRef="#br1">13855 9867 8736,'-1'8'4138,"-2"0"-3223,-1 1 1,2 6 0,4 5 0,4 5 489,0 6 0,2 13 0,4 15 0,-7-25 0,0 1-1105,0 5 1,-2 1 0,0 3 0,-1 1 0,-1 6-1,-2 0 1,1-1 0,0-1-219,1-1 1,-2-1 0,-1-8 0,-2-2 0,-1-2-1,-1-2 1,-8 28-1522,0-9 0,-5-7 0,1-7 1,-2-4-2681,1-3 0,-1-10 4119,-4-1 0,1-1 0,-1 0 0</inkml:trace>
  <inkml:trace contextRef="#ctx0" brushRef="#br1">9858 11647 7960,'-24'0'947,"4"0"1,1 0-1,-1 0 3814,2 0-4106,6 0 1,13 1 0,14 2 0,11 1 609,12-2 1,20 0 0,-24-2 0,2 0-815,5 0 1,2 0 0,11-1 0,2 0 0,7 0 0,3-2-1,-18 1 1,2-1 0,1-1 0,9 0 0,1-1 0,3 0-654,-12 0 1,1 0-1,1 0 1,0 0-1,2 1 1,0-1-1,1 1 1,1 0-1,4 0 1,2 0-1,-1 0 1,1 0-1,-1 1 1,0 0-1,0 0 1,1-1 201,0 1 0,0 0 0,0 0 0,-2 1 0,-6 0 0,-1 0 0,0 0 0,2 1 0,4 0 0,2 1 0,-1-1 0,1 2 0,-3 0 0,-1 0 0,0 1 0,0 0-277,-3 2 1,0-1 0,-1 2 0,-1-1 0,12 1 0,-1 1 0,-1 0 0,0 0 0,0 0 0,0 0-1,-2 0 1,1 0 0,-1-1-651,-1 1 0,0-2 0,-2 1 0,-8-2 0,-1 0 0,0 0 1,0-1-1,1 1 0,-2-1 927,18 1 0,-3-1 0,-2-2 0,-2-2 0,-9-1 0,-1 0 0</inkml:trace>
  <inkml:trace contextRef="#ctx0" brushRef="#br1">9752 12602 7553,'-6'6'-285,"4"3"0,-6-5 2722,-1-1 1,-2-2-1359,-1-1 1,2-1-1,2-3-621,4-4 0,3-6 0,1-3-267,0-2 1,5 0 0,3-6 0,2 0 0,2-1-41,0 0 1,4 3 0,-1-4 0,0 2-338,-2 1 0,3 6 1,-1 2-1,1 5-191,1 3 1,-4 2 0,3 6 0,-2 3-104,2 5 0,-1 2 0,3 14 1,0 5 72,1 4 0,-4 6 1,5 1-1,0 2 86,-2 3 1,4-4 0,-3-2 0,0-4 198,1-3 1,-6-5 0,2-7-1,-3-6-503,-1-5 0,-4-3 96,0-6 1,-2-2 0,2-2-1,-3-4 529,1-2 0,-5-12 0,4-3 0</inkml:trace>
  <inkml:trace contextRef="#ctx0" brushRef="#br1">9905 12790 7960,'-12'4'0,"0"0"737,1-1 1,4-3-1,6-5 649,7-7 1,5-10-1,11-11 1,5-6-1089,6-9 1,3-5 0,-14 23-1,1-1 1,2 1 0,-1-1-464,0 0 0,0 0 1,0 5-1,0 0 1,-3-1-1,0 2 1,14-17-1128,-6 10 1,-10 14-1,-3 5 1,-3 2-213,-1 6 1504,-5 2 0,3-2 0,-3-1 0</inkml:trace>
  <inkml:trace contextRef="#ctx0" brushRef="#br1">10601 11894 7960,'-7'6'1136,"-3"-5"-441,2 3 0,1-3 2331,-1-1-2050,6 0 1,-4-1-759,6-3 1,6-1 0,0-4 0,2 2-205,0 2 1,1 0 0,6 2-11,0-1 0,5-4 0,-4 4-121,-2 2 1,-1 0-1,-2 4 166,-4 2 1,0 1 0,-4 4-1,1-1 22,-2 1 0,-4 5 0,-4 3 0,0 0-68,-3 0 0,-3 3 1,-3-4-1,0 0-6,0 1 1,2-6-1,3 2 1,1-3-68,1-1 0,4-4-119,-4-1 1,7-3-1,1-2 1,6-2-550,5-1 1,4-5 0,1 3 0,0-2-242,1 0 0,-3 5 0,5-2 0,-2 1-55,-3 0 1,0 0 1033,2 4 0,-3 0 0,4 0 0</inkml:trace>
  <inkml:trace contextRef="#ctx0" brushRef="#br1">10636 12519 7960,'-12'16'445,"0"0"1,5-5 972,-1-3 1,5-4 0,0 3 0,6-2-660,5-2 0,6-2 1,3-1-1,2 0-799,2 0 0,2-4 0,3-1 0,3-2-1011,1-2 1,-2 3-1,2-2 1,0 0-1475,0 1 0,2-5 2525,3 1 0,-5-1 0,-1-5 0</inkml:trace>
  <inkml:trace contextRef="#ctx0" brushRef="#br1">11344 12390 7960,'-12'0'359,"1"1"1,2 2 1211,1 0 1,6 0 0,-2-7-913,2-4 1,4-2 0,2-2 0,3 0 30,4 0 1,5-3-1,-1-1 1,1 0-593,1-1 0,0 3 0,4-5 0,-1 2-92,1 3 0,-4 1 0,-2 2 0,-1 4-79,-3 3 1,1 2 0,0 5 34,0 5 0,0 5 0,-2 12 0,-1 2 110,-1 5 1,0 2 0,4 3-1,1 1-355,3 1 1,-2 1 0,6-3 0,1-2-628,1-4 1,0-7 0,-1-4-1,-1-4-265,1-3 1,-4-7 0,-2-3-1,-1-6-357,-3-4 0,-4-5 1532,-3-4 0,-3-2 0,-1-6 0</inkml:trace>
  <inkml:trace contextRef="#ctx0" brushRef="#br1">11485 12614 7960,'0'-12'602,"1"3"1,3-2 0,5-5 818,6-5 1,10-7 0,10-14 0,7-7-1569,-19 23 0,0 0 0,0 1 1,1 0-1,21-23 0,-5 7-188,-4 10 1,-10 6-1,-3 6 1,-4 8 334,-2 5 0,-4 5 0,4 1 0</inkml:trace>
  <inkml:trace contextRef="#ctx0" brushRef="#br1">12322 12236 7960,'-13'4'0,"-1"1"0,-3 2 384,-2 2 1,5-2 0,-2-1 3405,3 0 0,9 1-2982,8-3 0,8 0 0,13-4 0,2-1-910,5-3 1,3 1 0,3-4 0,1-1-1141,-1 1 0,3 1 1,-2 3-1,-1-1-216,-1 1 1,-2 2 0,1 1 1457,-1 0 0,1-5 0,-1-2 0</inkml:trace>
  <inkml:trace contextRef="#ctx0" brushRef="#br1">13301 11942 7960,'-16'10'0,"-1"-1"755,-1-1 0,2 0 0,-3 5 0,-2 3 610,-2 3 1,0 5-1,-1 2 1,-1 6-728,-2 6 0,2-2 1,-4 15-1,1 4-371,1 6 0,5-4 1,7 2-1,6-2-334,5-5 1,5-10 0,7-3 0,9-10-484,8-9 0,3-14 0,6 1 1,4-10-3,2-9 0,-4-2 1,1-8-1,-2-5 286,-2-1 0,-10-4 1,-1-2-1,-4 3 349,-8 3 1,-3 2 0,-7 0 0,-2-3 174,-2-1 1,-6 9 0,-7 1 0,-3 6 199,-5 2 1,0 7 0,-6 5-1,-2 8-337,-1 6 0,1 6 0,1 6 1,-1 4-1014,4 4 1,1 0 0,5 8 0,1 0-648,3 0 0,13-5 0,-1-3 1,8-8 1538,7-5 0,13-17 0,4 0 0</inkml:trace>
  <inkml:trace contextRef="#ctx0" brushRef="#br1">14916 11447 7960,'-19'1'124,"0"1"0,2 2 2355,3-1 1,1 2-1857,1-1 0,8 0 0,7-4 20,7 0 1,10-1 0,1-3 0,4-3 0,5-1-812,4 1 1,-1 0 0,6-2-1,-2 2-902,-2 2 0,2-3 0,1 3 0,1 0-1836,-1-1 0,-5 3 2906,-2 3 0,-4 5 0,1 1 0</inkml:trace>
  <inkml:trace contextRef="#ctx0" brushRef="#br1">15011 11588 7960,'-24'12'265,"5"-4"1,0-2 0,4 1 1471,4-1 0,7-3 1,12 1-1234,8-3 1,7-1 0,7 0-1,7-1-998,4-3 1,-1-3 0,6-4 0,5-1-4397,6 0 4890,-6 0 0,-18 4 0,2-1 0,25-9 0</inkml:trace>
  <inkml:trace contextRef="#ctx0" brushRef="#br1">16532 10515 7589,'-18'0'-480,"2"0"1,2 0 0,-1 0 1688,-1 0 1,1 0-31,3 0 0,5-5 1,3-4-1,4-6-682,4-4 0,8-9 0,8-2 0,3-3-374,5-2 0,-1 0 0,6-10 0,3 1 2,0 3 0,-6 3 0,4 5 0,-2 4-471,-2 6 0,-5 8 0,0 4 0,-6 5-144,-2 5 0,-1 12 1,-5 4-1,-3 9 109,-5 7 1,-1 3-1,-2 12 1,0 4 273,0 2 1,-7 3 0,-3 3 0,-6 0 101,-2 1 0,-2-6 0,-5 8 0,-2-3 762,-5-1 0,1-6 0,-2-3 0,-1-4-231,1-5 1,7-16 0,2 1 0,6-8-385,1-4 0,9-7 1,0-5-77,6-7 1,2-5 0,1-3 0,4-5-2,7-2 1,1-6 0,7-1 0,2-1 111,4-2 0,0 3 0,6 1 0,-1 3-376,-1 2 0,4 3 0,-3 3 0,0 4-744,1 7 0,-5 3 0,3 4 0,-1 3 130,-3 4 1,-1 2-1,-1 2 1,-2 0-2829,-2 0 3641,-3-6 0,5 0 0,3-6 0</inkml:trace>
  <inkml:trace contextRef="#ctx0" brushRef="#br1">17617 9820 7960,'-8'0'0,"0"-2"469,-1-2 1,-2 3 0,0-3 0,-1 4 982,0 4 0,0 3 0,1 6 0,-3 4-572,-1 6 1,-4 4 0,-4 8 0,-1 8-578,1 10 0,8-23 0,1 1 1,-1 6-1,0 1 0,-1 1 0,0 0-180,0 2 1,1 0 0,1 0 0,2 1 0,-2 0 0,1-1 0,2 0 0,0-1-760,0-1 1,2-1 0,0 24-1,1-2 1,6-7-913,2-8 1,9-13-1,4-3 1,4-6 282,4-6 0,3-6 1,2-5-1,3-2 123,1-5 1142,1-9 0,5-9 0,-1-4 0</inkml:trace>
  <inkml:trace contextRef="#ctx0" brushRef="#br1">17794 10503 7404,'-24'0'-418,"5"4"1,0 0-1,2-2 837,3-5 0,5-4 1,2-6-1,2-2 680,2-5 0,3-4 0,4-3 0,4-5-771,2-2 1,2-1 0,0 1 0,1 1-90,3 2 1,-3 9-1,3-1-53,-3 5 1,2 2 0,1 6 0,-1 2 0,-2 4-238,-2 3 0,1 6 0,0 4 1,1 5-529,3 6 0,-3 8 0,3 3 0,-2 4 391,2 5 1,-2 2 0,6 3 0,1 0-76,1-2 0,-2-7 0,-1 0 1,1 0-165,-2-4 0,3-12 0,-5-3 0,0-5-284,1-7 0,-4-4 0,3-5 1,-4-5 710,-5-5 0,3-4 0,-7-6 0,1-5 0,-4-1 0</inkml:trace>
  <inkml:trace contextRef="#ctx0" brushRef="#br1">17853 10645 7960,'-17'6'0,"7"4"0,-1-6 366,0-2 0,9-6 0,6-5 0,11-8 503,10-10 0,7-5 0,7-10 0,5-1-718,-19 20 1,0 0 0,21-19-1,-21 18 1,1 0 0,0 0-1,1 1-975,-1 0 0,0 1 0,22-13 0,-8 2 0,-5 7 824,-5 7 0,-6 5 0,5 2 0</inkml:trace>
  <inkml:trace contextRef="#ctx0" brushRef="#br1">18784 10114 7960,'-15'20'299,"-1"0"1,-4 1 0,3 5 0,0 3 117,0 1 1,1 3 0,5 5 0,0 1-672,3-1 0,3-5 0,5-3 0,0-3-1472,0-5 1,1-3 1725,3-7 0,-2-6 0,3-1 0,-5-5 0</inkml:trace>
  <inkml:trace contextRef="#ctx0" brushRef="#br1">18548 10362 7732,'-11'0'-69,"-1"0"1,5-1 1623,3-3 0,10 1 0,5-5 0,8-1-1491,3-1 0,8 2 1,4 0-1,6-1-1167,1-2 1,-1-1-1,3 2 1,2 1-1929,0 1 3031,-3 0 0,4-9 0,-4-1 0</inkml:trace>
  <inkml:trace contextRef="#ctx0" brushRef="#br1">19162 10020 7960,'-16'7'0,"-1"-3"624,-1-3 1,3-1-1,-1 0 1,3 0 205,1 0 0,6 1-429,2 3 0,8-3 0,5 3 0,4-2-576,3-2 1,4 0 0,-3 0 0,1 0-189,3 0 1,-3 0 0,1 0 0,-1 0-134,0 0 0,-3 4 0,-1 1 0,-2 0 401,0 0 0,-7 5 1,5-3-1,-3 4 513,-4 1 0,-2-1 0,-1 3 1,-1 0 434,-3 2 1,-8 3 0,-6-2 0,-2 2-313,0 2 1,1-4 0,-5-2 0,0-2-638,1-1 0,3-1 1,2-2-196,1-1 0,2-7 1,8-1-29,3-6 1,8-5-1,3-1 1,5 0-131,4 1 0,-2-1 0,5 0 0,-2 0 83,-3 1 0,-1 4 0,-1 2 0,0 1 467,0 0 1,-1 1-1,0 7 1,-3 4 54,-4 3 1,-3 7-1,-1 5 1,0 8 328,0 3 0,-5 2 0,-3 2 1,-3 2-430,0-2 0,-1-7 0,0-4 0,2-3-1848,2-4 1,-2-3 494,7-5 1,-1-11-1,4-8 1297,0-10 0,5-13 0,1-12 0</inkml:trace>
  <inkml:trace contextRef="#ctx0" brushRef="#br1">19504 9784 7832,'-4'25'86,"0"3"0,0-2 1,4 4-1,0 1 1009,0 4 0,4 1 0,1 13 0,2 6-410,2 4 1,-4 0-1,-1 5 1,-3-1-412,-1-2 1,-5-8-1,-3-2 1,-4-11-546,-3-8 1,1-13 0,-1 4-1,2-5-789,1-4 0,0-6 0,0-4 0,0-3-839,1-1 1,3-10 1898,0-6 0,0-15 0,-4-6 0</inkml:trace>
  <inkml:trace contextRef="#ctx0" brushRef="#br1">19999 9749 7960,'12'-12'18,"-5"3"1,1-1 817,2-4 0,-5 4 45,-1 2 0,-4 5 0,-4 1 0,-5 6-311,-6 8 0,-3 6 0,-7 8 0,-3 4-214,-3 4 1,-2 4 0,0 9-1,2 3-323,-2 5 0,1-2 0,15-23 1,2 2-1,1 0 0,2 1-526,1-1 1,1 0 0,-6 32 0,10-8-1,6-5-792,6-7 1,11-12 0,7-7 0,5-6 200,1-8 0,3-7 0,-6-1 1084,-1-6 0,-1-3 0,-7-11 0,0-2 0</inkml:trace>
  <inkml:trace contextRef="#ctx0" brushRef="#br1">20329 9973 7960,'-20'8'146,"2"0"0,0 0 450,-1-2 0,4 5 0,-2-4 0,2 4-35,5 1 0,4-1 0,0 1-250,1 0 0,2-5 0,7-3 163,4-3 0,2-6 0,2-3 0,1-4 137,3-4 1,-3 2 0,4-6-584,0-1 0,-4-1 0,4-2 0,-1 2 1,1 1-436,1 2 1,-2-1-1,2-2 1,-1 2 87,-2 4 0,-1 3 0,1 1 1,2 1 171,1-1 1,-6 5-1,1 5 1,0 4 236,0 6 1,-2 4-1,4 4 1,0 5-71,0 5 1,0 5 0,3 8 0,1 6-337,-1 5 0,-4-6 1,2 2-1,-2-4-163,2-4 0,-3-7 0,3-4 0,-3-6-341,-1-6 1,0-7 0,-2-5-1035,-2-6 1854,-3-9 0,1-6 0,0-5 0</inkml:trace>
  <inkml:trace contextRef="#ctx0" brushRef="#br1">20471 10244 7960,'0'-8'3382,"0"-1"-2053,0-4 0,7-1 0,8-10 0,10-6-857,7-7 1,9-6 0,-15 18 0,0 0 0,2 0-1,0-1-713,-2 1 0,0 0 0,-1 2 0,-2-1 1,19-18-1,-6 7-1468,-7 6 1,-9 11 0,-1 6-3703,-2 7 5411,-7 3 0,1 13 0,-5 2 0</inkml:trace>
  <inkml:trace contextRef="#ctx0" brushRef="#br1">21119 9973 7960,'-10'12'713,"0"-2"4044,3-2-4239,4 3 1,4-10 0,11 3 0,5-3 0,3-1-807,-1 0 0,1-1 0,4-2 0,-1-1-699,1 2 0,-1 0 0,1 1 0,0-2 987,-1-1 0,1 1 0,-1 3 0</inkml:trace>
  <inkml:trace contextRef="#ctx0" brushRef="#br1">21485 9855 7960,'-19'0'577,"4"0"0,1 0 1,3 0 4382,-1 0-4391,0 0 0,12 0 0,7 0 1,7-1-617,4-3 1,2 3 0,4-3 0,-1 1-402,1-1 0,-1 3 0,1-3 0,0 2-201,-1 2 0,1 0 0,-2 0 0,-1 0 355,-1 0 1,-5 0 0,2 2 0,-2 0 646,-5 2 0,-2 2 1,0-2 407,-4 3 0,-3 0 0,-2-1 0,-3 0 50,-4-4 1,-2 5-1,-2-1 1,-1 2-382,-3 0 1,2 0-1,-6 2 1,-1 0-347,-1-2 0,2-1 0,2 5 0,-1 0 14,1 0 1,4 0 0,-2-2-1,3-1-2901,1-1 2266,5-5 0,9 2 0,8-5 0,6-1 304,2-3 1,-2-2 0,2-3 0,1 1 100,-1-1 1,-2 4-1,2 0 1,-1 1 74,-2 0 0,-2 1 0,-3 7 1,-2 5 343,-4 6 1,-3 4-1,-1 8 1,-1 3 484,-3 4 1,-4-4 0,-6 8 0,-2 0-539,2-1 0,1-9 1,1-3-1,-1 0-829,-3 0 0,3-8 1,-3 3-1,3-7-928,1-5 0,4-3 1,2-8 46,1-5 0,-3-5 0,4-12 1476,1-2 0,7-8 0,3-7 0</inkml:trace>
  <inkml:trace contextRef="#ctx0" brushRef="#br1">21945 9466 7960,'0'18'582,"0"5"0,0-4 1,1 5 870,3 3 1,-2 5 0,5 7 0,-1 7-945,1 8 1,0 3-1,-3-24 1,-1 1-1,0 0 1,-2 0-561,0 1 1,0-2-1,-1 22 1,0 2-1,-2-13-882,-2-8 0,-2-9 0,-7-1 0,-3-5 933,-4-5 0,-7-8 0,-3-3 0</inkml:trace>
  <inkml:trace contextRef="#ctx0" brushRef="#br1">16508 11317 8078,'-23'-1'108,"-1"-3"1,1 2-1,0-2 179,4 3 0,8 1-121,11 0 0,7 1 0,7 2 0,5 1 158,3-1 0,0 2 0,8-1 1,2-2-61,2 0 1,5-4-1,12 0 1,5-4-88,6 0 0,-27 2 0,1-1 1,6-3-1,2 0 0,8-2 0,2 0-80,7 0 1,3-2 0,-16 3-1,2-1 1,1 0 0,6 0 0,2 0-1,1 0 1,4 0 0,1-1 0,1 1-168,-14 2 0,1 0 0,-1 0 1,1 0-1,-2 2 0,-1-1 0,1 1 1,1 0-1,4 0 0,0 0 0,1-1 1,-1 2-1,1-1 0,0 1 1,-1 0-1,1 1 181,1-1 1,0 1 0,0 0-1,0 0 1,-2 0 0,-1 0-1,0 0 1,0 0 0,4 1-1,1 0 1,0 0 0,0 0-1,1 0 1,0 0 0,0 0-1,0-1-98,-1 0 0,0 0 0,0 0 1,-1 1-1,-1-1 0,0 1 1,0 0-1,-1-1 0,0 1 1,0-1-1,0 0 0,0 0 0,-2 0 1,1 1-1,-1 0 0,-1 0-169,-1 0 1,-1-1-1,0 2 1,-2-1-1,9 0 1,-1 0-1,-1 1 1,3-1-1,0 1 1,-1-1-1,-5 0 1,1 1-1,-2-1-114,-1 1 0,-1 0 1,-2 0-1,14-3 1,-3 1-1,-3 1 0,-1 2 1,-6-1-1,-2 1-837,-5 0 1,-3 1 0,19 0 0,-19 1 1106,-16 3 0,-18-3 0,-12 4 0</inkml:trace>
  <inkml:trace contextRef="#ctx0" brushRef="#br1">17334 11682 8098,'10'-23'0,"-2"0"1378,-4 4 1,-4-2-1,-4 5-252,-4 2 0,-2 6 1,-3 4-1,-3 4-582,-4 4 0,-2 4 0,-1 7 0,-1 5-150,0 2 0,-3 8 0,-1 6 0,1 6-297,-2 4 1,4 3 0,-2 4 0,2 4-732,1 4 1,6-4 0,3 5 0,6-5-463,5-2 1,4-11-1,5-5 1,7-9 105,7-5 0,4-12 0,5-5 0,4-7 178,6-5 1,2-5 811,7-10 0,-8-6 0,7-11 0</inkml:trace>
  <inkml:trace contextRef="#ctx0" brushRef="#br1">17581 11942 8098,'-19'7'772,"-1"1"0,1-5 0,-4 1 0,4-3 430,3-1 0,3-1 0,2-3 0,3-4-581,4-2 1,3-3-1,2-3 1,3-4-274,4-2 0,4-3 0,4-1 0,3-2-339,4 2 0,0 1 0,1 3 0,-1 2-190,1 5 1,-2 1-1,-1 4 1,-2 2-217,-2 4 0,0 3 0,-3 2 1,2 4 109,-2 7 0,-1 5 0,-1 8 1,0 3-111,0 3 1,0 8 0,-1 3 0,1 2 32,0-1 0,0-5 1,-1 1-1,3-2-185,1-2 1,-6-10 0,3-5 0,-1-7-19,-1-5 1,-2-3-1,-1-7 567,-2-1 0,4-4 0,-2-5 0</inkml:trace>
  <inkml:trace contextRef="#ctx0" brushRef="#br1">17676 12213 8098,'-12'0'1378,"5"-5"0,4-3 1,4-5-550,7-7 1,11-12 0,17-15 0,-15 20 0,1-1-524,3-2 0,0-1 1,0 2-1,0 0 1,1-1-1,0 0 0,-1 1 1,0 0-360,-2 2 0,0 2 0,11-14 1,-4 8-1,-8 8 53,-6 3 0,-3 6 0,-1-3 0</inkml:trace>
  <inkml:trace contextRef="#ctx0" brushRef="#br1">18242 11894 8098,'-8'0'1144,"0"0"-412,-1 0 0,-2 0 0,0 0 0,-1 0 1054,0 0 1,4 0 0,0 0 2755,-1 0-3250,4 0 0,5-3 0,9-3 0,7 0-815,7-3 0,4-2 0,5-1-1364,1 1 0,4-1 0,-4 0 0,2 1 0,2 2 149,-3 1 0,-3 1 0,2-4 0,-2 2-7793,2 1 8531,-9 0 0,8-4 0,-7 1 0</inkml:trace>
  <inkml:trace contextRef="#ctx0" brushRef="#br1">18926 11447 8835,'-20'0'1086,"0"0"0,9 1 1,-4 1-1,1 4 472,1 0 0,-2-3 1,1 2 1397,-2 0 1,6-2-1160,6 5 1,4-6-1471,4 2 0,-2-6 0,6-4 0,3 1-327,3 0 0,1-4 0,4 2 0,2-1 0,1 1 0,-2 0 0,0-2-79,1 1 1,1 5-1,0-2 1,-1 1-1,-2 0-686,-2 2 1,2 0 0,-3 2 0,0 2 430,1 2 1,-8-2 0,1 6 0,-3 1 446,-4 2 0,-2 2 0,-1 1 0,-1 2 934,-3-2 1,-4 1 0,-8 0 0,-4 5-1013,-2 2 0,-2-2 0,1-2 0,-1-1-35,1-2 0,0-2 0,4-1 0,2-1 0,0 1 0,9-5 0,-1-3 0,13-8 0,5-4 0,5-3 0,5 0 0,4-1 0,1 0-232,-1 0 0,1 1 1,-1 0-1,1 2 0,0 1 0,-6 5 0,-2 1 0,-3 4 302,-1 6 0,-1 3 1,0 2-1,-3 3 274,-4 3 0,-3 1 0,-2 2 1,-3 3-296,-4 0 0,-4 0 0,-2-2 1,-3 2-50,-2 3 0,-2-3 0,-5 1 0,-3-4-1319,-1-2 0,3-5 0,-3 4 0,-1-2-1104,1-3 1,8-6 0,0-4 963,3-3 0,1-6 0,6-4 0,7-5 0,8-7 1459,8-6 0,6-3 0,7-5 0</inkml:trace>
  <inkml:trace contextRef="#ctx0" brushRef="#br1">19386 11164 8098,'0'-8'0,"-2"1"2661,-2 2 773,3-4 1,-3 9-2680,8 0 1,0 9-1,7 8 1,2 3-189,0 4 1,4 5 0,0 7 0,0 0-200,0 4 0,3 3 1,-6 8-1,-4 4-131,-4 3 0,-6-2 0,-6-1 1,-5 0-676,-8-3 0,-4-10 0,-5 1 0,-2-6-911,0-5 1,0-9-1,5-7 1,1-4-257,6-4 1,4-5-1,3-6 1,3-7 196,4-4 1,4-6-1,4-9 1408,4-6 0,13-5 0,4-8 0</inkml:trace>
  <inkml:trace contextRef="#ctx0" brushRef="#br1">20152 11069 8098,'-16'-6'0,"1"0"1588,0 1 0,1 4 1,-2-3-260,-4 3 0,3 1 0,2 1 0,0 3-535,0 4 0,0 8 1,-4 3-1,-2 5-564,-2 3 1,-2 6 0,1 9-1,-3 8-308,1 6 0,5 6 1,9-29-1,2 2 0,-3 30-651,8-2 1,5-15 0,5 1-1,8-8-697,9-7 1,3-12-1,6-2 1,4-7-314,3-6 0,0-1 0,3-9 1739,0-5 0,4-5 0,-3-10 0</inkml:trace>
  <inkml:trace contextRef="#ctx0" brushRef="#br1">20258 11553 7772,'-12'5'-815,"1"-4"2977,-1 3 0,0 1-1041,0-1 1,6-5 0,2-7 0,4-2-583,4-2 1,4-5-1,7-3 1,5-3-445,2-5 1,3-2 0,1-5 0,3-1 44,1 1 1,-2 1-1,2 2 1,-1 5-333,-3 2 1,-1 5 0,-2 3 0,0 3-211,-4 3 1,-2 9-1,-6 2 1,-2 8-43,-1 6 1,0 6 0,2 6 0,1 4 337,1 4 1,-6-4-1,9 8 1,-1 0 22,-1-1 0,1-6 0,0-3 1,0-3-172,0-2 1,-3-4 0,5-5 0,-3-5-693,-2-5 1,-3-4-1,0-4-24,1-4 1,-3-6 0,-2-2 969,-3 2 0,-6-5 0,-2 1 0</inkml:trace>
  <inkml:trace contextRef="#ctx0" brushRef="#br1">20529 11494 8098,'0'-12'337,"0"0"0,0 0 0,0 1 970,0-1 0,6-5 0,3-3 0,5-4-342,6-3 0,7-3 1,5-4-1,2 1-902,1 2 1,1 3-1,-2-1 1,-1 4-1069,-2 7 0,-5 9 0,2 5 0,-3 3-908,-2 1 1,-3 4 0,-2 1 1912,-1 1 0,4 2 0,-2 4 0</inkml:trace>
  <inkml:trace contextRef="#ctx0" brushRef="#br1">21284 11081 8098,'-5'8'0,"-4"0"0,-6 1 0,5 1 0,-5 4 811,1 1 0,4 2 0,2 6 0,0-1 0,0 4-244,0 3 1,2 2-1,-2 2 1,2-3-518,1-2 0,4-10 1,-4 4-1558,-1-3 0,5 0 0,-4-4 1507,0-5 0,-2-3 0,-5-7 0</inkml:trace>
  <inkml:trace contextRef="#ctx0" brushRef="#br1">21037 11317 8098,'7'0'1288,"1"0"0,0 0 1,5-1-1,3-2-1368,4-1 0,2-5 1,1 1-1,2-3-653,3 0 0,2-1 1,5 0-1,1-1 733,-1-3 0,6 3 0,1-4 0</inkml:trace>
  <inkml:trace contextRef="#ctx0" brushRef="#br1">21532 11093 8098,'-11'-1'761,"2"-3"557,1-4 1,6 1-1,-2-1 1,4 0-494,4 2 0,2-3 0,6 4 1,0-1-521,0 1 1,1 1 0,1 4 0,2 0-220,-2 0 1,3 0-1,-1 1 1,-2 2-337,0 1 1,-7 6 0,1 1 0,0 5 168,-1 2 1,-1-2 0,-3 3 0,1 2 232,-2 2 0,-4 0 1,-3-1-1,-3 1 94,-5 0 0,-1-6 1,-5 7-1,-1-2-239,2 0 0,-4-3 0,2-4 0,-1 0-125,1 1 0,-1-7 1,7 3-1,2-3-872,3-3 1,6 5 401,-1-3 0,8-2 0,5 1 0,6-2 48,5-2 1,-2-2 0,2-1-1,0 0-78,3 0 0,-4-4 1,1-1-1,1-2-191,1-2 1,-2-1 808,0-2 0,-1-11 0,5-1 0</inkml:trace>
  <inkml:trace contextRef="#ctx0" brushRef="#br1">21933 10904 10906,'1'21'1912,"3"3"1,4-1 0,6 13-1,2 6-1480,-2 6 0,-1 8 0,-1 9 0,-6-31 0,-1 1-665,-1 1 0,0 0 0,-1-3 0,-1 1 0,-2 1 1,-1 1-1,-3 29-132,-4-9 1,-4-18-34,-4-6 0,-2-14 1,-6 4-1</inkml:trace>
  <inkml:trace contextRef="#ctx0" brushRef="#br0">19975 10786 16377,'7'-5'51,"6"-3"0,3-7 0,15-8 65,18-7 0,-13 10 1,5 0-1,14-8 0,4-2 1,-14 7-1,2 0 0,1-1 88,6-1 1,1-2 0,0 1-1,0 0 1,0 0 0,1 1-1,-11 4 1,1 0 0,0 1 0,1-1-1,-1 1 1,1 0 0,-1 0-1,1 0-506,15-6 0,0 1 0,-2 0 1,-5 3-1,-3 0 0,1 1 0,2-1 1,0 1-1,-2 0 0,-6 2 1,0 0-1,-2 0 302,14-7 0,-2 1 0,-3 2 0,0 0 0,-1-3 0,0 0 0</inkml:trace>
  <inkml:trace contextRef="#ctx0" brushRef="#br0">17947 12342 9284,'-12'-17'235,"6"2"1,2-8 0,5-4 367,7-6 1,13-7 0,-2 13 0,3 0 0,5-5 0,4 0-423,7-6 0,4 0 0,-8 11 0,3 1 0,1-1 0,8-6 0,2 0 0,1-1 1,4 0-1,1 0 0,1 0-419,-10 8 0,1 0 1,0 0-1,0 2 1,13-6-1,0 1 0,1 1 1,-13 7-1,1 0 1,1 1-1,-1 0 0,1 0 1,0 1-1,0 1 1,0 0 347,-1 2 1,0-1-1,0 2 1,-1 0-111,10-1 0,0 0 0,0 3 0,5 0 0,0 2 0,-1 1 0</inkml:trace>
  <inkml:trace contextRef="#ctx0" brushRef="#br1">22393 10562 8301,'-12'0'782,"0"0"236,0 0-982,6 0 1,6-4 0,8 1 0,2-1-61,2-2 0,5 4 0,3-5 0,2 1-293,1-1 0,-3 4 0,0-2 0,1 1-628,1 0 0,-2 0 945,-1 4 0,1 0 0,3 0 0</inkml:trace>
  <inkml:trace contextRef="#ctx0" brushRef="#br1">22463 10716 8374,'0'-7'1046,"2"-2"1,0 4-1058,2-2 0,5 4 0,1 0-288,4 1 1,0 1 0,6-2 298,1-1 0,1 0 0,2 4 0</inkml:trace>
  <inkml:trace contextRef="#ctx0" brushRef="#br1">23183 9973 15708,'-8'7'972,"0"-4"0,-1-1-1509,-2-2 0,3 1 0,1 2-480,-3 1 1078,5 0 1,0-6 0,5-2 221,0-4 0,1 2 734,3-2 339,-3 5 29,5-2-475,-6 5 1,0-1-367,0-3 0,0-3 0,0-4-204,0-1 1,0 4 0,0 0-276,0-1 0,0-2 0,1 1 0,2 1 109,1 1 0,3 0 1,-1-4-1,0 0-360,3 1 0,2-1 1,1 0-1,-1-1 91,1-3 1,1 7 0,2-3 0,1 3 77,-2 3 0,-1-4 1,-1 7-1,0 0-110,-1 2 1,1 1 0,0 0-1,0 0 92,0 0 0,-1 0 1,1 0-1,0 0 3,0 0 1,0 4-1,-2 1 1,-1 1-23,-1 4 0,-4-4 1,3 2-1,-2 1-20,-3 2 1,0 2 0,-2 1-1,0 3 14,0 1 0,0-2 0,0 4 1,-2 1 131,-2 1 1,2-2 0,-6-1 0,-3 4 84,-3 3 1,1-1 0,-3 2-1,2-1 7,-2 2 1,-1-2 0,-4 3 0,1-2 84,0 0 1,1-4 0,0 7 0,-1 0-291,2 1 0,-3-9 0,5 0 0,0-2 242,-1-2 0,4-4 0,-3 1-167,3-6 1,5-4 0,2-6-1,0-3-40,4-4 1,-3 2 0,1-2 0,1-1-44,2-2 0,1-1 0,0-1-75,0-2 1,5 1 0,3-1 0,2 0-14,2 0 0,0 0 1,0-3-1,1 1-7,3 2 1,-2 2-1,4 3 1,-1 1-113,-2 1 1,-1 5 0,1-1 0,2 3-144,1 1 0,-4 5 0,2 3 1,-1 4-348,0 4 0,0-3 1,3 2-1,0-2-44,1-1 1,-4-4 0,4 0 0,-1 0-1354,0-2 1949,-3 0 1,7-1 0,-4 1 0</inkml:trace>
  <inkml:trace contextRef="#ctx0" brushRef="#br1">23843 9678 9616,'-10'-8'-857,"2"1"1,-3 4 1200,3-1 0,2 3 0,-2 1 0,-1 1 195,-2 3 0,3-1 1,2 4-1,-1 4-159,1 3 1,-2 1-1,-3 4 1,2 4-157,1 3 0,1 0 0,-4 5 0,2 3-143,1 4 0,1 0 0,-2 4 0,3-1-16,1-3 1,1-1 0,4-3-1,0-3-153,0-3 0,1-7 1,3-3-1,2-1-571,1-3 1,3-1-1,-2-2 265,3-3 0,1 1 0,-1-5 0,1-1-201,0-2 1,-4-1 0,0 0 540,1 0 1,7-5-1,2-2 1</inkml:trace>
  <inkml:trace contextRef="#ctx0" brushRef="#br1">23973 10032 9838,'-8'-4'-503,"1"-1"652,2-2 1,1 3 0,3-2 0,-2-1 210,-1 1 1,0 2 0,4-4 0,0-1-128,0-2 0,0 2 0,2-1 0,0-4-132,2 1 1,4 0 0,-3 1 0,1-1-8,-1-2 0,4 5 0,-2-1 0,0 0 8,1 1 1,-4 3-1,4 3-92,1 3 1,2 1 0,-1 1 0,-1 3 77,-1 4 0,-4 2 1,4 4-86,1 1 1,2 0 0,0 3 0,1 0 0,0 1-54,0 2 1,0-3-1,-1 0 1,1-1-443,0-2 0,0-2 1,0-1-364,-1-1 0,-3 0 0,0-3-923,1-4 1701,-3-3 0,4-1 1,-3 0-1</inkml:trace>
  <inkml:trace contextRef="#ctx0" brushRef="#br1">24067 10138 9838,'-12'0'0,"1"-1"395,-1-3 0,1 1 62,3-5 0,4 2 0,8-3 0,4-1-164,3-3 0,6 0 1,2-6-1,4-4-226,0-3 0,2 0 0,0-4 0,0 0 99,-3 0 1,-2 2 0,0-2 0,-5 1-750,-2 3 1,-1 6-1,-1 5-2107,-4 1 2693,-1 8 1,-1 11 0,2 8 0</inkml:trace>
  <inkml:trace contextRef="#ctx0" brushRef="#br1">24433 9796 9838,'0'-12'209,"0"1"2167,0-1-1995,0 5 1,0 5 0,0 8-1,0 6-15,0 1 0,0 5 0,0 2 0,0 2-321,0 2 0,0-1 1,0 1-1,0 0-518,0-1 1,0-3 0,0-2 0,0-1-75,0-2 1,0-2 0,0-2 365,0 1 181,0-5 0,0-2 0,0-5 0</inkml:trace>
  <inkml:trace contextRef="#ctx0" brushRef="#br1">24362 9949 9992,'-12'-5'-100,"4"4"0,2-4 973,0-1 1,3 0 0,4-5-164,3 3 0,4-1 1,6 4-1,3-1-895,1-4 0,-3 4 1,2-2-1,-1 0-364,-1 2 1,2-4 0,-2 6-192,0 2 1,1 0 0,-3 2 739,3 0 0,-3-5 0,4-1 1</inkml:trace>
  <inkml:trace contextRef="#ctx0" brushRef="#br1">24704 9761 9838,'-12'-8'-691,"0"0"589,0-1 1,5 2 1340,-1-1 0,4 6 1,-3-3-171,2-1 0,2 5-525,7-3 0,3-1 1,5 0-395,-1-2 1,-3 4 0,0-2-1,1 1-258,2 0 1,1 0-1,-1 4 1,1 0-46,0 0 0,-4 0 0,0 2 0,1 2 22,1 4 1,-2-2 0,-1 2 0,-1 1 119,1 2 1,-4 0 0,0 3-1,-1 0 294,-2 2 0,0-1 0,0-3-102,0 0 1,-4 0 0,-1-2-1,-2-1-127,-2-1 1,2-5 0,-1 1-577,-1-3 1,3 3 211,-2 0 1,4-1 242,-4-7 0,7-2 0,-1-3 184,5 1 0,6 4 0,-1-2-74,3 1 0,-4 1 0,1 4-91,2 0 1,0 4 0,0 1 0,-2 1 353,-4 4 0,2 0 0,-3 2 0,0 1 213,-2 3 1,-1-3-1,0 2 1,-1 0-506,-3 1 1,-2-3-1,-6 2 1,0 0-2,0 1 0,0-3 1,1 1-1,0-3-1383,3-4 0,-2 0 0,3 2 0,-1-2-2510,1-2 3821,4-1 0,-2-15 1,5-2-1</inkml:trace>
  <inkml:trace contextRef="#ctx0" brushRef="#br1">24916 9513 9838,'0'-12'2497,"0"1"-1770,0-1 0,5 5 0,2 5 0,2 4-342,3 6 0,-3 3 1,7 2-1,-2 1-8,2 2 1,-3 9 0,4 0 0,-1 5-136,-1 6 1,3-3 0,-5 6-237,-2 3 0,3 0 0,-9 0 0,0-5 0,0 0-346,-2-1 0,-7-7 1,-4 2-1,-2-4-364,-2-4 1,-1-3 0,-2-2 0,-2-1 96,-1-2 0,2-6 577,-3-1 1,-1 0 0,-4 3 0</inkml:trace>
  <inkml:trace contextRef="#ctx0" brushRef="#br1">23336 10680 9838,'-25'0'714,"-2"0"0,7 0 0,0 0 384,6 0 0,10 0 1,8-1-244,10-3 0,10 1 0,7-4 0,10-4-264,7-3 1,9-2 0,-24 5-1,1-2 1,4-1 0,1 0-61,4-3 1,2 1 0,4-3 0,1 0 0,6-1 0,2-1 0,3-1 0,1-2-404,-18 8 1,-1-1-1,0 2 1,14-3-1,0 1 1,2-1 0,-1 1-1,-7 5 1,-1 1-236,-4 3 0,-1 0 0,-7 1 0,-2 1 1,0 1-1,0 0 0,-2 0 0,0 0-734,29-2 1,-6 4 0,-4-1 0,-3 3-822,-5 1 1,-12 0 0,-5 0-1,-11 1-954,-8 3 0,-5 3 0,-8 6 2616,-4 2 0,-8-2 0,-2 4 0</inkml:trace>
  <inkml:trace contextRef="#ctx0" brushRef="#br1">23808 11034 8524,'-12'-4'140,"0"0"0,0 1 216,0 2 0,2 0 0,1-2 0,1-1 491,-1 2 1,2 0-390,-1 2 0,6-1 1,-2-3-72,3-4 0,1-2 1,0-2-1,1 0 6,3 0 0,-3-3 0,4-2 0,1 0-353,1 0 1,0-3 0,1 3 0,0 0-165,-2 0 0,5 1 0,-3 6 1,2 0-59,2 3 0,0 4 0,-1-1 1,3 3 82,1 1 0,-2 5 0,4 3 1,-1 2 42,0 2 0,4 5 0,-3 3 0,0 2-96,0 2 0,0-1 0,-3 0 0,2-3-249,-2 0 0,3-2 0,-1 2 0,-2-3-260,-1 0 0,-1-8 1,0 2-1,0-5-1521,0-3 2182,-6-2 0,10-1 0,-3 0 0</inkml:trace>
  <inkml:trace contextRef="#ctx0" brushRef="#br1">23878 11069 8524,'-11'0'1395,"-5"-1"0,0-2-819,2-1 1,2-5 0,5 0-122,7-5 0,11-1 1,9-4-1,3-2-540,5-2 0,3-5 0,6-3 0,1 0-405,0 0 1,-4 0 0,4 0 0,-4 2-197,-3 0 1,-8 12-1,-1 0 1,-4 6-723,-3 5 1,-6 4 1407,-1 2 0,0 0 0,3 0 0</inkml:trace>
  <inkml:trace contextRef="#ctx0" brushRef="#br1">24433 10633 8942,'-8'0'859,"1"1"1,2 5-526,2 5 1,2 6 0,1 8 0,0 3-160,0 3 0,0 1 0,0 2 1,0 4-416,0 2 0,0-2 0,0-1 0,0-6-658,0-3 1,0-14-1,0 5-1583,0-4 2481,0-5 0,-5-10 0,-2-7 0</inkml:trace>
  <inkml:trace contextRef="#ctx0" brushRef="#br1">24279 10904 8524,'-4'-8'441,"0"1"560,-5 4 1,9-2-1,2 3-710,8-2 1,3 3 0,6-4 0,0 1-321,3 0 1,-3-5 0,6 2 0,0-1-294,0 1 0,-6 3 0,6-3 1,0 2 188,0 2 1,-3-2 132,6 1 0,-3-5 0,-2 2 0</inkml:trace>
  <inkml:trace contextRef="#ctx0" brushRef="#br1">24727 10775 8524,'-19'-7'184,"0"3"0,1 1 766,0 0 0,7 1 0,1-3-140,3 0 0,3 2 1,6-5-548,2-1 0,2 3 0,6-1 0,0 0-31,-1 1 0,1 2 0,0-3 0,0 2-235,0 3 1,-1 0 0,1 2-1,0 2-55,0 1 0,0 4 1,-2 5-1,-1 0 211,-1-1 1,-1 1 0,2 1 0,-3 2 21,0 0 1,-2 6 0,-4-1 0,0 2-4,0 2 0,-6-1 1,-3 2-1,-5 2-101,-6 0 1,-3 1-1,-4-5 1,-2 1-230,-1-1 1,4-4 0,-1-4 0,2-2-417,1-1 1,10-5 465,2-3 1,9-3 0,3-2 0,7-3 325,3-4 1,6 1 0,1 0 0,1-3 23,3 0 1,3-2 0,2 2 0,3 0-988,1 3 1,2 4 744,3-1 0,0 3 0,1 1 0</inkml:trace>
  <inkml:trace contextRef="#ctx0" brushRef="#br1">13608 8205 8524,'0'-12'0,"0"4"0,0 0 2983,0-1 1,0 2-2130,0 0 1,0 5 0,0 4-89,0 8 1,4 12 0,-1 11 0,1 6-296,2 9 0,-5 3 0,4 6 0,-1 0 0,0 2-429,-1 1 0,-2-1 1,-1 4-1,0-4-288,0-6 1,0-8 0,1-2 0,2-10 59,1-7 0,1-12 1,-1-3-1,4-6-20,2-6 0,2-6 0,1-11 0,3-10 216,4-10 1,6-13 0,3-9 0,-14 25 0,1-1-12,2-4 1,1-1 0,-1 1 0,0-1 0,3-3 0,0 0 0,0-1 0,0-2-204,0 0 0,0 0 1,1 0-1,-1 0 0,2-1 1,-1 0-1,-1 4 1,0 0 68,-1 5 1,-1 1 0,5-13 0,-2 5 0,-10 17-729,-8 12 0,-4 10 0,-4 4-50,-4 6 1,-2 4 0,-1 8-1,2 2-348,1 1 0,0 3 1,-4 5 1260,1 2 0,-1-1 0,0-3 0</inkml:trace>
  <inkml:trace contextRef="#ctx0" brushRef="#br1">14386 8747 9299,'-8'5'1691,"0"3"0,4 1-229,-4-1 1,7-4 0,1-9 0,8-7-469,6-6 1,5-10 0,4-3-626,1-3 1,3-11 0,2-3 0,0-5 0,1-6-404,-15 27 1,0-1 0,-1 0 0,-2 0 0,2-4-1,0 0 1,-1-1 0,-1 0-544,0 0 0,-1 1 1,9-25-1,-3 4 1,-2 9 1,-5 11 1,-2 18 0,1 6 305,-1 6 1,-5 6 0,0 6 2,-1 3 0,2 8 1,0 2-1,-2 2 90,0 6 0,-2 2 0,0 8 1,0 5 380,0 5 1,0 3 0,0 2-1,-2 3 229,-2 0 1,3-2-1,-3 2 1,3-3-104,1-5 0,-4-9 0,0-3 0,1-6-155,2-5 0,2-10 1,3-1-1417,4-5 1,-1-2-1,-1-5-200,-1-3 0,1-3 1,-4-6-1,2-3 1440,-1-3 0,3-9 0,1-2 0</inkml:trace>
  <inkml:trace contextRef="#ctx0" brushRef="#br1">14539 8275 8524,'-12'12'1528,"1"-4"1,0 0 450,3 1 1,6 2 0,9-1-1654,9-2 0,5-2 0,3-3 0,2 1-738,5-1 0,-2-2 0,9-1 1,0 0-4070,-1 0 4481,0-5 0,3-2 0,2-5 0</inkml:trace>
  <inkml:trace contextRef="#ctx0" brushRef="#br1">15282 8134 8524,'-12'-1'0,"0"-2"4915,1-1 0,-1 0 1556,0 4-6374,6 0 0,2 5 0,8 3-2201,3 3 1,4 1 0,-1-1-1,0 2 2104,-3 3 0,1-3 0,4 4 0</inkml:trace>
  <inkml:trace contextRef="#ctx0" brushRef="#br1">15270 8476 9482,'-5'6'2238,"-3"-2"1,2-2 0,-1-1 2706,2 3-4950,1-3 0,9 4 0,3-5-2021,2 0 0,-2 0 2026,0 0 0,0 6 0,4 0 0</inkml:trace>
  <inkml:trace contextRef="#ctx0" brushRef="#br1">16273 8334 8876,'6'2'4949,"-2"2"-2850,-3 2 0,-1 2-1274,0 0 0,0-11 1,0-2-1,0-8-332,0-7 1,6-7 0,3-6 0,5-5-218,6-5 1,2-4 0,2-3 0,1-3-365,2 0 1,-2 4 0,3 2 0,-4 8-94,0 6 1,-4 10-1,-2 8-9,-1 6 1,-1 6 0,-6 10 0,-1 6-216,-1 4 0,-4 4 0,4 7 0,1 4-10,2 6 1,-3 4 0,-1 5 0,4 2-330,3 2 1,-1-3 0,3 2 0,-1-4 398,0-3 0,1-10 0,5-2 1,1-6-234,-1-5 0,-4-8 0,3-8 0,1-3-108,1-1 0,-2-1 0,-2-5 686,-1-5 0,4-6 0,-3-7 0</inkml:trace>
  <inkml:trace contextRef="#ctx0" brushRef="#br1">16473 8405 8524,'-22'8'1757,"2"0"1,3-4-162,5 4 1,11-8-1,8-3 1,10-9-1015,10-5 0,7-8 1,5-6-1,6-5-530,5-3 0,1 0 0,-23 17 0,2-1 1,0 0-1,0 1-793,0-1 0,0 1 0,-2 2 0,0 1 1,25-19-1,-3 5-1391,-5 5 1,-9 8 0,-3 2 2131,-7 5 0,0-1 0,-8 7 0</inkml:trace>
  <inkml:trace contextRef="#ctx0" brushRef="#br1">17416 7993 8524,'-17'5'467,"0"-4"1,-2 3-1,3-1 2592,3 1 1,5-3-1,3 3-2148,3-3 1,6-1 0,11 0 0,3 0-1268,4 0 1,-1 1-1,8 2 1,0 1-1427,2-1 1,4-2-1,-1-1 1,-2 0-118,0 0 1,-5 0 1898,5 0 0,-6 0 0,3 0 0</inkml:trace>
  <inkml:trace contextRef="#ctx0" brushRef="#br1">17475 8169 8524,'-18'2'391,"1"0"1,1 4 1342,1 0 1,3-2 0,4 3-490,-1-2 0,6 3 0,6-4-625,7-2 0,11 1 0,3-1 0,6 2-1811,4-1 1,4-2 1190,5-1 0,0 0 0,10 0 0</inkml:trace>
  <inkml:trace contextRef="#ctx0" brushRef="#br1">18431 8287 7788,'-8'-1'34,"0"-2"0,-1-1 594,-2 2 0,3 0 1,0 2 117,-1 0 1,-1 0 0,-2 0 0,0 0 0,0 0 1561,1 0 0,-1 0-1284,0 0 1,7 0-634,5 0 0,5 0 1,8 0-1,3 0-516,3 0 1,5-1 0,2-1-1,3-4-881,1 0 0,-2 3 0,2-2 0,-1 1 219,-3 0 0,0 0 1,-1 3-1,1-2-504,0-1 1,-3 0 0,4 4 1290,-2 0 0,-1-10 0,-1-3 0</inkml:trace>
  <inkml:trace contextRef="#ctx0" brushRef="#br1">19185 8016 9205,'-12'0'0,"-1"0"1261,-2 0 0,1 0 1,-1 0-1,2-1 88,1-3 1,4 1 0,3-5-821,3-1 1,10-3-1,12-2 1,4-3-129,3-1 0,3 2 1,4-2-300,-2 1 0,0-3 0,-3 4 1,-1 2-1,-2 2 57,-4 4 0,-5 3 0,2 5 0,-2 0-186,-3 0 0,-5 6 1,-2 5-1,-2 6-138,-2 5 1,-2 4 0,-1 10 0,0 0 128,0 4 1,-1-2-1,-3 5 1,-5 1 39,-6 2 1,-1-1 0,-5-2 0,-2 0 231,-2-2 1,1-10-1,-6 3 1,1-3 95,3-5 1,4-11-1,1-4 1,0-3-55,4-2 1,3-4 0,3-2 0,3-7 0,4-3 0,3-3 1,1-2-1,0-3 251,0-4 0,5 4 1,3-5-393,3 1 0,0 5 0,1 1 0,0 3 1,1 2-139,3 3 0,-2-1 0,6 5 0,1 2 0,1 0 0,3 8 0,3 2 0,3 5-144,3 6 1,-3 2 0,0 9 0,-3 0-1575,-1 1 0,-8-4 0,-3 2 0,-3-3 1718,-1-4 0,-6-6 0,0 1 0</inkml:trace>
  <inkml:trace contextRef="#ctx0" brushRef="#br1">14008 9171 7747,'7'-5'0,"-2"2"0,-5-4 3268,0-3-2323,0 5 0,-1 3 0,-3 9-571,-4 9 1,-2 12 0,-2 7-215,0 7 0,-4 13 0,-1 7 0,8-29 1,0 0-1,-1 4 0,-1 1-137,0 2 1,0 0 0,-1-3-1,0 1 1,1-1 0,0 0 0,1-4-1,0-2-1131,-5 24 0,7-22 1,4-3 39,2-9 0,8-12 0,2-9 0,3-7-931,5-8 1999,-3-3 0,9-11 0,-3-1 0</inkml:trace>
  <inkml:trace contextRef="#ctx0" brushRef="#br1">14362 9136 7747,'-5'22'462,"-3"-2"0,-2 2 0,-2-2 0,0 3 351,0 5 0,1 3 0,-1 7 0,0 6-335,0 5 1,0-2 0,1 14-1,-1-1-372,0 2 0,0-7 0,2-8 0,2-5-1293,4-10 1,3-5-1,2-9-428,3-6 0,1-8 1615,3-12 0,-3-5 0,-5-11 0</inkml:trace>
  <inkml:trace contextRef="#ctx0" brushRef="#br1">14032 9596 7747,'-10'8'2623,"0"-1"-1450,3 3 1,5 0 0,2 1-497,7-4 1,9-1 0,3-5-1,5 2-548,3 1 0,-1-1 1,6-3-1,1 0-1218,1 0 0,-1-1 1,-1-1-1,2-2-2476,-1 1 3565,0 2 0,-3-5 0,-1 0 0</inkml:trace>
  <inkml:trace contextRef="#ctx0" brushRef="#br1">14740 9525 7264,'0'-8'-719,"-2"2"1031,-2 0 0,3 1-1381,-3 1 1069,3 3 0,1-4 0,0 5 0</inkml:trace>
  <inkml:trace contextRef="#ctx0" brushRef="#br1">14692 9549 8176,'-11'0'2223,"-1"0"-1296,0 0 0,0 4 0,2 1 0,1 0-325,1 0 1,4 4 0,-4-1-1,-1 3-204,-2 1 1,0-1 0,-1 1 0,0 1-339,0 3 0,0-2 0,2 5 0,1-1-108,1 0 1,5-2-1,-1 2 1,3-1-304,1-2 0,0-2 1,3-3-1,3-2 63,6-4 1,4-3 0,-1-1-1,5-1 200,2-3 1,2-6-1,-2-7 1,-1-2 95,-1-2 1,-4 2 0,2-2 0,-1-1-110,-3 1 0,-2 0 1,-4-2-1,-4 4-277,-3 3 1,-1 3-1,-1 2-378,-3 4 1,-3 1-1,-4 8 1,-1 3-23,0 7 1,0-1 0,0 5-1,1-1-22,-1 0 1,5-2 799,3 3 0,-2-3 0,-1-1 0</inkml:trace>
  <inkml:trace contextRef="#ctx0" brushRef="#br1">14975 9171 7747,'7'-11'194,"2"3"0,-4 1 1399,2 2 1,-4 2-983,1 7 1,-3 8 0,-1 8 0,-1 3-260,-3 5 1,-2 3 0,-3 8 0,1 6-60,-1 5 1,-3 0 0,-2 5 0,-2 1-672,2 2 0,-3-5 0,2-4 1,4-7-1381,1-7 1,4-8 0,-2 0-1253,4-6 3010,3-10 0,6-16 0,2-8 0</inkml:trace>
  <inkml:trace contextRef="#ctx0" brushRef="#br1">15176 9608 7747,'-4'11'467,"0"1"0,-4 0 0,4 0 0,0-1 374,-1 1 1,4-4 0,-3 0 0,4 0-215,4-2 1,2 0-1,6-6 1,1-2-356,3-2 1,2-3 0,5-8-1,-2-2-144,-2-1 0,-3-2 1,2-3-1,1-1-41,-1 0 0,-4 1 0,1-1 0,-5 1 10,-2-1 0,-5 2 0,1 2 0,-3 4-16,-1 3 0,-5 7 0,-3 2 0,-3 4-48,0 4 1,-6 8 0,-2 9 0,0 5-15,-1 5 0,2-1 0,-2 2 0,4 0-288,3 3 1,7-4 0,2-1 0,2-2-689,2-6 1,6 0 0,3-7 0,5-5 148,6-5 1,2-5 0,2-4 0,-1-5 386,1-5 0,-5-1 0,0-4 421,-2-2 0,4-2 0,-3 0 0</inkml:trace>
  <inkml:trace contextRef="#ctx0" brushRef="#br1">16414 9313 6678,'-5'-7'1016,"4"-3"1,-5 3 179,1 1 0,4-5 1,-5 5-750,1-1 0,3-2 1,-6 5-1,-1 0 42,-2-1 0,-2 4 0,-1-3 0,-3 4-229,-2 4 0,0 3 0,-5 9 0,0 4-298,1 2 1,3 2 0,2 0-236,1 4 1,1-3 0,6 2 0,2-3-1,4-3-38,2-1 0,4-7 0,3-2 0,7-5 30,6-5 1,4-6 0,3-4 0,2-7 357,0-8 0,6-1 0,-4-5 0,-1 0 122,0 0 1,-7 8 0,4-2 0,-6 3-20,-1 3 0,-4 5 0,-6 8-510,-4 3 0,-3 5 1,-2 10-1,-3 4 151,-4 7 1,-3 3 0,1 6 0,1-2-167,1 2 1,5-4 0,-1-2 0,3-3-244,1-4 1,0-3 0,1-7 0,5-2 155,5-4 0,8-15 0,7-8 432,1-10 0,11-21 0,-1-5 0</inkml:trace>
  <inkml:trace contextRef="#ctx0" brushRef="#br1">16945 8806 7747,'0'-7'1284,"-2"3"1,0 10 0,-3 7-640,-2 9 1,-5 13 0,-5 13-1,-1 7-420,-3 6 1,10-27 0,0 0-1,-1 3 1,0 1 0,1 0-1,0 1-246,1 0 1,0-2 0,-7 26 0,7-5 0,2-16-3521,4-12 2482,2-16 0,2-5 1,0-13-1,-1-5 1059,-3-5 0,-8-5 0,-6-4 0</inkml:trace>
  <inkml:trace contextRef="#ctx0" brushRef="#br1">16615 9266 8212,'-7'11'610,"0"-4"1,5-2-167,-2 0 0,7-3 1,10 0-1,10-4 673,11-6 1,8-4 0,9-4 0,6-3-1569,4-3 1,-3 3-1,1 3 1,-3 3-1768,-3 2 1977,-6 4 1,5-9 0,-5 3-1</inkml:trace>
  <inkml:trace contextRef="#ctx0" brushRef="#br1">18171 9325 6908,'-5'7'-308,"-3"1"1,-1 0-1,0 3 2151,1-3 0,5-2 2604,-1-2-4026,3-3 0,1-1 0,0-8 0,1-2 182,3-2 1,3-1 0,4-3-1,3-3-444,1-4 0,0-1 0,4-4 1,4-3-135,3-3 1,-1-3 0,4-1 0,-1-1-101,4 1 0,-2 1 1,-1 4-1,-3 6-152,-4 7 0,-5 7 1,2 5-1,-4 5-195,-4 6 1,-1 10 0,-6 11 0,-1 6 253,-2 4 1,1 7-1,0 2 1,2 4 215,-1 4 0,-2-5 0,0 4 0,2-1 34,1 0 0,5-10 1,-2-6-1,0-6-516,1-4 1,0-8 0,4 0-227,0-6 0,0-5 1,-2-8-1,-2-4-200,-4-2 1,1-6 0,-1-1 0,-1-3 859,-2-5 0,4 2 0,2-6 0</inkml:trace>
  <inkml:trace contextRef="#ctx0" brushRef="#br1">18265 9501 8446,'-15'11'1662,"-1"-3"1,3-4-1,9-10-733,8-5 0,12-8 0,7-8 1,9-6-691,6-5 1,6-5 0,-17 18 0,0-1-1,2-1 1,1 0-405,0 0 1,0 0 0,-1 0 0,0 1 0,-2 1 0,-1 1 0,0 0 0,0 1-999,18-19 1,-14 15 0,-2 8 0,-10 8-387,-5 3 1,-5 6 0,-1 2 1548,-2 7 0,-1 9 0,-4 2 0</inkml:trace>
  <inkml:trace contextRef="#ctx0" brushRef="#br1">19162 9171 7747,'-16'4'5123,"0"0"-4296,0 0 1,11-5-1,5-2-204,7-1 0,5 0 0,2 4 0,3-1-573,1-3 0,1 3 0,2-3 0,-3 3-387,-1 1 1,3 0 0,-3 0-1,0 0-503,0 0 0,-2 1 0,-3 1 0,0 2-5343,0-1 6183,0 4 0,-1-6 0,1 4 0</inkml:trace>
  <inkml:trace contextRef="#ctx0" brushRef="#br1">19173 9313 8280,'-15'6'1503,"-1"-2"1,4-2-155,4-2 1,7 0 0,1 0-609,7 0 1,4-4-1,4-2 1,0 1-634,0 0 0,2 1 0,0 4 1,1 0-1158,3 0 0,-2 0 1,0 0-1,2 0-595,1 0 1,2 0-1,1-1 1644,2-3 0,4-3 0,4-5 0</inkml:trace>
  <inkml:trace contextRef="#ctx0" brushRef="#br1">19869 9006 7747,'-17'-5'801,"4"4"0,-1-4 1947,4-1 1,5 0-1876,5-6 0,5 0 0,5 2 0,3 1-362,2 1 1,2 4-1,-2-3 1,2 2-222,1 2 0,1 2 0,2 1 0,-2 0-537,2 0 0,-3 0 1,2 0-1,0 1-48,-2 3 0,3 3 1,-5 5-1,-2-1 160,-1 1 0,-1 4 1,-1 0-1,-4-1 271,-3 2 1,-2-2 0,-4 3-1,-2 0 479,-3 1 1,-5-7-1,-3 2 1,-2 0-300,-1-1 1,-2 1 0,-3-4 0,1-1-172,2-1 0,3-5 0,5 2 0,0-1-34,0 0 0,5 0-176,-1-4 0,6 0 52,2 0 0,6 0 0,5 0 0,1 0 101,0 0 0,-4 0 1,0 1-1,1 2 239,1 1 1,1 5 0,-2-1 0,-2 3 252,-2 5 0,-1-1 0,-4 4 0,0 2-342,0 1 0,-2 2 0,-1-2 1,-5 0-469,-3 2 1,-6-3 0,-1 5 0,-3-4-363,-3-2 1,6-5-1,-7 0 1,1-3-860,4-4 1,2-3 0,0-5-378,1 0 1,7-5 0,6-3 0,4-4-2864,4-3 4691,2-4 0,16-10 0,3-1 0</inkml:trace>
  <inkml:trace contextRef="#ctx0" brushRef="#br1">20435 9655 7726,'-37'1'353,"-2"3"0,6-1 1047,-2 4-1400,13-4 0,-1-3 0,12-7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1615 7321 24575,'0'0'0</inkml:trace>
  <inkml:trace contextRef="#ctx0" brushRef="#br0">1733 9219 24575,'-24'-48'0,"1"0"0,-4 11 0,7 18 0,20 34 0,11 51 0</inkml:trace>
  <inkml:trace contextRef="#ctx0" brushRef="#br0">1238 4256 13691,'-47'-40'-267,"1"0"1,0 1-1,0 3 1,2 3-1,0 4 250,6 8 1,2 6 0,-17 6 0,13 28-1,3 19-920,4 17 0,6 4 413,12-22 0,2 1 0,3-4 1,0 1-1,2 3 0,-1 0 1</inkml:trace>
  <inkml:trace contextRef="#ctx0" brushRef="#br1">7818 3454 27360,'-8'0'0,"1"-1"-1002,2-3 0,-4-1 1,2-5 468,1 2 1,-1 5-1,5-5 311,-2-1 0,-4 2 0,3-1 320,-2-1 0,3 2 54,-4 0 0,6 3-254,-2-4 0,5 5 1,7 1 356,8 4 0,11 1 0,10 3 0,10 0-133,11-4 0,-22-1 1,2-1-1,8 1 1,3-2-1,8 1 1,2 0-64,-14 0 1,0 0 0,1 0 0,5 1 0,0-1 0,1-1-1,4 1 1,2 0 0,-1-1 0,3 0 0,0 0 0,0-1 34,2 0 1,0-1 0,-1 0-1,-5 1 1,-1 1 0,0-1 0,3 1-1,0-1 1,-1 1 0,-3 0-1,-2 1 1,1-1 300,-3-1 0,-1 1 0,0 0 0,14 0 0,-2 0 0,0-1 0,-1 0 0,-5 2 0,0-1-388,-5 1 0,-2 0 1,-7 0-1,-2 0 0,-4 0 1,-1 0-1,24 0-463,-12 0 1,-21 1-1,-6 3-445,-11 4 1,-13 3 0,-8 0-1,-11 3 901,-10 1 0,-1 4 0,-6 4 0</inkml:trace>
  <inkml:trace contextRef="#ctx0" brushRef="#br1">2606 5482 7798,'0'11'-498,"-2"1"1745,-2 0 1,3-4-152,-3 0 1,3-7 0,1-1 0,0-8-138,0-6 0,0-2 0,0-6 0,1-4-517,3-3 0,-1-7 0,3-4 0,1-3-304,-1-6 1,-3-1-1,2-7 1,-1-5-277,0-2 1,4 0-1,-6 30 1,0 1 0,0-1-1,0 0-100,0 0 0,1 0 0,0-27 0,3-3 0,-1 11 51,-2 9 1,0 12-1,-1 5 1,2 6 289,-1 6 1,3 7-1,2 5-135,3 6 0,2-1 0,1 6 0,5 2-295,3 0 0,0 3 0,10 3 0,0 3-337,2 4 0,-1-4 0,0-2 0,1-1-179,-1-1 1,-6-9 0,-1 6 0,-3-3-1045,-4-2 1887,-9 3 0,5-3 0,-8 4 0</inkml:trace>
  <inkml:trace contextRef="#ctx0" brushRef="#br1">2523 5093 7798,'-17'11'2107,"5"1"1,2 0-1075,8 0 1,9-6-1,10-2 1,7-4-781,6-4 0,4 2 1,1-6-1,2 0-832,2 1 1,-1-3 0,5 2 0,2-2-21,1-2 599,-4 0 0,4 0 0,-4 0 0</inkml:trace>
  <inkml:trace contextRef="#ctx0" brushRef="#br1">3490 4621 7672,'0'-12'824,"0"0"0,-1 6 1,-5 2 1548,-5 3 1,-2 9-1,-7 7 1,-2 11-1189,-5 7 0,1 9 0,-5 5 1,-3 8-880,15-24 0,0 0 0,0 2 0,0 2 0,-2 2 0,1 2 0,1 1 0,0 1-508,1 1 1,2 0 0,4-6 0,2-1 0,0-1-1,1 0 1,-1 21-1241,6-12 1,9-14 0,7-8 0,6-5-817,5-6 0,2-6 0,1 0-1407,1-3 3665,6-1 0,-3-10 0,6-3 0</inkml:trace>
  <inkml:trace contextRef="#ctx0" brushRef="#br1">3549 5022 7805,'-12'0'1071,"0"0"0,1 0 0,-1 0 4009,0 0-4197,5 0 0,7 4 0,10 1 0,4 2-597,6 2 1,-2-1 0,2 2 0,1 3-324,1 0 0,2 6 0,-2-1 1,-1 3-211,-2 2 1,-3-2-1,1 6 1,-1-5-926,-2-2 0,-7-5 0,5 4 0,-3-2-1114,-3-3 0,4-5 2286,-7-1 0,1-5 0,-4 2 0</inkml:trace>
  <inkml:trace contextRef="#ctx0" brushRef="#br1">3584 5317 14785,'10'-17'0,"3"-3"475,4-2 0,-2-3 0,5-3 0,2-3-1170,5-3 1,-5 2 0,3 2 0,-2 0 694,-2 0 0,0 4 0,3-3 0</inkml:trace>
  <inkml:trace contextRef="#ctx0" brushRef="#br1">4021 4562 7879,'11'0'1091,"1"1"0,0 5 1,-1 5 457,-4 8 1,4 4 0,-2 6 0,4 7-516,3 5 1,-2 12 0,-5 4 0,-2 8-787,-4-31 1,-1 1 0,0 0 0,-1-1-1,-2 4 1,-1-1 0,-1-2 0,0 0-64,-8 26 0,5-12 1,-9-4-1,1-4-579,1-7 1,0-8 0,1-9 0,0-1-3521,0-2 1,0-3-593,1 5 4506,-1-8 0,5-8 0,2-7 0</inkml:trace>
  <inkml:trace contextRef="#ctx0" brushRef="#br1">4575 4963 7351,'-12'5'-209,"0"0"1,1 5 0,-1-4 2826,0-1 0,4 1-1647,0-2 0,7-3 1,1 3-1,8-3-692,6-1 1,1 0 0,4 0 0,4-1-726,3-3 0,-1 1 1,2-3-1,-2-1-621,-1 1 1,-1 3 0,-1-1 0,-1 1-2750,-1-1 3816,0 3 0,-2-4 0,-1 5 0</inkml:trace>
  <inkml:trace contextRef="#ctx0" brushRef="#br1">4634 5128 7887,'-12'8'972,"0"0"0,6-4 451,2 3 1,4-4 0,5 0 0,7-6-841,6-5 0,10-6 0,3-2 0,3 2-1629,2 1 0,-5 1 1,-1 0 1045,-1 0 0,4 0 0,-3 1 0</inkml:trace>
  <inkml:trace contextRef="#ctx0" brushRef="#br1">5471 5269 9724,'-12'0'537,"0"0"0,6-1 0,2-3 1,3-5 1177,1-5 0,1-6 1,3-8-1335,4-3 1,6-7-1,3-3 1,0-1-1,3-2-546,2-2 0,-3 3 0,7 2 92,0 5 1,0-5 0,-2 10 0,-2 3 0,-1 7-3,-1 9 1,-10 6 0,2 6-1,-3 2-262,-2 6 0,2 5 0,-4 12 0,0 4 342,1 6 0,3 2 0,-3 6 0,3 2 56,3 1 0,-3 2 0,8 1 0,-1-1-68,0-2 1,5-7 0,-2-1 0,5-5-297,4-6 0,-4-11 0,4-5 1,-3-5 110,-2-3 0,1-6 0,-2-2-974,-2-2 0,-3-2 1,-4-5 1165,3-2 0,-3-5 0,4 3 0</inkml:trace>
  <inkml:trace contextRef="#ctx0" brushRef="#br1">5754 5387 8566,'-12'0'1910,"4"0"1,2-1-854,1-3 1,11-8 0,10-9 0,8-6-772,7-9 0,6-9 0,-14 17 1,1 1-1,0-3 0,0 1-297,2-3 0,-1 1 0,0 4 0,0 0 1,1-1-1,1 0 0,-3 0 0,0 1-1842,18-24 0,-4 5 1,-4 5 1852,-3 5 0,4-8 0,-5 8 0</inkml:trace>
  <inkml:trace contextRef="#ctx0" brushRef="#br1">6544 4326 9261,'-12'0'2046,"2"2"1,1 0 184,1 2 0,5 1-1787,-1-1 0,3-1 0,2 4-399,3-2 0,3-1 0,5-4 0,-1 0-110,1 0 0,4 0 1,0 0-1,-1 0-28,2 0 1,-4 4 0,3 0-1,-3-2 4,-1-1 1,-4 3 0,0 2 0,0 0 145,-2 3 0,-1-2 0,-5 1 0,0 1 203,0 1 0,-1 2 0,-3 0 0,-4 0-219,-2 0 0,-3-1 0,-2 1 1,0 0-73,0 0 1,2-2 0,1-1-1,1-2-124,-1-2 0,0 4-24,0-1 0,7-3 0,5 1-558,6-1 1,5-4 0,2 4 0,3 1-998,3 2 1,4-1 1733,0 5 0,1-3 0,-1 8 0</inkml:trace>
  <inkml:trace contextRef="#ctx0" brushRef="#br1">10329 4303 7960,'0'-42'437,"0"3"0,0 7 0,0 6 1080,0 5 1,0 8-942,0 5 0,0 11 0,-1 2 0,-2 9-253,0 10 1,-3 7 0,4 13 0,-4 9-215,0 11 1,4-27 0,0 1 0,-1 5-1,-1 2 1,1 2 0,0 0-1,-1 3 0,1 0 0,1 0 0,0 1 0,-1 4 0,0 2 0,0-1 0,-1 1-561,1 0 0,0-2 1,1-7-1,1-1 1,-1-3-1,0 0 1,1-6-1,1-2-254,0 26 1,0-16 0,0-12-3040,0-4 3745,0-13 0,-5-7 0,-2-10 0</inkml:trace>
  <inkml:trace contextRef="#ctx0" brushRef="#br1">9079 5517 8356,'-7'0'1753,"-1"0"0,1 1 0,1 2 0,6 2-1165,6 2 0,16-3 1,11 2-1,14 1-236,15-1 1,-25-4-1,2-1 1,9 1 0,4 0-1,6-2 1,4 0-272,-16-1 1,1 0-1,0-1 1,4-1-1,0 0 1,1 0 0,2-2-1,2-1 1,0 0-1,1-1 1,1 0-1,0 0-209,1 0 1,0 0 0,-2 0 0,-4 0 0,-1 1-1,-1 0 1,2 1 0,1-1 0,-2 2 0,-4 0-1,-2 2 1,0 0 160,18 0 1,-3 1-1,-9 1 1,-1 0 0,2 0-1,-1-1 1,-3 0-1,0-1-1009,-3 1 0,-1-2 0,-10-1 0,-1-1 0,29-3 0,-13-3-605,-12-5 0,-15 3 0,-4-3 253,-9 3 1,-14-3 1327,-8 0 0,-13-4 0,1 1 0</inkml:trace>
  <inkml:trace contextRef="#ctx0" brushRef="#br1">10211 5493 14260,'2'7'286,"2"-3"0,-2-3 0,5 0 1,-1 2-232,1 1 0,-3 1 0,4-2-156,1 1 1,1 0 0,2-4 155,0 0 0,0 0 0,0 0 1,-1 0-1,1 0 12,0 0 1,0-4 0,0-1-1,-1-1-141,1 1 1,0-3 0,-2 3-1,0 0 40,-3 0 0,1-3 0,4 2 1,0 1 96,0 0 0,-4-3 1,-1 3-1,1-2 0,-1-2 1,3 4 0,-3 0-1,1 1-78,0 0 0,-4-4-11,3 4 1,1-5 0,4 2 74,0 1 1,-4-3 0,0 3 133,1 0 1,-3 3 0,2-2-151,1 0 1,2-1-1,1-3-82,-1 1 1,-3 6 0,0-3 0,1 1 0,2-2-38,1 0 1,-2 2 0,-1-4 0,-1 0 69,1 2 1,0-1 0,1 3-1,-3-2 53,3-1 0,0-3 1,2 2-61,0-3 0,-4 1 0,-1 1 0,3 1-105,0-1 1,2-2 0,-2-1 0,-1 1 87,-1-1 1,0 0 0,4 0 86,0 0 1,-2 1 0,-1-3-1,-1 0 1,1-2-46,2 2 0,1 0 0,-2-1-37,-2-1 0,3 1 0,-4 2 0,4-1 0,1 0-79,-1 0 1,-3 3 0,0-5 0,1 2 112,2-2 0,1 2 0,-2-4 1,-1-1-21,-1 1 0,0-2 1,4-2-1,0 0 229,-1-2 1,3 6 0,0-8 0,2-1-130,-2 3 1,-1-1 0,-1 1 0,0 1-15,0-1 1,1-4-1,1 1 1,2-1-231,-2 0 1,1 1-1,-1-3 1,2 1 104,-2 3 0,-5 1 1,-2 3-1,-1 1-273,1 2 0,-4 7-170,1-4 1,-3 9 0,-2-3-232,-3 3 1,1 7-1,-5 6 1,-1 2 733,-2 5 0,-6-2 0,-1 6 0</inkml:trace>
  <inkml:trace contextRef="#ctx0" brushRef="#br1">10306 5458 7864,'0'12'-656,"0"0"1057,0-1 0,0-3 1176,0 0 663,0-5-642,0 2 534,0-5-1475,-5 0 1,2 0-456,-5 0 0,0 0-65,-4 0 1,5 0 23,-1 0 1,0-1-101,-4-3 1,4 2 0,0-2-91,-1 3 1,0 0 0,0-2 0,1-1 11,-1 2 1,2 0 0,-1 1 0,-1-2 70,-1 0 1,2-1-1,0 4 1,-1 0-40,-2 0 0,3 0 1,1 0-1,-3-2 44,0-2 0,-2 3 48,0-3 1,1 3 0,-1 1 0,0-2 133,0-1 0,0 1 1,1-2-179,-1 3 0,0-3 0,0 0 0,0 2-55,1 0 1,3 2 0,0 0-111,-1 0 0,-2 0 0,0-1 68,-1-3 0,4 3 0,0-3 8,-1 2 1,4 1 0,-1-1-15,1-2 1,0-2-1,-4 4-45,1-2 1,4-1 45,-4 1 1,1 1 0,-2-4-69,1 2 0,5-3 0,-4 3-51,2-1 0,-3 2 0,3-3 115,-2 2 0,3 0 1,-4 1-16,-1-4 0,3 3 0,-1-1 0,0 2 62,1 0 0,3-1 0,-2 3 0,0-4-112,-3 0 1,3 2 0,-1-3-27,1 2 1,0-4 0,-4 2 169,1 1 1,4-1 0,-4 3 8,-1-3 1,2 0 0,0-1-84,-3-1 0,4 2 0,-2 0 21,-1-3 0,2 4 0,-1-2-46,-1-1 0,3 2 0,-2-1 24,-1-1 1,-2 3-1,-1-1-2,1 2 1,3-3 0,0 3 55,-1-2 1,0-1-1,-1-2 1,4 1-24,1 1 0,-5 0 0,3-4-121,-4 0 1,3 5 0,0-1 0,0-1-39,2-2 1,-5 3 0,5 0 0,-2-1 38,0-1 1,4 2 0,-2 0 0,-1-1 4,1-2 1,2 0-1,-3-1 1,1 0 201,-1 0 1,3 0-1,-4 1-73,-1-1 1,4 0 0,0 0-1,1 0-7,0 1 0,-2 3 0,4 0 44,-2-1 0,-1-2 1,2 0-1,-2-1-14,-2 0 1,5 0-1,-4 2-59,1 2 1,4-3-1,-4 3 1,1-2-65,0-2 0,-4 0 0,3 1 37,-2-1 1,3 4 0,-4 0 90,-1-1 1,4 2 0,0 0-1,1-3 64,0 0 1,-4 2-1,4 0 1,0-1-42,-1-1 1,2 2 0,-3 0-1,0-1-4,4-2 0,-3 3 0,1 0 1,0-1-161,-2-1 0,5-2 0,-4 2 0,1 0 132,0 2 1,0-1 0,3-4 0,-2 0-39,-1 3 0,0-1 0,3-2 15,-3 1 0,3-6 0,-3 6 1,2-1-1,2 0-8,0 1 1,-1 0 0,-1 1 0,-2-1 47,1 0 0,0 0 1,1 0-1,-2 1 87,1-1 0,2 4 0,0 0 1,-2-1 42,-1-1 1,0 2-1,4 0 27,0-1 1,-1 3-64,-3 2-94,3-2 1,-5 6-1,8-1 1,0 5-94,2 2 0,1 1 0,-1 2 0,3-1 45,-1 1 0,5 1 1,-5 2-1,2 0-33,0 0 1,0-1-1,3 1 1,-2-1 90,-1-3 0,-1 1 0,4-4 0,-2 0 3,-1 0 0,-4 1-24,4-2 2,-6-3 0,4 3 0,-6-8-159,0-4 1,-6-2-1,-1-2 1,-4 0 54,-1 0 0,0 2 1,1 1-1,-1 2-4,0 2 1,0 0 0,0 2-49,1-1 1,-1 0-1,0 5 1,0 3-39,1 4 1,3 4 0,1 2 0,1 3-239,-1 2 0,3-4 1,-2 4-1,0-2-132,4-3 1,0 3-1,2-1 1,0-2-503,0-1 1,6-2-1,1-2 1033,4-1 0,6-5 0,1 2 0</inkml:trace>
  <inkml:trace contextRef="#ctx0" brushRef="#br1">11414 4220 7209,'4'-8'-302,"0"1"0,0 3 1,-3-3-1,2 0 369,1 1 1,0-2 0,-3-4 200,3 1 0,-3 3 1,3 0-161,-2-1 0,-2 2 0,0-1 0,1 0 201,3 2 0,-3-5 328,3 3 0,-3-2 948,-1-2-1280,0 6 0,0 2 1,2 8-210,2 4 1,-3 3 0,4 4 0,-1 2-196,0 1 0,4 2 0,-3 2 0,0-1 204,1-1 1,2-5 0,-3 4 0,0-2 189,0-3 0,0-5 0,-2-1 36,1 1 0,0-5 52,-4-4 1,0-5 0,0-7-1,-1-1-175,-3-3 1,1 2-1,-5-6 1,-1-1-194,-1-1 1,-2 2 0,0 2 0,0 0 99,0-1 0,1 5 0,-1 0 0,0 3-10,0 3 1,0 6 0,2-1-93,2 6 0,-2 3 0,3 6 0,-1 1-100,0 3 0,4-2 0,-2 5 0,-1-2-667,1-3 1,2-1-1,-3-1 1,2 0 753,2-1 0,-3 1 0,-1 0 0</inkml:trace>
  <inkml:trace contextRef="#ctx0" brushRef="#br1">19280 5700 7975,'-1'6'414,"-1"0"0,1-1 0,-1 1 0,0-2 1068,0 0 1,-1-2-1007,1 0 1,1-4-1,-2-2 1,0-2-246,2 0 1,0 1 0,1-2-1,0 0-108,0-1 1,0-1 0,0 2 0,0-3 95,-2-1 1,1-4 0,-1 0 0,1-1-105,1 1 0,0-2 0,-2-4 0,0-1-188,1-3 1,-2 2-1,1-3 1,-1 0-33,1 1 0,-1 0 0,2-4 0,-1 3-428,0 0 0,2 5 1,0-2-1,0 2 121,0 2 0,0 5 1,0 3 427,0 2 1,0 1 531,0 2-566,0 3 0,0 1-258,0 4 1,0 1-61,2 1 1,-1-1-1,2-2 130,-1 1 1,-1 1 0,2-2-193,-1 1 977,-1 0-1490,1 1 1,-2-2 910,0 3 0,0 0 0,0 2 0</inkml:trace>
  <inkml:trace contextRef="#ctx0" brushRef="#br1">14975 5246 7975,'-5'13'220,"-1"1"0,-2 3 877,0 2 0,4-9 0,-3 2 27,2-2 0,-3-6 1,4-5-470,2-9 0,0-10 1,2-12-1,0-8-378,0-9 1,0-2-1,0-6 1,0-5-206,0-2 0,0 30 0,0 0 0,1-2 1,-2 0-1,1-1 0,-1 0-180,-1 1 1,0-1 0,1 3-1,0 0 1,-3-3 0,0-1-1,-1 0 1,-1 0-218,-1 1 0,0 0 1,-6-26-1,-3 1 0,3 9-340,1 8 0,6 14 431,2-1 0,2 18 1,2 10 287,0 9 1,6 6 0,1 0 0,5 2-255,4 3 1,2 3 0,6 3 0,1-1-79,2-2 1,0 0 0,4 2 0,2-3-152,1-1 0,-4-1 0,-3-4 1,-2-2-390,-1-2 0,-4 2 0,-2-2 64,-1 3 0,-7-3 754,-6-1 0,-13 7 0,-4 4 0</inkml:trace>
  <inkml:trace contextRef="#ctx0" brushRef="#br1">14622 4939 9240,'-4'17'1290,"0"3"0,1-4 0,8-4-248,7-7 1,5-8-1,7-2 1,1-3-485,2-5 0,1 0 0,6-6 1,3 1-804,-1 0 0,-2 3 1,-1-2-1,2 2-1076,2-1 0,-3 0 0,4 4 0,-2-1-3103,-1-2 4424,-8 2 0,13-15 0,-10 3 0</inkml:trace>
  <inkml:trace contextRef="#ctx0" brushRef="#br1">15589 4185 9838,'-6'8'4452,"0"0"-3238,-1 1 1,-3 3-1,2 3 1,-3 9-115,0 10 1,-2 8-1,-3 21-868,6-28 1,0 2-1,-1 5 1,0 1 0,0 4-1,0 1 1,0 2 0,2 0-1,1 1 1,0 0-408,1 0 1,1-1 0,2-9 0,2-2-1,-1 2 1,2-1 0,1 23-44,4-15 0,2-15 1,7-11-1260,3-3 0,-2-9 0,6-6 0,1-2 1,1-5-2318,2-5 1,-1-5 3793,1-11 0,0-4 0,-1-3 0</inkml:trace>
  <inkml:trace contextRef="#ctx0" brushRef="#br1">15695 4763 8524,'-12'6'1358,"0"-2"1,0-3 0,2-2-391,2-3 0,3-2 0,5-8 0,0 0-364,0-2 1,5-3 0,4 2-1,4 0-426,3 0 1,5 1 0,-3 4 0,2 2-322,0 2 0,-1 2 0,5 6 0,1 2-195,2 2 1,-1 7 0,5 9 0,-3 2-211,-1 2 1,1 5-1,0 1 1,-2 1-289,-1 1 0,-5-6 0,-2 1 0,0-3-195,1-4 0,-7-2-2295,3-2 3326,-4-8 0,1 2 0,-7-10 0</inkml:trace>
  <inkml:trace contextRef="#ctx0" brushRef="#br1">15848 5034 7975,'-12'11'1307,"0"0"1,1-2-58,-1-1 0,5-7 0,3-1 0,3-8-393,1-6 0,7-10 0,4-7 0,8-6-623,3-6 1,2 4 0,-1-8-1,2 1-1066,3 0 1,-3 3-1,1 2 1,-3 2-1013,1 1 0,-11 12 0,5-5 0,-3 4 1844,-6 2 0,3 5 0,-6 3 0</inkml:trace>
  <inkml:trace contextRef="#ctx0" brushRef="#br1">16214 4008 7975,'1'12'300,"2"0"1,2 1 1117,1 2 0,2 5 1,5 8-1,3 6-432,4 8 0,3 10 0,-9-18 0,0 1 0,1 5 0,1 0-603,2 3 0,-2 1 1,-2-3-1,-2 0 0,0 0 1,-1-1-1,-2-1 1,0-2-635,-1-2 0,-1-1 0,0 21 1,-3-3-1,-2-9-54,-2-7 1,0-8 0,-2 4-1254,-2 1 1,-2-6 1557,-6-3 0,-5-6 0,-1-6 0</inkml:trace>
  <inkml:trace contextRef="#ctx0" brushRef="#br1">16968 4397 7975,'-11'0'844,"3"4"0,0 1 95,-1 2 0,3-3-306,2 4 0,4-6 0,4 2 0,6-4-263,4-4 0,4 2 1,6-6-1,1-1-637,2-2 0,-1-1 0,5 2 0,-1 1-158,0 1 0,-3 0 0,4-4 0,-1 2-596,0 2 0,-8-3 1021,2 3 0,-3-2 0,2-2 0</inkml:trace>
  <inkml:trace contextRef="#ctx0" brushRef="#br1">17039 4597 7975,'-12'12'1895,"0"0"0,6-4 0,3-2-1539,6 0 0,5-2 1,7-4-1,5-2-600,2-2 0,7-2 0,1-6 0,2 0-905,-1 0 1,1 3 0,2-1 0,-1-3 1148,-2 0 0,0 0 0,5 1 0</inkml:trace>
  <inkml:trace contextRef="#ctx0" brushRef="#br1">17912 3996 7845,'-12'20'0,"1"-2"-105,4-1 1,-4-1 0,4-4-1,0 0 1223,-1-1 0,5-3 1,-1 0 1671,3 1-1942,1-4 0,0-1 1,1-8-1,2-3-321,1-4 1,5-2 0,-1-1 0,2-3-134,2-2 0,0 0 1,0-5-1,-1 0-329,1 1 1,4-1 0,0 2-1,-2 1-396,-1 1 0,3 2 0,0-2 0,-1 5-158,2 2 0,-6 6 0,3 3 1,2 5 212,1 7 0,-5 7 0,2 12 0,1 6 450,-2 5 0,1 5 0,1 6 0,0 2 164,0 2 0,-1-8 1,2 9-1,2-3-437,1-3 0,2-10 1,-4-8-1,0-6-477,0-4 0,2-10 0,-3 1 0,-2-5-394,0-3 0,-3-2 0,1-2 1,0-3 130,0-4 0,-1-7 0,0-2 839,-3-1 0,2-7 0,-3-5 0</inkml:trace>
  <inkml:trace contextRef="#ctx0" brushRef="#br1">18147 4597 6816,'-6'-5'-512,"1"1"1,5-7 1511,0-7 1,10-13 0,7-11-1,7-9 1,-9 20 0,0-1-640,2-3 0,0-2 1,0 0-1,1-2 0,4-5 1,1-1-1,0 2 0,0 0-374,-1 1 0,0 2 0,-4 7 0,-2 2 0,15-19 0,-9 9-1437,-6 8 0,-9 17 833,-3 0 617,-2 16 0,-2 7 0,0 11 0</inkml:trace>
  <inkml:trace contextRef="#ctx0" brushRef="#br1">18820 3112 9111,'-7'12'803,"2"0"1,5 1-370,0 3 0,0-2 0,0 7 1,0 2-519,0 4 1,0 5 0,1-1 0,2 0-95,1 0 1,0-3 0,-4 1 0,1-3-1721,3-4 0,-3-6 1898,3 0 0,3-9 0,-1-1 0</inkml:trace>
  <inkml:trace contextRef="#ctx0" brushRef="#br1">19044 3171 7975,'0'-8'3849,"0"0"-2942,-6 6 1,4-4-1,-5 8-698,2 2 1,1 2 0,4 7 0,-1 3 0,-2 2-448,-1 1 1,0 3-1,4-2 1,0 2-104,0 2 1,0-2 0,2-1-1,0-3-13,2-1 0,5-6 0,-1-7 0,3-3-31,0-1 1,3-3-1,0-3 1,2-7 668,-2-4 0,-1-7 1,-1-5-1,0 0-8,0 1 1,-5-1 0,0 3 0,0-2-445,-1 2 0,-3 2 0,1 5-611,-3 3 0,-2 8 0,-3 7 235,-4 7 0,-3 7 0,1 11 544,2-1 0,-2 6 0,3 1 0</inkml:trace>
  <inkml:trace contextRef="#ctx0" brushRef="#br1">19315 3124 7975,'6'-12'0,"-2"0"1448,-2 1 1,2 3-852,0 0 0,-1 7 0,-4 1 1,-1 6 76,-2 5 1,-2 4-1,4 2 1,-3 3-360,-2 5 1,3-4 0,-3 5 0,2 0-279,3-1 0,0-4 0,2-1 0,0-1-10,0 0 0,0-2 0,2-7 0,0-1-786,2-1 0,5-6 0,1-2 0,3-8 466,2-7 1,1-3 0,-4-6 0,0-1 53,-1-2 0,-3 1 0,-1-4 0,-2 1-269,-2 3 0,-2 5 0,-2 2 1,-3 2 41,-4 3 466,-3 6 0,-11 3 0,-3 5 0</inkml:trace>
  <inkml:trace contextRef="#ctx0" brushRef="#br1">2653 8877 7975,'0'8'-102,"0"-1"502,0 3 1,0-4 0,0 2 1070,0 1 1,0 2-934,0 0 0,0 1 0,0 0 523,0 0 1,-2-4 0,0-1 1470,-2 3-1253,0 0 1,4-5-708,0-5 0,1-10 0,2-11 0,2-7-339,2-7 1,1-11-1,3-9 1,1-4-318,0-4 1,-8 30-1,0 0 1,0-4-1,0-1 1,0-2 0,1-1-195,0-4 1,0 1 0,-1 2 0,0 1-1,0-2 1,-1 0 0,0 2 0,-1 0-271,-1 3 0,1 0 0,3-22 0,-1 4 0,0 13 509,1 11 0,-4 11 1,5 6-1,-1 1 279,3 3 1,2 4-1,2 3 1,0 3-137,-1 1 0,3 1 0,0 3 1,3 4-580,1 2 0,-2 4 0,4 0 0,1 3-158,1 1 1,-1 1-1,0 0 13,0-3 1,4 1 0,-6 0-1,4 0-41,0 0 0,-8-2 1,-4-6-1,-1-1-2368,-4 1 3029,-1-4 0,-15 5 0,-3-3 0</inkml:trace>
  <inkml:trace contextRef="#ctx0" brushRef="#br1">2452 8523 7975,'-19'16'2734,"-1"-1"1,10 1-674,-2-4 1,14-6-1,6-2 1,9-2-734,6-2 0,5-7 1,5-3-1,5-6-838,5-2 0,5 2 1,1-4-1103,2-1 0,0 3 0,-2 0 0,-1 1-1846,0 2 0,1 2 1,-8 3-1,-2 2 2241,-3 4 1,-4-3 0,4 1-1</inkml:trace>
  <inkml:trace contextRef="#ctx0" brushRef="#br1">3773 7898 6814,'-12'-1'1339,"0"-3"0,1 3 0,-1-3-798,0 2 1,0 4-1,0 2 1,-1 5 683,-2 5 1,-1 6-1,-6 9 1,-6 7-419,-5 10 0,17-17 0,0 1 0,-4 5 0,0 1 0,1 3 1,0 2-596,-1 3 1,1 1-1,3-3 1,1 0 0,-1 3-1,1 0 1,4-2 0,0-1-432,3-4 0,0-1 0,4-2 1,1-2-1,-1 22 0,2-7-1110,2-8 0,10-13 0,3-3 0,4-7-1019,4-4 1,2-7 0,3-2 0,3-5 1058,1-7 0,2-1 1289,3-11 0,-5 1 0,-1-5 0</inkml:trace>
  <inkml:trace contextRef="#ctx0" brushRef="#br1">3773 8476 7975,'-12'0'946,"4"0"0,1 0-212,-3 0 1,5-1 0,1-3 535,3-4 0,2-4 1,3-2-1,4-2-774,2 1 0,4-2 0,0 0 0,3 0-420,1 0 1,-2 2 0,2 4 0,1 3-30,-1 4 1,-2 3 0,2 1 0,0 3-335,1 4 0,-3 4 0,2 11 1,0 3-969,1 0 1,-4 1-1,2-1 1,-1 1 276,-2 0 0,-3-7 0,5 3 0,-3-4 204,-1-3 0,-1-2 0,1-3 422,0-2 1,-4-4-1,-2-8 352,0-4 0,3-7 0,-3-4 0</inkml:trace>
  <inkml:trace contextRef="#ctx0" brushRef="#br1">3903 8688 7975,'-15'11'0,"4"-4"0,5 0 721,-2-3 1,6-8 0,-1-1 0,6-8 749,5-7 1,7-4 0,5-3 0,4-5-1240,3-2 1,-1 2-1,4-1 1,1-1-1407,-1 1 1,-4 9-1,1 1 1,-2 2-4137,-1 3 5310,0 1 0,-6 0 0,-1-2 0</inkml:trace>
  <inkml:trace contextRef="#ctx0" brushRef="#br1">4398 7945 7934,'8'-10'0,"0"2"0,-4 1 0,4 5 1763,1-2 0,1 1 0,3 9 0,2 7 0,2 10-140,1 11 1,0 8 0,2 11 0,-4 7-1353,-9-26 1,-1 1 0,-2 2-1,-2 0 1,1 3 0,-2 1-1,0 0 1,-2 0-292,0 0 0,-2-2 0,0-3 0,-1-1 0,-11 23 1,-2-9-721,-1-4 0,3-12 0,-2-2 0,0-5-1541,-2-2 1,0-4 0,1-2 0,1-2-264,3-6 2544,0-3 0,3-2 0,-1 1 0</inkml:trace>
  <inkml:trace contextRef="#ctx0" brushRef="#br1">4988 8346 7823,'-16'0'397,"1"0"0,1 0 2018,1 0 1,0 0 221,1 0 1,3 0-1854,5 0 0,11 0 1,12 0-1,3-1-565,2-3 1,5-3 0,1-3 0,1 1-689,1 1 1,-2 4 0,1-3 0,-2 2-943,0 3 0,-8 0 0,3 2 0,-3 0-1692,-3 0 0,-1 0 3103,-5 0 0,-6 5 0,0 2 0</inkml:trace>
  <inkml:trace contextRef="#ctx0" brushRef="#br1">5047 8464 9300,'-12'8'951,"0"0"0,0 0 351,0 3 1,7 0-1,5-3 1,8-4 755,6-3 0,5-1 0,6 0 0,2-1-1683,5-3 1,2-3 0,0-5 0,0 1-928,1-1 0,-2 4 552,6 0 0,-7 0 0,-3-4 0</inkml:trace>
  <inkml:trace contextRef="#ctx0" brushRef="#br1">6084 8464 7823,'-18'0'685,"1"0"0,5 0 0,0 0 0,1 1 1301,-1 3 0,1-1 0,2 5-1060,1 1 0,6 1 0,-1 4 0,4 1-463,3 5 0,5 2 0,1 3 34,4 3 0,-1 2 0,4 6 0,-1 2 0,1 2-235,1-2 0,-3-6 1,2-2-1,-2-1-241,1-3 1,0-5-1,-4-4 1,-1-3-43,1-8 1,0-5-1,-2-5 1,0-5 93,-3-5 1,-3-11-1,3-10 1,0-7-136,-1-4 0,-3-3 0,1 0 0,-3-5-285,-1-4 0,0 5 0,-1-12 0,-1 31 0,1-1 99,-1-3 0,0 0 1,-1-1-1,1-1 1,0 2-1,1-1 0,-1 2 1,0 0 221,1 2 0,0 1 1,-1-17-1,1 4 1,-2 12 279,-1 13 1,1 10-1,3 4 547,0-1-407,0 4 1,5-1 0,3 6-58,2 0 1,2 0 0,0 0 0,1 0 98,3 0 0,2 0 1,5 0-1,4 0-68,4 0 0,2 0 0,9 0 1,1-1-369,3-3 0,0 1 0,9-4 0,1-3 0,2 0 0,-3 2 0,-3 0 0,-2-1-257,-4-1 0,-7 2 0,-1 1 0,-4 2-1390,-2 2 0,-9 2 0,2 1 111,-3 0 0,2 0 0,-8 0 1,-3 3-1,-3 3-2449,-2 6 3985,-5 8 0,2-2 0,-5 5 0</inkml:trace>
  <inkml:trace contextRef="#ctx0" brushRef="#br1">6756 8511 7823,'-23'7'713,"3"-2"1,2-5 0,1 0 1520,2 0 1,2 0 0,3-1-1249,2-3 1,3-3 0,6-5 0,3 1-251,4-1 0,4-4 0,3-1 0,5 0-454,2 0 0,2 1 0,-1 6-95,1 2 1,4-1 0,-1 5-1,-1 1 1,-1 2 4,-1 1 1,-1 1-1,1 5 1,-1 5-299,1 8 0,0 3 0,-2 1 1,-1 2-566,-1 3 0,-6-3 0,2 2 0,-3-2-648,-1-1 0,-1-5 1,0 0-1,-3-2-1727,-4-3 1,1-5 1081,-1-1 1964,0-5 0,-10-8 0,0-9 0</inkml:trace>
  <inkml:trace contextRef="#ctx0" brushRef="#br1">6839 8735 9365,'-11'8'0,"2"-1"1709,1-2 0,6-3 1,-1-7-190,6-7 1,9-10 0,9-11-1,5-6-1112,5-8 0,9-7 1,-19 24-1,1-1 1,1-1-1,1 0-663,2-2 0,-1 2 0,-3 4 0,-1 1 1,21-21-1,-8 13 255,-6 15 0,-14 16 0,-3 5 0</inkml:trace>
  <inkml:trace contextRef="#ctx0" brushRef="#br1">8207 8452 8962,'-13'7'0,"-2"-3"106,0-3 0,-1-1 1,4 0 2176,0 0 0,6-1 0,3-3-1417,6-4 1,3 1-1,7 1 1,3-1-961,4 1 1,2 2 0,3-3 0,2 1-235,5-1 0,-2 1 0,0-2 0,0 3-113,0-1 1,-2 5 0,1-3 0,-2 3 440,-1 1 0,-8 0 0,4 0 0</inkml:trace>
  <inkml:trace contextRef="#ctx0" brushRef="#br1">8301 8653 7851,'-12'5'951,"1"-4"2082,-1 3 1,7-3-2457,5-1 0,5 0 0,8 0 0,3 0-736,3 0 1,1-3 0,2-3 0,4 1-1016,3 0 0,-1-3 1174,3 4 0,1-5 0,3 2 0</inkml:trace>
  <inkml:trace contextRef="#ctx0" brushRef="#br1">9292 8405 7810,'-17'0'448,"4"0"0,-3 0 0,3 0 0,1 0 1442,0 0 0,4-4 0,2-1 0,-1-3-892,1-5 1,3 0 0,-1-7-1,3-2-509,1-4 1,5-4 0,3-6 0,4 0-232,3-4 1,4 4 0,4-4-1,1 4-429,-1 0 1,1 6-1,-2 4 1,-1 5-196,-1 5 0,-6 8 0,3 5 1,-1 3-142,0 3 0,1 11 1,-3 9-1,2 9 289,-2 6 1,5 9-1,-1 6 128,0 1 1,5 2 0,-5-4 0,2-3 0,-1 0 247,2-2 1,2-13 0,-1-5 0,-2-6-592,-5-6 1,0-2 0,-1-5-825,2-2 1,-2-4 0,-5-8-1,-2-4-212,-2-2 1469,4-2 0,-2-5 0,5-1 0</inkml:trace>
  <inkml:trace contextRef="#ctx0" brushRef="#br1">9480 8782 7773,'-17'11'1952,"8"-9"-1402,-3 6 1,10-17 0,3-9-1,10-11 672,7-9 0,4-3 1,3-14-1,4-4-868,-12 27 1,1-1 0,1 0 0,0-1-1,3-5 1,1 0 0,0-3 0,0 0-341,-1-1 0,0 1 0,-3 5 1,-1 0-1,0 1 0,-1 1-513,13-23 1,-1 5-1,-13 18 1,-2 7 522,-1 10 1,-6 2 0,-2 10 0</inkml:trace>
  <inkml:trace contextRef="#ctx0" brushRef="#br1">10377 7156 7811,'0'-12'4805,"0"4"-3466,0 0 0,0 7 0,0 1-1257,0 6 1,0 10 0,0 4 0,0 2-194,0 1 1,0 2 0,0 2-1,0 1-146,0 3 0,-4 0 0,0 3 257,1-3 0,-3 9 0,-1-4 0</inkml:trace>
  <inkml:trace contextRef="#ctx0" brushRef="#br1">10294 7863 9341,'5'-17'1733,"4"-3"1,6-5-796,4-6 0,6-8 0,6-14 0,4-3-878,-17 27 1,1 2-1,17-25 1,-2 4 0,-1 5-750,-1 3 0,-10 17 0,0-1 0,-4 9 522,-3 3 1,-1 4 166,2 0 0,-3 0 0,4-4 0</inkml:trace>
  <inkml:trace contextRef="#ctx0" brushRef="#br1">10754 7662 7744,'-16'0'473,"2"0"1547,-1 0 0,5 0-842,2 0 0,5-1 0,1-3-470,4-4 1,5-2 0,3-2 0,0 0-410,-3 0 0,1 1 0,4-1 1,0 1-228,0 4 0,-1-3 0,1 6 1,0 2-154,0 1 1,0 1 0,-2 1 0,-1 3-76,-1 4 0,-1 0 1,1 2-1,-3 4 276,0 3 1,-4-1-1,3 2 1,-2 1 301,-2-1 1,-2 2 0,-2 2 0,-2-1 102,-1-1 1,-6-6 0,3 2-1,-2-2-270,-3 2 0,1-7 0,2 2 0,-1-4-108,-3 0 0,3-3 0,-2 2 155,2 0 0,6-4-135,3-6 0,3 2 0,2-5 0,4 2 95,7 2 0,1 1 0,6-1 1,-1-1-1171,0 2 0,2 0 0,3 2 0,2 0-5670,3 0 6578,-3-5 0,9-2 0,-4-4 0</inkml:trace>
  <inkml:trace contextRef="#ctx0" brushRef="#br1">2759 11588 7904,'6'-12'0,"0"0"361,-1 1 1,-4-1 0,3 0 0,-3 0 449,-1 0 1,0 5 0,0-1-1,0-1-228,0-2 1,-1-1 0,-3 2-1,-4 1 221,-2 1 1,-2 1-1,-1-1 1,-1 4-518,-2 3 0,-5 1 1,1 0-1,-3 1-199,-5 3 0,2 8 1,-4 9-1,0 5-202,0 6 0,2 4 0,-2 5 0,2 4 28,6-1 0,5-3 1,9-2-1,4-4-339,3-5 0,8-11 0,4-1 1,8-7 376,3-7 1,3-4 0,2-6 0,3-5 391,1-8 1,-3-3 0,-4 0 0,-2-1-172,-2 0 0,-3 3 0,-5-5 1,0 4-204,-1 0 1,-3-1 0,-1 0 0,-2 2-273,-2 4 1,-2 7 80,-1 1 1,-1 12 0,-2 4-1,-1 11 176,1 7 1,2 9 0,1 8 0,0 3 560,0 1 0,0 7 1,1 2-1,2 6 197,1 3 1,4-4-1,-6-27 1,0 1-276,0 31 1,0-2 0,-2-5 0,-2-6 0,-1 0-185,-5-6 1,-8-5 0,-4-3-1,-3-3-399,-5-6 1,6-12 0,-3 2 0,1-7-942,3-5 0,4-3 0,-1-5 0,1-3-321,3-5 1,1-6 0,2-12 0,3-4-91,4-4 1,3 0 0,2-8 0,4 0 81,7 0 1415,5 4 0,7-8 0,-1 4 0</inkml:trace>
  <inkml:trace contextRef="#ctx0" brushRef="#br1">3325 11352 8000,'4'-12'634,"0"1"1,0-1 0,-4 0 733,0 0 0,0 4 1,-2 2-785,-2 1 0,2 1 0,-6 5 1,-1 3-237,-2 4 1,0 9 0,-3 6 0,0 9-215,-2 6 0,-6 6 1,0 11-1,8-23 0,0 2-184,-1 3 0,0 2 1,0 0-1,0 2 1,-1 3-1,1 1 1,0-1-1,2 0-498,0-1 1,1-1-1,4-7 1,2-1 0,-5 26-1,5-10-636,3-12 1,11-10 0,4-11 0,2-4 84,3-7 0,0-4 0,4-6 1099,-1-4 0,5-8 0,5-2 0</inkml:trace>
  <inkml:trace contextRef="#ctx0" brushRef="#br1">3455 11753 7790,'-19'12'0,"4"-2"0,1-1 2321,3-1 1,3-5-1030,0 1 1,5-4 0,1-4-860,4-4 0,6-8 0,7-3 0,2-4-335,1 0 0,2 3 1,2 2-1,-1 0-158,-1-1 1,-2 5 0,2-1-1,-3 6-218,0 5 1,-3 3 0,6 4 0,1 4-38,1 9 1,-4 6 0,-1 6-1,-1 5 118,0 5 1,3 0-1,-3 2 1,0-2-133,1-4 0,-4-5 0,3 0 0,-3-4-1359,-1-7 0,-1-7 524,1-4 0,-1-5 0,-3-2 1164,-5-7 0,-1-8 0,-2-4 0</inkml:trace>
  <inkml:trace contextRef="#ctx0" brushRef="#br1">3525 12001 7790,'-11'6'2324,"-1"-2"1,5-4-1212,3-4 0,14-5 0,7-9 0,9-9-432,9-5 0,6-6 1,5-8-922,-3 3 1,1-2 0,-4 6 0,-4 1 0,-3 2-1198,-5 5 1,-9 2 0,-4 7 0,-5 1 1436,-2 1 0,-5 6 0,2-3 0</inkml:trace>
  <inkml:trace contextRef="#ctx0" brushRef="#br1">4044 11211 8644,'7'5'1835,"-2"-2"1,-4 3-1,3 1-930,4-1 0,3 7 0,2 8 0,2 7 10,5 7 0,6 14 1,-12-19-1,0 3 1,-1 3-1,0 2-660,0 4 0,-1 0 1,-3 0-1,-1 0 0,-1 0 1,-2 0-1,-2-3 1,-1 0-734,-1-1 1,-1-1-1,-5 19 1,-3-1-1,-4-9-933,-3-9 0,2-8 1,-3-5-1,3-4-737,1-4 0,0-11 1,0 3 2147,1-5 0,-1-14 0,0-2 0</inkml:trace>
  <inkml:trace contextRef="#ctx0" brushRef="#br1">4646 11612 8511,'0'11'0,"-2"0"1472,-2-3 0,3 2 1,-2-3-718,6-1 1,4-1 0,6-5 0,2 0-1,6-1-400,6-3 1,1-1 0,5-4-1,-1 1-813,0-1 0,-3 4 1,-1-1-1,-3 2-627,-2 0 1,-3 1 0,-2 3-1128,-1 0 0,-1-2 2212,-4-2 0,0 3 0,-1-4 0</inkml:trace>
  <inkml:trace contextRef="#ctx0" brushRef="#br1">4775 11824 9549,'-10'15'0,"1"1"1885,1-1 0,7-8 0,1-3-543,6-2 1,6-4-1,4 0 1,3-5-487,4-3 0,1 4 0,3-5 0,0 0-1978,-1 1 0,-1 2 0,-2 1 0,-3 1-5455,0-1 6577,0 5 0,3-9 0,1 5 0</inkml:trace>
  <inkml:trace contextRef="#ctx0" brushRef="#br1">6344 10775 7790,'0'-23'755,"0"4"0,0 6 0,-2 6 1,-2 4 55,-3 9 0,-3 8 0,1 17 0,1 9-392,-1 4 1,-1 6-1,-2 2 1,0 5-205,0-1 1,1-5 0,0-1 0,3-4-673,4-3 0,-1-6 0,1-2 1,1-6-123,2-4 0,1-7 1,-1-2-1,-2-3 579,-1-1 0,-5 5 0,3 1 0</inkml:trace>
  <inkml:trace contextRef="#ctx0" brushRef="#br1">5813 11541 7790,'-20'12'705,"1"-1"0,-1 1 0,-2 0 265,2 0 0,4 0 1,9-1-1,3 1 0,2 0-170,2 0 1,11-4 0,5-2 0,7-1 205,9-2 1,2-2 0,13-1 0,7 0-709,6 0 0,4-5 1,-28 1-1,1 0 0,3-1 1,0 0-324,1-1 0,1 0 0,3-1 0,0 1 1,0-1-1,1-1 0,0 1 0,-1-1-322,0 0 1,-1 1 0,-3 1 0,0 0 0,-1 2 0,0-1-1,-5 2 1,0 0-1236,30-2 0,-22 1 0,-3 4-6069,-11 0 7651,-13 0 0</inkml:trace>
  <inkml:trace contextRef="#ctx0" brushRef="#br1">5978 12484 7790,'-14'1'0,"1"2"1225,2 1 1,2 4-1,-3-4 286,0-2 0,2-2 1,2-4-685,4-4 1,3-3 0,1-4 0,0-3-355,0-4 1,4 3-1,1-7 1,2-1-297,2-2 1,1 3 0,2-2 0,1 3-177,3 2 0,-3 3 0,4 2-86,0 1 1,-8 6-1,3 7 1,0 4-296,2 4 1,-1 8 0,3 7 0,-2 5 35,2 4 0,2 2 0,6 5 0,1 2-210,2 2 1,-2-5-1,3 3 1,-2-2 187,2-2 0,-7-6 0,1 0 0,-3-5-159,0-3 1,-1-5-1,2-3 1,-4-5-249,-3-5 1,-6-1 0,0-1 0,-2-3-47,-2-4 819,-2-8 0,4-2 0,2-6 0</inkml:trace>
  <inkml:trace contextRef="#ctx0" brushRef="#br1">6143 12720 7790,'-12'0'736,"1"0"1,-1 0 996,0 0 0,6-6 0,3-3-847,6-5 0,4-6 0,10-7 1,7-7-288,6-8 0,5 1 0,3-9-482,2 1 0,-18 20 0,0 0 1,0 1-1,0 1 0,-1 1 1,1 1-1,18-21-1734,-4 7 1,-9 7 0,1 6-782,-3 5 1,-7 5-1,-4 7 2398,-4 1 0,0 6 0,-3-4 0</inkml:trace>
  <inkml:trace contextRef="#ctx0" brushRef="#br1">7723 11553 7790,'-17'11'697,"-2"1"1,0 0 0,2 0-1,2 0 845,0-1 0,9-3 1,-5 0-1178,5 1 1,3-4 0,8 1-1,7-2-521,6 0 1,5-1 0,1-3-1,4 0-470,3 0 0,0 0 0,-1 0 0,0 0-123,0 0 1,-4 0-1,2 0 1,-3-1 748,-2-3 0,1 3 0,-1-4 0</inkml:trace>
  <inkml:trace contextRef="#ctx0" brushRef="#br1">7771 11788 8422,'-12'12'0,"1"0"1428,3 0 1,-1 0-1,5-1-873,2 1 0,3-5 0,6-2 0,6-1-343,4 0 0,6 0 0,6-4 0,1-2-579,3-2 0,2 2 1,3-6 366,2-1 0,9-2 0,0 0 0</inkml:trace>
  <inkml:trace contextRef="#ctx0" brushRef="#br1">8761 11741 7790,'-20'2'1097,"1"1"0,4-1 1,0 2 214,2-3 1,6-6 0,3-3 0,4-4-380,4-4 0,4-3 0,8-9 0,3-5-611,3-4 0,3 0 1,0-2-1,1 2-202,1 2 0,-6 4 0,4 4 0,-5 2-154,1 1 0,-4 10 0,-1 4 0,-1 3-163,0 4 0,-2 9 1,3 5-1,-3 8-189,-1 3 1,4 8 0,1 4-1,1 7 232,3 5 0,1-4 0,2 7 1,0 0 112,-1-5 1,1 2 0,-1-8 0,1-3-335,-1-2 1,1-8-1,-2-1 1,-1-9-453,-1-5 1,-6-5-1,2-5 1,-3-1 231,-1-3 0,0-7 0,-2-6 0,-2-1 595,-4-3 0,3-7 0,-1-2 0</inkml:trace>
  <inkml:trace contextRef="#ctx0" brushRef="#br1">8938 12071 7790,'-7'0'2468,"13"-10"0,9-7 1,9-11-1726,7-11 0,9-12 1,-14 17-1,3-2 1,2-3-1,1-1-759,2-4 0,0 1 0,-2 3 0,0 0 0,-3 2 0,-2 2 0,-3 3 0,-2 3-404,15-21 0,-16 19 0,-4 7 0,-8 8 557,-4 7 1,-1 7-138,-4 3 0,0 5 0,0 7 0</inkml:trace>
  <inkml:trace contextRef="#ctx0" brushRef="#br1">9870 11093 6853,'-4'16'3805,"0"-1"-2686,0 1 0,9-9 0,3-5 0,2-4-529,2-6 1,1 1-1,2-1 1,2 0-1081,1 2 0,0-5 0,3 5 0,-1-2-629,1 0 1,-3 2 0,1-2-1,-2 2 1119,-3 1 0,4-1 0,1-6 0</inkml:trace>
  <inkml:trace contextRef="#ctx0" brushRef="#br1">10377 10680 7790,'7'0'523,"1"0"1,-1 2 0,1 3 0,-4 7 936,-3 6 1,-1 11 0,0 6 0,-1 10-1306,-3 8 1,-3 2-1,-5 7 1,2-6-1508,2-5 0,-1-7 1352,5-5 0,-5-2 0,2-2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4575 4350 7790,'-12'0'2771,"0"-4"-643,1 0 0,5-1-1706,6 1 0,7 3 1,9-5-1,3 2-343,3 0 0,2-1 1,0 3-1,1-2 158,2 1 1,3-2 0,4 1-1275,-2 1 0,-1-2 0,-5 1 0,-1 1 1,1 2-3185,-1 1 4221,-5 0 0,2-5 0,-3-2 0</inkml:trace>
  <inkml:trace contextRef="#ctx0" brushRef="#br0">4598 4480 7790,'-11'7'0,"-1"0"3630,0-2 0,7 4-2567,5-1 1,6-3-1,11-1 1,6-2-952,3-2 0,7-4 0,-2-1 0,4-1-1576,5 1 0,-6-3 1464,5 4 0,0-5 0,9 3 0</inkml:trace>
  <inkml:trace contextRef="#ctx0" brushRef="#br0">5860 4385 7881,'-12'12'944,"1"0"1,-1-2 4682,0-2-4479,5 3 1,2-15 0,7-2-492,1-7 0,4-1 0,5-4 0,0-1-369,-1 1 0,1 2 1,0-3-1,0-1-268,0 2 0,3-3 1,1 5-1,-2 0 58,0-1 0,-1 4 0,1-1-181,2 5 1,0-1-1,-5 6 1,1 3-1,1 5-218,3 8 0,-2 5 0,5 6 1,-2 2-32,-3 3 1,4 2 0,1 5 0,0 1-289,1-1 0,-4-7 0,3-4 0,2 0-5,2-3 0,-4-5 0,0-2 0,-2-5-400,-3-5 1,-1-2 0,-1-2 0,0-2 1044,0-2 0,-1-8 0,1-6 0</inkml:trace>
  <inkml:trace contextRef="#ctx0" brushRef="#br0">6014 4704 7833,'-7'5'2,"2"-4"1,1 3 0,0-8 1981,1-4 1,8-9 0,9-6-1,8-10-879,8-9 1,11-8 0,-18 19 0,1-2-1020,2-2 1,1-1 0,1 2-1,0 0 1,-2-1 0,0 1-1,-3 4 1,-2 1 0,19-22-54,-6 10 1,-8 11 0,-2 5-520,-7 8 0,-8 7 486,-1 10 0,-6 5 0,4 1 0</inkml:trace>
  <inkml:trace contextRef="#ctx0" brushRef="#br0">6980 4150 7894,'-11'18'551,"-1"-2"0,4-3 0,0 0 1,0 2 276,2 5 1,-3 2 0,5 3 0,0 3-518,-2 3 0,5 5 1,-3 0-1,3 2-613,1 0 1,0-9 0,0 1 0,-1-6 301,-3-5 0,2-4 0,-3 2 0</inkml:trace>
  <inkml:trace contextRef="#ctx0" brushRef="#br0">6662 4444 7894,'-5'-6'0,"5"-1"0,0 4 2457,6 0 1,11-7-1,7 3 1,7-4-646,7-1 0,6 2 0,5 1-2622,3 1 1,-3 5 0,-4-1-1,-4 3 810,-5 1 0,2 0 0,-8 0 0</inkml:trace>
  <inkml:trace contextRef="#ctx0" brushRef="#br0">7829 4362 7869,'-11'-2'1477,"-1"-2"0,0 3 0,0-4 0,1 1-687,-1 0 1,1-5-1,3 1 539,4-2 0,3-2 1,1-1-1,1-3 1,5-4-620,5-2 1,7-2-1,5 1 1,2-2-567,3-3 1,-2 4 0,4-3 0,0 5-306,0 2 0,-6 7 0,1 2 0,-2 5 101,-2 5 0,-9 4 0,0 5 1,-3 7-367,-3 6 0,0 4 0,-6 1 0,0 4 100,0 4 0,-6-5 0,-1 7 0,-4-2 319,-1 0 0,-1-3 0,-3-1 0,-3 0-132,-3 1 1,-2-4 0,0 2 0,1-3-332,-1-4 1,5-6-1,0 0 1,2-4 206,3-5 0,1-1 0,2-8 157,3-2 0,-1-3 1,5-9 354,2-4 0,6 3 0,3 1 0,5 3-55,4 2 1,0-1 0,6 0-1,3 2-905,0 2 1,1-2 0,0 7 0,3 0 419,1 2 0,-4 2 0,3 3 1,-1 5 290,-1 5 0,1 5 0,-5 4 0</inkml:trace>
  <inkml:trace contextRef="#ctx0" brushRef="#br0">8761 4043 13789,'-4'14'0,"0"1"657,2 5 0,-1 7 1,0 6-1,-2 4-896,-1 2 0,-2 6 0,-4-3 1,0-1-527,0-1 1,-3-5-1,-1-3 646,1-5 119,2-7 0,-4 2 0,-1-4 0</inkml:trace>
  <inkml:trace contextRef="#ctx0" brushRef="#br0">8431 4350 8677,'0'-7'1978,"9"2"0,4 5 0,5 0 0,6 0-2005,2 0 1,8-4-1,2 0 1,6 2-4159,4 0 4185,-5-3 0,11-1 0,-4-6 0</inkml:trace>
  <inkml:trace contextRef="#ctx0" brushRef="#br0">9150 4267 7826,'-12'6'4209,"1"-5"-2388,-1 3 0,5-4 0,5-4-1133,4-4 1,9-2 0,6-2 0,1-1-591,3-3 0,5 3 0,2-3 1,-2 3-154,-1 1 0,-2 2 1,0 1-1,-2 2-166,-2 2 1,-4 1 0,1 4 0,-3 1-216,-2 3 0,1 3 1,0 5-1,0 1 231,0 2 1,-5 4 0,1 4 0,1 2 70,2 3 0,-2-3 0,2 2 0,2-2-640,0-2 1,0-3 0,-1-3 0,-1-2-360,1-5 0,0-5 0,0 2 1133,0-2 0,-1 4 0,1-2 0</inkml:trace>
  <inkml:trace contextRef="#ctx0" brushRef="#br0">9362 4527 7795,'-11'10'0,"-1"-1"2368,0-1 0,4-5-1265,0 1 1,12-9 0,4-7 0,10-7-744,9-3 0,-1-7 1,5-2-1,3-3-818,4-2 0,-4 1 0,3 0 0,-1-1-834,-4 1 1,-4 5 0,-2 4 1291,-5 5 0,1-7 0,-3 3 0</inkml:trace>
  <inkml:trace contextRef="#ctx0" brushRef="#br0">10035 3737 8067,'0'-7'2029,"0"3"0,0 8 1,0 6-1824,0 4 1,0 4-1,0 6 1,-2-1-862,-2 1 0,2 1 0,-5 0 0,1 1-2519,-1 0 3174,4-9 0,-7 16 0,3-8 0</inkml:trace>
  <inkml:trace contextRef="#ctx0" brushRef="#br0">9987 4161 7824,'-6'6'1174,"1"-5"0,6-2 0,3-11 0,5-8-85,5-6 0,6-4 0,6-6 0,3 0-888,1-4 1,-4 5 0,2-2 0,-3 6-452,-2 2 0,-4 6 0,-3 6 0,-3 3-2896,-2 8 3146,1 3 0,-5 9 0,-2 0 0</inkml:trace>
  <inkml:trace contextRef="#ctx0" brushRef="#br0">10259 4020 7622,'-7'6'3023,"2"0"1,6-6-1,3 0-2585,4 0 0,2 0 1,2 0-210,0 0 1,0 0 119,0 0 1,-5 1-381,1 3 1,-5-2 0,1 6 0,-3 2-175,-1 0 1,-5 2 0,-2 0 0,-2-1 142,-3 1 1,3 4-1,-6 0 1,1-1 200,3 2 0,-2-4 0,-1 3 1,1-3 25,3-1 1,5-4-1,-2 0-42,2 1 0,2-4 0,7-1 0,5-3 55,6-1 0,-2-4 0,4-1 0,-1 0-581,-1 0 0,1-3 0,-4 4-959,0 1 0,-1 2 0,1 1 1362,0 0 0,0 0 0,0 0 0</inkml:trace>
  <inkml:trace contextRef="#ctx0" brushRef="#br0">5872 5222 8100,'-16'-12'0,"-1"-1"287,-1-2 1,2 2 0,-2-2 0,1 3 1080,2 1 0,2 5 1,3-5 435,2 0 1,7 6-963,12 1 1,12 1 0,21 1 0,17-4-603,-23 3 1,3 0 0,8-3 0,3 0 0,13-2 0,3-1 0,-17 3 0,1 0 0,2 0-97,7-1 0,1 0 0,2 0 0,-13 1 1,0 1-1,2-1 0,1 0 0,9 0 1,2 0-1,1 1 0,0-1 0,-11 1 1,1 1-1,-1-1 0,1 1 0,0 0-263,2-1 0,-1 1 1,1 0-1,0 0 1,-1 1-1,-2 0 1,-2 0-1,1 0 1,-1 1-1,1 0 1,1 0-1,0 1 1,1 0-1,-1-1 0,0 1 1,0 0-1,-1 0 1,1 0-1,-1 0 1,0 0 7,11 0 0,1 1 0,-1-1 0,-2 0 0,-6 1 0,-2 0 0,0-1 0,-1 1 1,2 0-1,-1 1 0,-1-1 0,0 0 0,12 1 0,-1 0 0,-1 0-20,-3 0 1,-1 1-1,-2-1 1,-7 0-1,-2 1 1,1-1-1,3-1 1,0 0-1,-1 0 1,-5 0-1,-1 0 1,-1 0-265,16 0 0,-4 0 0,-11 0 1,-4 0-1,-5 0 0,-3 0 1,18 0-1213,-16 0 1,-21 4 0,-12 1 0,-15 2-346,-14 2 0,-8-4 1952,-17-1 0,5 3 0,-12-1 0</inkml:trace>
  <inkml:trace contextRef="#ctx0" brushRef="#br0">7771 5588 8012,'-24'0'261,"6"0"1,2-2 0,3 0 1352,1-2 1,7-1 0,5 2 0,6-2-350,5-2 1,11-2-1,6-5 1,7-3-660,8-2 1,2 4 0,10-4-1,1 1-379,2 0 0,-2 6 1,0-1-1,-1 2-212,-6 6 0,-6 2 1,-10 5-1,-4 3-381,-6 7 1,-8 6 0,-2 8 0,-4 4-255,0 4 1,-4-4 0,1 10 0,-2 2-193,0 2 1,3 1 0,-1-1-1,0 1-121,3-5 1,-2-3 0,1-5-1,1-5 10,1-2 1,2-7 0,0-3 0,0-6-1778,0-5 2700,-1-8 0,1-3 0,0-5 0</inkml:trace>
  <inkml:trace contextRef="#ctx0" brushRef="#br0">8112 5941 8012,'-35'6'1046,"5"-5"1,4 3-9,5-3 0,21-3 0,17-6 0,17-9-537,16-8 0,10-3 0,-23 11 0,1-1 0,1-2 0,2-1-294,1-1 1,1 0 0,0-1 0,0 1-1,3-1 1,0 0 0,-1-1 0,0 0-249,-2-1 1,-2 1-1,-6 5 1,-3 0 0,15-11-1,-15 7-3217,-15 3 3258,-12 6 0,-16-9 0,-8 5 0</inkml:trace>
  <inkml:trace contextRef="#ctx0" brushRef="#br0">7063 5564 7935,'-12'0'-139,"4"-1"1,0-2 762,-1-1 0,4-6 0,0-1 1,1-4-1,1-5 112,5-5 0,3 0 0,8-6 0,3-2-424,3-1 0,5 0 0,1 2 1,1 5-159,0 2 0,-4 7 1,6 3-1,-3 6-47,-2 5 0,-3 13 1,-2 8-1,-1 10 1,-2 8 0,-3 7 0,-4 8 0,-5 3-91,-1 5 1,-2-6 0,-3 6 0,-5-2 178,-7 2 0,-6-10 0,-4 6 0,-1-4-8,-2-6 1,-1-6-1,4-9 1,0-3 90,3-3 0,6-13 0,1-2-137,2-5 1,6-6 0,3-4-1,3-6-119,1-4 1,0-2-1,1-5 1,4-1 275,7-2 1,1 2-1,6-3 1,-1 3 100,0 2 1,2 3 0,4 2-1,-1 2-59,1 6 1,4 3 0,4 7 0,2 0-749,1 0 0,1 5 1,-1 3-1,1 3-4743,-1 1 5150,-5-1 0,4 1 0,-4 0 0</inkml:trace>
  <inkml:trace contextRef="#ctx0" brushRef="#br0">11072 4928 7891,'-8'1'1227,"1"1"2210,-3 2-2988,5 0 1,1-4-1,9 0 1,6 0-169,3 0 0,7 0 0,-1 0 0,2 0-733,2 0 1,1 0 0,1 0 0,3 0-862,1 0 1,-3-1 1312,5-3 0,-6 3 0,3-4 0</inkml:trace>
  <inkml:trace contextRef="#ctx0" brushRef="#br0">11131 5152 9221,'-5'0'4338,"5"0"-3237,7 0 0,10-6 0,5-2 0,7-2-714,5-2 0,0-4 0,8 1 0,0 0-1258,0 2 0,-3 5 871,4 0 0,0 6 0,5-3 0</inkml:trace>
  <inkml:trace contextRef="#ctx0" brushRef="#br0">13030 4550 7907,'-12'12'0,"0"0"0,0-2 1060,1-2 0,-1 3 1,0-3-368,0 2 0,2-2 0,1-2 971,1 0 1,6-5-1160,2-9 1,6-1-1,5-12 1,3-4-200,1-5 0,4-4 0,4-1 0,2-2-66,3-2 0,-6 2 0,3-2 1,0 2-185,0 2 1,-3 3-1,5 3 1,-2 3-348,-1 4 0,-5 10 0,0 2 0,-1 4 113,0 8 1,-3 8 0,1 11 0,-2 5-497,2 6 1,-6 7 0,5 4 0,0 3 235,2 1 0,-2-4 0,2-1 0,-1-1 70,-1-3 0,6-5 0,-2-6 0,-1-4 83,-2-9 1,-3-8 0,-1 1-1,-1-2-456,1-2 0,-5-7 741,-3-4 0,-3-8 0,-1-2 0</inkml:trace>
  <inkml:trace contextRef="#ctx0" brushRef="#br0">13171 4833 7920,'-8'0'0,"2"-1"0,1-3 683,2-4 1,12-8 0,8-6-1,11-9 288,11-13 0,-15 18 0,0-1 1,7-6-1,1-1 0,2-3 0,1-2-842,1-3 1,1 0-1,-5 4 1,0 0-1,0 1 1,0 1-1,-3 4 1,-1 1-1712,16-17 1,-7 12 1410,-14 9 1,-9 15 170,-7 12 0,-9 10 0,-5 14 0</inkml:trace>
  <inkml:trace contextRef="#ctx0" brushRef="#br0">12782 5010 7967,'-23'5'1481,"3"-2"1,2 5 1776,1 1 1,9 1-2014,12 2 1,15-5 0,22-3-1,14-6-465,-22-1 0,2-1 0,7-3 1,1-1-1,7-5 0,1-3 0,7-1 1,2-1-781,-16 4 0,1 0 0,0 0 0,-2 1 0,0-1 0,0 2 0,3-1 0,1 1 0,-1 1 0,17-3 0,-1 2-593,-6 3 1,-2 1 0,-12 2 0,-2 2 0,23 4 0,-14 1-2570,-15 3 1,-12-1-1,-6 3 3162,-3-1 0,-1 4 0,-1-2 0</inkml:trace>
  <inkml:trace contextRef="#ctx0" brushRef="#br0">12994 5458 7863,'-14'0'878,"2"0"1,2 0 956,-1 0 0,5-1 0,0-3-323,1-4 0,5-3 0,-1 0-613,3-1 0,9-1 1,-1-2-1,6 0-794,3 0 0,-2 2 0,5 1 0,3 1-332,0-1 0,1 4 1,0 0-1,2 0 348,-2 2 1,-1 0-1,-2 6-772,1 0 1,-3 6-1,-3 3 1,-5 4-1,-1 5 307,-3 5 0,-5-3 0,0 9 0,-3 0 609,-1 3 0,-6-2 1,-5 0-1,-4 0 60,-4 0 0,0-2 0,-6 2 0,-1 0-81,-2 0 1,-3-4-1,3 2 1,1-3-78,-2-2 1,0-1 0,-3-3-1,5-6-194,2-4 1,5-6 0,2 1 205,1-3 1,3-2 0,6-3 0,4-4-108,2-3 0,4-1 0,2 2 0,5-1-50,5 0 0,1 4 0,4-6 0,2 1-291,2 3 1,1 4 0,1-2-1,2 2-638,-1 2 1,-4 2 0,6 1 0,-4 1-523,0 3 0,0-1 0,-1 4 0,1-1-936,-1 1 2365,-4 1 0,3-2 0,-4-1 0</inkml:trace>
  <inkml:trace contextRef="#ctx0" brushRef="#br0">13608 5505 7945,'-12'5'-130,"0"2"1,0 1-251,0 0 0,5-4 0,-1 3 1865,-1 3 1,2-5-919,-1-1 0,5-4 0,1-3 133,4-1 0,4-5 0,3 1 0,-1-4-301,1-3 0,1 2 1,2-3-1,0 1-338,0 0 1,0 2-1,-1-3 1,2 2 65,3-2 1,-3 7 0,3-3 0,-3 3-663,-1 2 1,0 2 0,-1 5 0,1 0 55,0 0 1,0 10 0,0 6 286,-1 5 0,4 4 0,-1 2 0,-1 4-87,2-1 0,-1 4 1,-2-4-1,0 0 0,0-2-523,-1-4 1,-3-4-1,0-2 1,1-2 801,2-5 0,1-5 0,-1-6 0,1-10 0,0-3 0</inkml:trace>
  <inkml:trace contextRef="#ctx0" brushRef="#br0">13714 5835 8776,'1'-12'553,"3"1"1,4-8 0,9-4-1,8-10 58,9-9 0,8-6 1,-18 20-1,2-1 1,-1 3-1,1 0 133,-1 2 0,-1 1 0,16-13 1,-8 4-745,-5 5 0,-1 1 0,-8 8 0</inkml:trace>
  <inkml:trace contextRef="#ctx0" brushRef="#br0">15164 4692 7912,'0'-12'1238,"0"0"708,0 0-1452,0 6 0,-1 2 0,-2 8 0,-1 5-182,2 5 0,-5 2 1,1 8-1,-2 5-419,0 3 0,0 5 0,-4 1 0,0 3-327,1 0 0,-1-5 1,0 1-1,0-3 434,0-6 0,1 4 0,-1-2 0</inkml:trace>
  <inkml:trace contextRef="#ctx0" brushRef="#br0">14916 4892 7919,'-1'-12'0,"-3"1"0,3 3 1935,-3 0 0,4 5 0,4-2 0,5 1-1374,6 0 0,3 0 0,7 4 0,2 0-633,5 0 0,3 0 1,3 0-1,4 2 72,4 1 0,-2-1 0,9 3 0</inkml:trace>
  <inkml:trace contextRef="#ctx0" brushRef="#br0">16367 4373 7998,'-30'4'520,"2"0"1,3-1 716,2-2 0,4-1 1,4 0 151,2 0 1,6-1-1,4-3-827,6-4 0,5-4 0,6-2 0,5-3-319,3-1 1,-1 3-1,6-2 1,0 1-187,0 1 1,-1-1-1,4 6 1,-2 0-263,-6 3 1,2 4 0,-6-1 0,1 4-270,-4 4 0,-3 4 1,-4 6-1,-4 5 453,-3 3 1,-1 0 0,-1 9 0,-3 1 297,-4-2 1,-8 4 0,-3-4 0,-5 2-44,-3-1 0,0-5 0,-3 2 0,-1-3 56,-3-2 0,5-3 0,-5-3 1,4-3-289,4-3 1,1-3 0,2 0-1,4-5-1749,3-1 1434,8-2 0,4 0 0,8-2 0,5-1 143,6-5 0,4 1 1,8-1-1,3-1 336,4-1 1,2-3 0,9-1 0,-2 1-342,2 3 0,-3 2 0,0 0-339,-2 4 1,-2 3-1,-6 1 1,-6 1 0,-4 2-416,-2 1 0,-7 5 0,-1-1 0,-7 2-550,-4 2 1479,-1 0 0,-10 5 0,-3 1 0</inkml:trace>
  <inkml:trace contextRef="#ctx0" brushRef="#br0">15895 4892 7996,'-12'12'0,"1"0"1648,-1 0 1,1-5-1,6 0 407,9-2 1,10-1 0,18-5-1,10-3-1536,10-4 0,12-8 1,-24 6-1,0-1-110,3-1 1,1-2-1,9-1 1,1 0 0,-1-2-1,0 0 1,-1 1 0,0 2-1,-4 1 1,0 1-1250,-6 1 0,-2 1 0,18 1 0,-6 1 1,-13 7-270,-12 5 1,-13 3 0,-10 8-1,-3 1-2492,-1-2 0,0-1 3601,0-1 0,-5 0 0,-1-1 0</inkml:trace>
  <inkml:trace contextRef="#ctx0" brushRef="#br0">15600 5470 8444,'-11'0'1883,"-1"0"0,0 0 1663,0 0-2831,6 0 0,2-2 1,8 0 405,4-2 1,2-4-1,2 3-550,0-2 1,-1 3-1,1-2 1,1-1-199,3 1 0,-3-2 0,4-4 1,-1 0-148,0 0 1,5-1 0,-3-1 0,2-3-249,-1-1 0,1 2 1,2-2-1,-1 1-239,-1 2 1,-5 2 0,4 1-1,-1 0-94,1 1 0,-5 4 0,2 3 0,-3 3 89,-1 1 1,-1 0 0,1 1 0,-1 3 140,-4 4 1,3 4 0,-5 3 0,0 5 262,0 2 1,-1 3 0,-5 1-1,-3 3-5,-4 1 0,-2 2 1,-3 3-1,-3 1 152,-4-1 1,-2-4 0,-3 0 0,-1-1-132,-2 0 0,0-4 1,1 0-1,-1-4-250,-3-2 1,9-7 0,-1 0-1,2-5 79,2-3 0,2-1 0,7-5 0,2-3-118,4-4 1,3-2-1,1-3 1,2-3 166,6-4 0,1 2 1,12-2-1,3-1-146,2-1 0,7-2 0,-2 2 0,2 3-827,-2 3 0,3 3 0,-2 2 0,2 3-131,1 4 1,-5 4 0,-2 3-1,-2 2-544,2 2 1,-7 1-1,1 4 1616,-4-1 0,-2 1 0,-4 0 0</inkml:trace>
  <inkml:trace contextRef="#ctx0" brushRef="#br0">16414 5269 8503,'-12'0'4379,"0"0"-2640,1 0 1,4 6 0,3 3-887,3 5 0,1 1 0,1 3 0,3 0-538,4 1 0,6 0 0,3 5 0,0-1-967,1 1 1,2-2 0,-1-2 0,0-3-592,1 0 1,-4-8 0,2 2-1,-1-5-1245,-2-3 1,-6-2 2487,-1-1 0,-6-10 0,4-3 0</inkml:trace>
  <inkml:trace contextRef="#ctx0" brushRef="#br0">16379 5541 7934,'-12'0'2211,"7"0"0,6-3 0,11-5-399,10-8 1,12-6 0,9-4-1798,3-2 0,1-7 0,1 4 0,-4 2 0,-3 3-15,-6 2 0,-7 6 0,0 1 0</inkml:trace>
  <inkml:trace contextRef="#ctx0" brushRef="#br0">17900 4680 8235,'0'-12'1273,"0"4"0,-1 2-724,-3 1 0,2 2 0,-3 7 0,1 5-68,0 5 1,-5 10-1,1 7 1,-2 5-344,-2 3 1,4 0-1,-1 7 1,-3 3-336,-2-1 0,2-3 1,4-6-1,0-4 2,2-5 1,-4-11 0,5-1-1211,-1-7 1,3-7 0,-1-8 0,3-6 1404,1-4 0,-5-10 0,-2-6 0</inkml:trace>
  <inkml:trace contextRef="#ctx0" brushRef="#br0">17664 4928 7886,'-12'3'957,"2"3"206,2 0 1,3-2-1,7 3-581,6-2 0,5-1 1,12-4-1,4 0-663,6 0 1,2-1-1,5-3 1,0-3-126,0 1 0,2-5 0,6 3 206,1-2 0,6-7 0,-4-2 0</inkml:trace>
  <inkml:trace contextRef="#ctx0" brushRef="#br0">18926 4527 7886,'-20'0'0,"0"0"0,5 0 0,-4 1 0,2 2 1454,3 1 1,5 0 0,2-6-119,2-2 0,1 2 0,4-6 1,1-1-668,3-2 1,8-2 0,8-3-1,2-3-595,2-4 1,4-1 0,4-3 0,2-1-162,1-3 1,-3 5 0,-2 0-1,0 4 163,0 2 0,-6 4 0,1-2 1,-3 2-624,-5 6 0,-3 3 0,-2 9 1,0 2 96,0 3 1,-6 10 0,0 6-1,-1 6 303,3 5 0,-2-4 0,2 8 1,1 1 67,2 2 1,0-3-1,1 0 1,0-4-112,0-3 0,1-5 1,1 0-1,2-5-350,-1-5 1,-2-4 0,-2-4-1,1-4-363,0-3 1,0-1-1,0-1 1,-1-3-556,1-4 0,-4-3 1458,0 0 0,-5-6 0,2-2 0</inkml:trace>
  <inkml:trace contextRef="#ctx0" brushRef="#br0">19150 4727 7886,'-13'11'1062,"-3"-4"0,7 0 502,-3-3 1,9-8 0,3-1-623,7-8 1,13-7-1,6-7 1,5-5 0,7-3-800,3-5 0,-2 2 0,4-3 1,1 0-814,-2 3 1,-2 1 0,-6 5 0,-2 3 80,-5 5 0,-7 8 1,-4 2 588,-3 5 0,-1-2 0,-1 5 0</inkml:trace>
  <inkml:trace contextRef="#ctx0" brushRef="#br0">20034 3772 7886,'4'-12'0,"0"1"781,-1-1 1,-2 4 2642,-1 0-2425,0 6 1,-5 7-858,-3 11 0,1 1 0,-1 1 0,1 0-392,0 1 1,1-1 0,3 3 0,-1-1 0,1-1-434,2-1 1,-3 3-1,0-5 1,2 0-623,0 1 1,2-4 0,0 3 1304,0-3 0,-5-1 0,-2-1 0</inkml:trace>
  <inkml:trace contextRef="#ctx0" brushRef="#br0">19952 4091 7886,'0'11'-899,"1"-4"2078,3-3 0,2-3 0,6-3 1,0-5-269,0-5 0,6-9 0,4-1 0,7-6-647,5-2 0,-4 2 1,8-5-1,0-1-415,-1 1 1,-4 5 0,-3 2-946,-1 5 0,-3 0 1,-6 7-185,-5 3 0,-7 11 0,-4 11 0,-4 5 1280,-4 2 0,-2 2 0,-6 3 0</inkml:trace>
  <inkml:trace contextRef="#ctx0" brushRef="#br0">20341 4032 8573,'-5'6'3543,"2"-1"-703,-5-5-1806,5 6-948,-2-5 0,5 6 0,2-5-29,1 2 1,-1 1 0,3-2-56,0 1 0,-3 1 0,3-2-197,0 1 1,-4 5-133,3-1 1,2-2 320,-3 2 1,1 0-92,-4 4 0,0-4 0,-1-1-72,-3 3 0,2 0 60,-6 2 1,0 0 20,-4-1 0,4 0 0,0-2 542,-1-1 499,4-5-772,-6 2 1,11-5-1,0 0-23,7 0 0,3 0 0,2 0-425,0 0 1,0-4 0,0 0 1,-1 1 0,-3 2 0,0 1 516,1 0 0,-3-1 439,-3-3 165,-1 2-330,-2-3 1,-2 5 27,-1 0-277,1 0 1,-4 4-161,2 0 1,1 0-298,-5-4 0,4 4 86,-4 0 1,5 4 59,-5-4 0,4 4 1,-3-3 19,2 1 1,0-3 0,2 2 19,-1 0 0,-5 2-85,1 5 1,-2 0 0,-2-2 55,0-2 1,4-2 0,0-3 216,-1 1 1,3 4 0,-2-4 86,-1-2 0,2 0 1,0-4 143,2-2 1,-3 2-217,4-6 0,2 0-379,6-4 1,-2 6-1,6 2 1,1 3-68,2 1 1,-3 0-1,0 0 1,2 0 20,5 0 1,-2 0-1,4 0 1,-2 0-53,1 0 1,1 0 0,-2 1-1,2 1-892,1 2 1,-4 0-1,2-4-3110,-3 0 4271,-6 0 0,3 6 0,-3 0 0</inkml:trace>
  <inkml:trace contextRef="#ctx0" brushRef="#br0">19032 5034 8443,'-4'0'4802,"9"-2"-3701,14-2 0,12 3 0,16-4 1,16-2-623,-24 2 0,1-1 0,3-1 0,3 0 0,7-2 0,3 0 1,1 0-1,2 1-457,2 1 0,0 0 0,0-2 1,0 1-1,-1 0 0,0 0 1,-2 1-1,0-1-370,-3 2 0,-2-1 0,-12 4 0,-2 0 0,-2 1 0,-2 1 0,15 3-798,-17 1 1146,-17 7 0,-16-14 0,-13 2 0</inkml:trace>
  <inkml:trace contextRef="#ctx0" brushRef="#br0">19244 5352 7886,'-12'0'1371,"1"0"1,-1 0-313,0 0 0,5-1 1,5-3-214,4-4 0,6-3 0,9 0 0,7-3-538,6-1 0,1 2 0,2-2 0,1 5-234,-1 2 1,-4 5-1,0-1 1,-2 4-102,-1 4 0,-9 4 0,3 7 0,-7 3 54,-5 4 1,-3-1 0,-5 8 0,-1 0 99,-3 2 1,-4-1 0,-7 0 0,-5-1 88,-2-3 1,-3-1-1,0-2 1,-1-2-91,-1-2 1,5-4-1,-5 0 1,0-2 86,0-1 0,6-5 1,-1-3-550,3-3 0,0-1 1,3 0-1,2-1 1,2-3-204,4-4 0,3-3 1,5 0 374,0-1 1,1 4 0,4 1 0,6 2-43,3 3 1,7-4-1,-1 2 1,3 2-359,5 0 0,-6 2 1,4 2-1,2 0-1308,1 2 1,-2 4 0,3-3 1871,-1 2 0,9 1 0,-1 4 0</inkml:trace>
  <inkml:trace contextRef="#ctx0" brushRef="#br0">19905 5411 7886,'0'8'3563,"0"0"1,0 2-2848,0 4 0,1 1 0,3 5 0,5 2-789,5 4 1,1-1-1,4 2 1,2 0-629,2 0 0,-4-2 0,0 1 0,-2-5-255,-3-5 1,-6-3 0,-4-1-1,-4 0 49,-4-1 0,-8-3 1,-9 0 906,-5 1 0,-9 2 0,-7 0 0</inkml:trace>
  <inkml:trace contextRef="#ctx0" brushRef="#br0">19739 5882 7886,'-11'0'0,"3"0"0,1-2 396,2-6 0,6-1 1,10-12-1,7-4 771,10-5 1,6-10-1,5-3 1,7-5-977,-20 20 1,2 1-1,-3 2 1,1 0 0,2-2-1,0 2 1,-2 2 0,-1 2-914,21-14 0,-12 11 0,-4 3 722,-8 7 0,-5-6 0,-5 7 0</inkml:trace>
  <inkml:trace contextRef="#ctx0" brushRef="#br0">11709 7156 7873,'-24'6'746,"4"1"1,-1-3-1,-2 2 150,2 1 1,6 2-1,-1-4 1,3 0-207,1 1 1,4 3-1,2-1 1262,0 2 1,4-2 0,6 0-1584,3 1 0,9-3 1,4 1-1,2-2-886,2-2 0,1 2 0,1-1 0,3-1-842,1-2 1,1-1 0,5 0 0,-1 0 125,0 0 1,-7 0 0,-2 0 0,0 0-1971,-1 0 3203,-5-5 0,-3-2 0,-5-5 0</inkml:trace>
  <inkml:trace contextRef="#ctx0" brushRef="#br0">11685 7438 8801,'-19'12'2347,"-1"0"0,7 0-818,1 0 1,8-6-1,12-2-788,8-3 0,9-6 1,5-3-1,3-2 1,5-2-1156,2 0 1,-4 4 0,2 1 0,1-3 413,2 0 0,2-2 0,4 0 0</inkml:trace>
  <inkml:trace contextRef="#ctx0" brushRef="#br1">12947 4986 8306,'-10'-13'58,"2"-2"1,3-1 0,7-8 0,7-6 134,11-6 1,-1 9-1,3 0 1,6-6-1,3-1 1,6-6 0,3-1 61,-9 9 1,1-1 0,1 1 0,0 1-1,2 0 1,0 0 0,5-4 0,0 0 0,1 1-1,-3 3 1,1 1 0,-1 1-536,-1 2 1,0 0 0,-1 2 0,6-3 0,-1 3 0,-7 4 0,0 1 0,18-9-1259,-14 11 1538,-12 9 0,-3 4 0,-5 5 0</inkml:trace>
  <inkml:trace contextRef="#ctx0" brushRef="#br1">13549 5918 8065,'-17'-7'0,"5"-3"0,8-9 129,6-7 1,19-5-1,19-20 1,-11 20-1,3-1-8,8-5 1,3-1 0,5-6-1,2-1 1,-10 11 0,2-1 0,1-1-1,1-1 1,1 0 0,1 0-2037,0 0 1,1 0 0,-2 2 1914,-7 7 0,-2 2 0,2 0 0,6-2 0,2-1 0,-1 3 0,9-5 0,1 1 0</inkml:trace>
  <inkml:trace contextRef="#ctx0" brushRef="#br1">16025 4963 8180,'-12'4'-1300,"0"0"1698,1-2 0,4-2 1,3-4-1,3-5 35,1-5 1,6-6 0,7-7 0,11-7-16,10-8 0,-13 17 1,1-1-1,6-6 0,1-2 1,3-2-1,2 0-251,4-2 1,0 0 0,6 1 0,0 0-1,1-1 1,1 1 0,-1 1 0,0 1-221,-2 1 1,-1 3 0,-6 6-1,-1 1 1,-2 0 0,-2 1-615,23-16 1,-11 6 0,-14 4 0,-8 7 96,-7 4 570,-4 2 0,-10 9 0</inkml:trace>
  <inkml:trace contextRef="#ctx0" brushRef="#br1">15577 5894 7970,'-12'0'228,"5"-1"1,4-3 0,4-4 154,7-2 1,11-14-1,19-9 1,-12 11-1,1-3-232,6-5 1,3-1 0,8-5 0,3-2-1,-12 10 1,1-2 0,1 0 0,2 0-1,1-1 1,-1 1-50,2-1 1,0-1-1,-1 3 1,11-6-1,0 2 1,2 2 0,-1 3-1,-6 4 1,-1 2-1965,-6 4 0,-2 3 1862,18-2 0,-4 2 0,-16 8 0</inkml:trace>
  <inkml:trace contextRef="#ctx0" brushRef="#br0">13360 6637 7912,'17'-29'778,"-4"3"0,3-3 1,-3 3 566,-1 4 0,-1 6 0,1 1-771,0 6 1,-5 5-1,-3 10 1,-3 7-548,-1 9 1,-1 12 0,-3 9-1,-6 6-277,-4 6 1,0-3 0,-5 8 0,1 1-319,0-1 0,3-9 1,-1 4-1,3-1-1743,2-3 1,-1-9 2310,0 1 0,0-10 0,0-5 0</inkml:trace>
  <inkml:trace contextRef="#ctx0" brushRef="#br0">12900 7521 7929,'-18'12'779,"3"0"1,5-2 378,2-2 0,7-3 0,1-5 0,9-1 202,9-3 1,8-4 0,14-6-1,4-5-1004,6-3 0,2 1 1,7-6-1,-27 14 1,1 1-1294,0 0 1,0 0 0,26-6 0,4 2 0,-8 3-805,-2 1 0,-14 6 1,-1 2-1,-8 4-1545,-8 4 3286,-3-3 0,-7 15 0,-1-3 0</inkml:trace>
  <inkml:trace contextRef="#ctx0" brushRef="#br0">13101 7875 7901,'-29'18'2394,"4"-2"1,-1-8-1197,5-5 1,9-3-1,11-3 1,7-7-458,10-4 0,10-4 0,5-5 0,4 2-328,0 2 1,2-1 0,1-2-1,2 1-443,2 1 0,-3 6 1,2-1-1,-3 6-193,-4 5 1,-2 4-1,-2 6 1,-5 5 67,-4 8 1,-12 4-1,-1 5 1,-6 3 184,-2 3 1,-1-1-1,-4 0 1,-6 1 256,-3-1 1,-7-2 0,1 2 0,-3-3-128,-5-1 0,2-2 0,-6-3 1,0-1-172,-2 1 1,-2-4 0,2-2-26,3-1 0,-6-3 0,6-4 1,3-4-1,4-1 183,5-2 0,8-7 1,1-5-1,3-4 330,5-3 1,2-5 0,5 3 0,7-2-3,6 0 0,4 1 1,3-4-1,3 3-393,3 0 1,3 4-1,2-1 1,0 3-1147,4 3 1,-2 7-1,4 0 1,-1 3-564,1 1 0,0 5 0,2 3 0,-5 1-690,-2-1 0,-10 1 2317,1-5 0,-6 5 0,7-2 0</inkml:trace>
  <inkml:trace contextRef="#ctx0" brushRef="#br0">14480 7097 8073,'-5'11'763,"-2"1"0,-3 0 1,1 1 210,1 3 1,1 3 0,-2 9 0,1 5-359,-1 5 1,3 5 0,-1 7 0,0 1-493,1-1 0,3-7 1,-1-5-1,3-6-1225,1-4 0,0-8 0,0-5-3798,0-2 4899,0-6 0,-5-2 0,-2-5 0</inkml:trace>
  <inkml:trace contextRef="#ctx0" brushRef="#br0">14197 7415 8017,'4'8'3129,"1"-2"-1518,2 0 1,1-1-1,5-3 1,4 2-563,6-1 1,12 0 0,9-1-1,6 2-1494,5-1 0,3 2 0,-1-1 445,-2-1 0,8-2 0,-3-1 0</inkml:trace>
  <inkml:trace contextRef="#ctx0" brushRef="#br0">15872 6601 7867,'5'-6'-332,"-3"-1"882,6 3 1,-5-2 0,2-5 83,0 4 1,-3 0-1,2 3 980,-3-4-858,-1 3 1,0 2-472,0 11 0,0 3 0,0 12 0,-1 6-244,-3 4 0,-3 7 0,-5 5 0,-1 5-208,-2 5 1,0 2-1,-3 1 1,1-2-548,2-1 0,2-13 0,2-1 0,0-7-894,3-9 1,-1-6 0,4-8 1607,-2-3 0,-6 2 0,-5-3 0</inkml:trace>
  <inkml:trace contextRef="#ctx0" brushRef="#br0">15435 7297 7867,'-11'12'0,"-3"-2"0,0-1 0,-2-1 1229,2 1 0,5-3 0,2-1 0,1-1 217,-1 0 1,6 0-1,2-4-598,10 0 1,7 0 0,8-2 0,4 0-175,4-2 1,4-4 0,9 3 0,1 0-674,-1-1 0,-3-2 0,2 5 1,4 0-1028,2 2 0,1 1 1,2-2-1,0 0-302,-3-2 0,-6 0 0,1 2 0,-6 0-1236,-4-2 1,-13 0 397,-4 4 2166,-11-5 0,-9 3 0,-6-3 0</inkml:trace>
  <inkml:trace contextRef="#ctx0" brushRef="#br0">15589 7945 7867,'-12'4'121,"0"0"0,-1-1 983,-3-2 0,7-1 0,-1-1 0,2-2-474,1-1 0,5-5 0,-2 0 1,2-4 559,2-3 0,6-1 1,1 1-1,4-3-967,1-4 0,3 0 0,2 1 0,0 1-306,0 1 1,4 6 0,-2-2 0,-1 3-4,-2 1 1,-2 5 0,1 4 0,0 3-200,0 3 0,-2 9 1,-1 9-1,0 5 215,-1 6 0,2 3 0,2 3 1,1 4 65,-2 4 0,3-4 1,0 6-1,1-1-408,3-2 0,-2-6 1,-1-2-1,0-7-182,1-6 0,-1-9 0,2 0 0,-3-6-504,0-5 0,-4-4 0,3-5 0,-5-6-370,-3-3 1,-3-3 1467,-5 1 0,0-2 0,0-6 0</inkml:trace>
  <inkml:trace contextRef="#ctx0" brushRef="#br0">15636 8346 7867,'-17'7'3543,"4"2"-2286,-3-5 0,9-5 0,9-10 0,11-7-899,13-10 1,11-7 0,-12 14 0,1-1 0,2-3 0,0-1-621,3-3 0,0 1 0,0 2 0,1 1 1,1 1-1,2 0 0,-1-1 0,1 1-62,0 0 1,-2 0 0,-3 3-1,-2 1 1,1-3 0,0 0 0</inkml:trace>
  <inkml:trace contextRef="#ctx0" brushRef="#br0">17110 7262 8157,'0'-12'964,"0"0"0,0 4-270,0 0 1,0 8 0,0 3 0,0 10-405,0 8 0,-2 8 0,0 13 0,-2 6 124,1 5 1,1-2 0,-1 4 0,-1 1-1002,2 2 0,0-10 0,2-5 0,0-7-1506,0-9 0,0-5 2093,0-10 0,-5-16 0,-2-4 0</inkml:trace>
  <inkml:trace contextRef="#ctx0" brushRef="#br0">16780 7592 7837,'-2'0'3276,"10"-2"1,18-3 0,12-5-2756,12-5 1,9-4-1,-26 10 1,1 1-1,2-1 1,1 1-1716,1-1 1,0 1 0,0-1 0,0 2 436,-2 1 0,-1 0 0,25-11 0,-2-1 0</inkml:trace>
  <inkml:trace contextRef="#ctx0" brushRef="#br0">21779 2876 25000,'0'-7'-6197,"0"-1"4951,0-2 1,2 0 0,0-2 1190,2 0 1,0 5-1,-4-1 1,0-1-138,0-2 86,0 5 59,0 0 1,-1 8 0,-2 2 274,-1 3 0,-3 0 0,1 2 0,0 3-407,-3 2 1,-3 7 0,-3-2 388,0-1 0,-6 8 0,1-2 0,-2 2 0,-3 1 107,-3 1 0,2 1 1,-4-3-1,0 1-46,0 0 1,4-3 0,-2-1 0,3-4 136,2-3 0,4-4 0,3-3 0,3-2 160,2-2 1,-1 0 0,0-2-153,0 1 0,-1 1 0,-1-2 0,-2 2-341,2 1 1,0-2-1,3 3 1,-2-1-11,-3 1 0,7-3 1,-3 2-1,1 0 697,1-4-779,3 0 1,2-8 0,5-2 0,0-3-73,0-5 0,1 2 0,3-6 0,3-1-67,-1-1 0,4-2 1,-5 2-1,0 1-163,0 1 1,1 6-1,-4-2 1,2 2-152,-1-2 0,-2 7 1,-1-3-87,0 2 0,-1 4 0,-3 4 373,-4 4 0,-3 5 0,0 6 1,-2 3 8,-3 3 0,1 5 1,-3 2-1,0 2 277,-1-2 1,0 4 0,-4 0 0,3 1 141,0 1 0,2-6 0,-2 2 0,4-4-102,3 0 0,6-4 0,4-2 1,1-1-66,2-3 1,3-2 0,3-3-1,8-2 75,3-2 1,5-1-1,7-4 1,5 0-169,2 0 1,0-5-1,6-2 1,0 1-627,0 2 1,-3-1 0,3 1 0,0 1-137,0 2 0,-8 1 1,0 0 823,-4 0 1,3 5 0,-3 2-1</inkml:trace>
  <inkml:trace contextRef="#ctx0" brushRef="#br0">20482 5069 29701,'-6'1'413,"2"3"1,3 3-1,1 5-2017,0-1 1,0 1 0,0 0 313,0 0 1,0-4 0,0-1 0,1 1-1551,3-1 0,-2 2 2915,6-5 1,0 0 0,4-4-1</inkml:trace>
  <inkml:trace contextRef="#ctx0" brushRef="#br0">18961 7580 8057,'-12'4'816,"1"0"1,-1 4 0,0-3 530,0 1 0,0-3-137,1 1 0,4-4 0,3-4-416,3-4 0,1-8 0,1-3 0,3-5-135,4-3 0,6-3 0,3-6 1,2 0-406,2-4 1,1 1 0,2-6 0,-1 1-219,1 3 1,-1 7 0,0 5-1,-4 3 112,-3 4 0,-2 6 0,1 3-335,0 8 1,-3 6 0,-5 12 0,-1 4-325,1 7 0,1 5 0,2 6 0,-1 2 325,-1 2 1,1 4 0,6 6-1,2 1 124,1-1 0,-2-5 1,4 4-1,-1-1-4,0-2 0,2-10 1,-6-2-264,0-7 0,2-1 0,0-9 0,1-3-190,3-4 0,-8-5 0,-1-8 0,-2-4-50,1-2 0,-1-2 1,0 0-1,-3-1-739,3-3 1,-4-1-1,1-3 1,-1 3 1307,1 0 0,-5-1 0,4-6 0</inkml:trace>
  <inkml:trace contextRef="#ctx0" brushRef="#br0">19138 7780 8004,'-13'8'414,"-1"0"557,-2 1 0,5-5 1,9-4-473,4-6 0,10-10 0,8-5 0,3-5 460,5-6 1,-1-7 0,9-6-1,6-6-622,-18 22 0,0-1 0,3-1 0,0-2 0,2-1 0,0-1 0,-1 1 0,1 1-393,1 1 1,-1 1 0,-7 5 0,-1 1 0,23-19 0,-10 6-1227,-9 7-2971,-14 16 0,0 6 4253,-11 12 0,-5 9 0,-2 7 0</inkml:trace>
  <inkml:trace contextRef="#ctx0" brushRef="#br0">19928 6672 8066,'-12'0'464,"1"0"1,-1 0 2912,0 0-2852,5 0 1,3-4 0,8-1 0,6 0-84,4 0 0,0-3 0,6 2 0,1 1-330,1 0 0,-2-3 0,0 4 0,1 0-697,1-1 1,-4 4 0,-1-3 0,-1 2-610,0 2 0,1 0 1,-2 2 1193,5 2 0,-3-3 0,0 4 0</inkml:trace>
  <inkml:trace contextRef="#ctx0" brushRef="#br0">20506 6354 8004,'-12'0'0,"4"4"0,2 1 0,-1 2 818,1 2 1,2 1-1,-3 2 1,2 1-581,2 3 1,-2 2 0,1 5-1,0-3-646,-1 0 0,4 0 0,-3 2 1,1-1-524,-1-1 0,3-5 0,-4 4 931,-1-2 0,0 4 0,-6-3 0</inkml:trace>
  <inkml:trace contextRef="#ctx0" brushRef="#br0">20270 6955 8004,'-8'-8'928,"0"0"1,6 1 0,-1-5 0,6 0-319,5 0 0,5-5 1,5-2-1,7-5-16,4-4 1,4-2-1,4-5 1,4-2-523,1-2 1,-4 8 0,1-1 0,-3 6-505,-5 2 1,-6 6-1,-7 4-703,-1 4 1,-1 5 0,-4 5 0,0 0 181,0 0 0,-6 5 0,-2 3 953,-3 3 0,-1 1 0,0-1 0</inkml:trace>
  <inkml:trace contextRef="#ctx0" brushRef="#br0">20683 6837 8004,'-4'-8'4039,"0"1"1,0-1-3304,4-4 0,0 0 0,1 2-495,3 2 0,-1-1 0,5 3-91,1 0 1,1 2-1,2-3 1,0 2-183,0 2 0,0 3 0,-1 3-77,1 1 0,-4 5 0,-1-1 0,-2 3 177,-3 0 1,0 6 0,-2 2 0,0 0 110,0 1 1,0-4 0,-2 2 0,-2 0-5,-3 1 0,-5-1 1,-3 3-1,-2-1-253,-1 1 0,-2-4 0,-2-2 0,1-2-16,1-1 0,6-4 0,-2-1 596,3-2 1,7-3 21,2-5 1,8 0 0,4-4 0,3 1-128,5-1 1,2 3 0,5-3 0,-1-1-780,2 1 1,-6-2 0,7 5 0,-2 1-1117,-2 2 0,-1 1 1,1 0-1,-1 0-2033,1 0 1,-3 0 3530,2 0 0,-1 0 0,5 0 0</inkml:trace>
  <inkml:trace contextRef="#ctx0" brushRef="#br0">18961 8063 8004,'-12'0'818,"1"0"1,-1-1 0,0-2 1522,0-1 0,3 0-1579,5 4 0,16 0 0,15 0 0,9-1-448,7-3 0,8 2 0,-18-2 0,1-2 0,4 0 0,1-1-235,4-1 1,2-2 0,5-1 0,1 0-1,5-1 1,2 1 0,0 1 0,-1 0-568,1-1 0,-2 2 0,-6 4 0,-3 1 0,-5-1 1,-3 2-1,-4 1 0,-1 1-996,19 1 0,-16 5 0,-8 5 0,-10 3-247,-7 2 0,-8 2 1731,0-1 0,-8-3 0,-2 4 0</inkml:trace>
  <inkml:trace contextRef="#ctx0" brushRef="#br0">19433 8417 8004,'-24'0'1756,"1"0"0,3-1 0,3-3-860,4-4 0,5-3 0,12 0 0,5-3-115,6-1 1,4 0 0,7-3-1,5 0-479,3-1 0,-6 5 0,6-1 1,-2 5-288,-2 2 0,-4 6 0,0-1 0,-3 6-187,-4 4 0,-8 10 0,-1 6 0,-3 4 42,-4 3 0,-2 3 0,-1 4 0,-1 1 28,-3 0 1,-3-8-1,-6 5 1,-3-1 160,-3 0 0,0-8 0,0-2 0,-4-3-46,-3-3 0,4-1 0,-3-5 0,1-1 11,3-3 1,4-3 0,-1-5 0,1-2-5,3-1 0,6-4 0,4-5-64,2 0 1,9 1 0,5-2 0,6-2 0,6-1 184,3 2 0,5 5 0,7 1 0,6 0-861,4 2 1,1 0-1,4 6 1,0 3-1916,-1 5 2635,2 0 0,4 19 0,0-2 0</inkml:trace>
  <inkml:trace contextRef="#ctx0" brushRef="#br0">11662 9690 7772,'-13'0'1148,"0"1"0,0 2 116,2 1 1,3 1-163,0-1 1,3-1 0,6 3-649,3-1 0,7-1 1,6-4-1,1 0-534,3 0 1,1 0 0,2 0 0,1 0-661,2 0 0,0 0 1,3-1-1,-1-2-630,-3 0 0,0-1 0,0 2 0,2 0 1370,-2-2 0,-1-5 0,-2 2 0</inkml:trace>
  <inkml:trace contextRef="#ctx0" brushRef="#br0">11744 9808 7812,'-17'6'1175,"4"1"1,-2-4-13,1 1 1,7-1 0,1-3 0,5 0-433,6 0 1,10-1 0,6-3-1,4-4-1293,2-2 1,7-3 0,0-2 0,6 0-4203,1 0 4764,-3 2 0,8-4 0,-4-1 0</inkml:trace>
  <inkml:trace contextRef="#ctx0" brushRef="#br0">13042 9030 8839,'-12'-12'2377,"4"6"-1578,0 2 1,1 4-1,0 5 133,3 7 0,2 7 0,2 13 0,-1 7-720,-3 6 1,3 4 0,-3 4 0,1 3-515,-1 0 1,3-5-1,-3-1 1,1-5 68,0-6 1,0-8 0,-4-3 0,1-4-2929,-1-5 0,-2-2 3161,-7-5 0,-2-5 0,-6-2 0</inkml:trace>
  <inkml:trace contextRef="#ctx0" brushRef="#br0">12629 9690 7908,'-16'8'1810,"0"0"0,2 0-594,1-2 0,1 3 1,2-3-366,2 0 0,4-2 1,9 3 584,7-2 1,10-1 0,10-4-1,2 0-790,1 0 1,7-4 0,4-3-946,4-3 1,5 1 0,-2-8 0,4 0-662,3-3 0,0-2 1,-3-1-1,-5 4 0,-4 3-234,-6 3 0,-6 2 0,-9 4 0,-6 3-1980,-2 2 1,-12 4 3173,1 2 0,-5 7 0,-3 8 0</inkml:trace>
  <inkml:trace contextRef="#ctx0" brushRef="#br0">12794 10126 7908,'-8'-1'4254,"2"-3"-3210,0-4 1,2 2 0,4-2 0,0-3 422,0-3 1,2-1 0,3-4-1,5-1-755,5 2 1,4-3 0,-2 4-651,2-2 0,0 6 1,5 2-1,-2 5 1,-1 5-93,-1 1 1,-2 1 0,3 5 0,-2 5-170,-2 8 0,-2 4 1,-4 3-1,-2 3-512,-1 1 0,-6 2 0,2 2 0,-4-1 502,-4-2 0,-2 1 0,-7 2 0,-3-2 217,-4 0 0,-3-6 0,-3 1 0,-3 0-68,-1 0 1,2-6 0,-2 1 0,0-3 543,0-5 0,4-2 0,-1-4 0,5-4-137,2-3 0,11-4 1,1-3-1,6-7-34,2-4 0,1-4 0,3-5 0,5-3 160,6-1 0,3 3 0,4 1 1,1 5-87,0 6 0,-2 1 0,7 4 1,-2 1-448,1 1 0,-1 5 0,5 2 0,-3 6-1229,-1 7 0,1 6 1,-1-1-1,-4 0-261,-2 0 0,-5 3 0,2-4 1,-1-3 1549,-2-4 0,-2 2 0,-1-5 0</inkml:trace>
  <inkml:trace contextRef="#ctx0" brushRef="#br0">13867 9384 10473,'-7'17'1659,"2"4"0,1 6-1360,0 8 1,-5 3-1,3 8 1,-2 3-501,0-1 0,1 1 0,-1-6 0,5-5-531,1-7 1,-2-12 0,0 0-512,2-4 0,-1-9 0,1-3 1243,-2-6 0,-11-9 0,2-6 0</inkml:trace>
  <inkml:trace contextRef="#ctx0" brushRef="#br0">13643 9666 7805,'8'-1'1028,"0"-3"1,-3 3-1,5-3 1,5 1-640,2-1 0,2 3 0,6-3-85,3 3 1,6 1-1,7 0 1,1 0 0,2-1-624,2-3 1,-3 2 0,-1-2 0,-1 3 318,-3 1 0,4-5 0,0-2 0</inkml:trace>
  <inkml:trace contextRef="#ctx0" brushRef="#br0">14633 9749 8797,'-11'5'0,"-2"3"826,-3 3 0,7-5 0,-3-2-100,1-3 1,6-2 0,1-3 0,3-5-43,1-5 0,1-2 1,3-6-1,4-5-433,3-1 1,0-4-1,1-3 1,1-1-64,3 1 0,-2-2 1,5 1-1,-1-1-5,0 3 1,-3 10-1,1 2 1,-3 4-35,-2 3 0,1 7 1,0 6-128,0 4 1,0 10 0,-1 9 0,1 7-48,0 7 0,1 3 0,1 8 1,3 2 94,2 1 0,-5 1 1,2-2-1,-2 1-518,2-4 1,-3-5 0,3-4-1,-3-6-123,-1-6 1,0-12 0,-1-2 0,1-3-292,0-5 1,0 0-1,-2-4 1,-1-1-1482,-1-5 0,-5-7 2343,1 0 0,2-12 0,1 2 0</inkml:trace>
  <inkml:trace contextRef="#ctx0" brushRef="#br0">14728 9997 7805,'0'6'3793,"-4"-2"-2282,0-8 1,5-8 0,8-9-803,6-5 1,10-11 0,10-10 0,-14 20 0,0-1-592,2-2 0,0-1 1,2-3-1,1 0 1,0-2-1,0 0 1,0 2-1,0 1 1,-1 1-1,-1 1-894,0 1 0,-2 2 0,8-10 0,-4 7 0,-6 9-1471,-5 9 1,-6 7 2246,-1 2 0,-6 8 0,3 3 0</inkml:trace>
  <inkml:trace contextRef="#ctx0" brushRef="#br0">15659 9065 8051,'-11'0'0,"-1"0"455,0 0 0,0 0 1,0 0 338,1 0 1,-1 0 0,1 2-1,2 0 266,1 2 0,0 0 166,-3-4 0,5 0-988,6 0 0,6 0 0,5 0 0,1 0-337,0 0 0,4 0 0,1 0 0,0 0-622,0 0 1,4 0 0,-3 0-1,2 0-584,-1 0 1,-3 4 0,3 0 1304,-2-1 0,4-2 0,-3-1 0</inkml:trace>
  <inkml:trace contextRef="#ctx0" brushRef="#br0">16096 8771 10145,'0'18'1673,"0"5"1,-4 8 0,-1 9-1463,-2 7 0,-1 10 0,-4 7 0,2 0 0,2 0-2198,4-2 0,3-15 1987,1-4 0,0-18 0,0 3 0</inkml:trace>
  <inkml:trace contextRef="#ctx0" brushRef="#br0">16497 9325 8261,'-8'-4'741,"0"0"1,0 0 0,-4 4 0,0 0 22,1 0 1,3 1 0,0 4 0,-1 8-521,-2 10 0,3 6 0,2 6 0,-1 2-75,1 2 0,3-2 0,-2 2 0,1-2-948,0-2 0,0-4 0,4-2-1644,0-4 1,0-4 2422,0-9 0,-5 0 0,-2-1 0</inkml:trace>
  <inkml:trace contextRef="#ctx0" brushRef="#br0">16214 9608 8051,'-7'-7'4000,"3"-2"0,8 4-3345,4-2 1,8 4-1,3-1 1,5 2-1092,3-2 0,0 1 0,4-3 1,3 1-382,4 2 1,4-2-1,4-1 1,0 1-48,1 0 864,-8-4 0,18 2 0,-9-5 0</inkml:trace>
  <inkml:trace contextRef="#ctx0" brushRef="#br0">17629 8664 8835,'-6'-6'1341,"0"1"0,-5 7-674,4 6 1,-4 7 0,4 13 0,0 8-250,-1 6 1,0 10 0,-4 6 0,0 5-667,1 2 0,-1-11 1,1-2-1,2-5-1391,1-6 0,6-11 0,-4-5 1639,1-3 0,-7-2 0,-6-8 0</inkml:trace>
  <inkml:trace contextRef="#ctx0" brushRef="#br0">17145 9442 8051,'-8'0'2797,"2"2"-1790,1 2 0,2-3 0,8 3-336,7-3 0,8-6 1,10-3-1,6-2 164,5-2 0,2-1 0,4-2 1,2 0-1169,2 0 1,-3 2-1,2 3-672,-5 2 1,-2-1 0,-6 5 0,-6 1-1,-3 2-2053,-6 1 1,-6 0 3057,-1 0 0,-7 5 0,-2 2 0</inkml:trace>
  <inkml:trace contextRef="#ctx0" brushRef="#br0">17346 9737 8051,'-12'0'993,"0"0"0,0 0 1,0 0-212,1 0 1,4-1 52,3-3 0,4-1 1,4-6-1,4 1 1,4-3-276,4 0 1,2-1 0,7 3 0,1-1-597,1 0 1,1 6 0,-4 2 0,-1 2-114,1 2 0,-1 0 0,0 2 0,-2 3 81,-2 7 1,-6 1-1,0 6 1,-5 2 200,-2 2 0,-3-2 0,-4 0 0,-4 1 251,-7-1 0,-1 0 1,-7 2-1,-2 1-253,-4-1 0,0-3 0,-4-2 1,-1-1-163,1-2 1,3-6-1,-3-2 1,2-2-94,6-3 1,0 0 0,6-4-1,1-1 61,2-5 0,7-3 0,2-1 1,3 1 4,1-1 0,6 0 0,5 0 0,4 2-133,4 2 1,2-1 0,5 5 0,3 1-404,1 2 1,0 1 0,3 0 0,-2 0 35,2 0 1,1 5 0,1 3 0,1 1-651,-1-1 1,2 1 0,-1-5 1207,0-1 0,7-12 0,-6-5 0</inkml:trace>
  <inkml:trace contextRef="#ctx0" brushRef="#br0">18230 9584 8051,'-20'0'0,"1"0"0,4 0 0,0 0 1378,1 0 0,8-1 1,2-3-1,3-4-525,1-3 1,5-6 0,3-1-1,4-3-496,3-3 0,0 4 0,3-7 0,0 5-236,1 2 1,-4 5 0,4-4 0,-1 2-28,1 3 1,-5 5 0,2 2-1,-3 2-465,-1 2 1,-1 3-1,0 6 1,-2 5 98,-1 8 0,0 4 0,4 5 0,-1 3 189,1 3 1,0 2-1,-2-2 1,0-2-153,-3 0 0,1-2 0,4 1 0,0-3-608,0-3 1,-5-9 0,1-3-1,2-3-175,0-5 0,2-2 0,0-6-1591,-1-4 2609,1-1 0,0-15 0,0 5 0</inkml:trace>
  <inkml:trace contextRef="#ctx0" brushRef="#br0">18372 9820 8751,'-16'4'0,"0"0"1609,2-2 0,6-2 0,4-5-784,3-7 0,7-2 0,6-9 0,8-3-141,6-3 0,1-7 0,7-7 0,4-5-641,3-3 1,-2 7-1,2-1 1,-3 6-1232,-4 5 0,-10 8 1,-2 3-1,-4 10-1590,-3 8 1,-6 4 2777,-1 1 0,-1 0 0,5 0 0</inkml:trace>
  <inkml:trace contextRef="#ctx0" brushRef="#br0">18973 9101 8051,'-12'0'-76,"4"0"0,0 0 5184,-1 0-4240,4 0 0,1-2 1,8 0-1,4-2-875,2 1 1,7-2 0,2 0 0,0-1-636,1 1 1,-4 1 0,3 3 0,1-2 762,-2-1 0,3 0-121,-5 4 0,5-5 0,-3-1 0</inkml:trace>
  <inkml:trace contextRef="#ctx0" brushRef="#br0">19445 8936 8515,'-12'0'1842,"0"0"0,2 5 1,2 3-1,2 3-1613,1 5 0,4 1 0,-4 4 1,1-1-506,0 1 0,-4 1 1,3 2-1,-1-1-718,1 1 1,-4-1 0,2 1-1,0-2-3320,-1-2 4314,0 2 0,-9-9 0,-1 4 0</inkml:trace>
  <inkml:trace contextRef="#ctx0" brushRef="#br0">19221 9537 8051,'0'-8'1322,"0"0"0,0-1-433,0-2 1,0 2 0,1-3 0,4-5-220,7-4 1,6-7 0,10-4 0,5-3-160,5-4 0,1-1 0,7-4 0,2-2-885,1 1 0,-5 11 0,-3 3 0,-5 5-1212,-5 2 0,-6 7 1,-6 5-1331,-3 7 0,-8 5 2916,-4 4 0,2 3 0,1 4 0</inkml:trace>
  <inkml:trace contextRef="#ctx0" brushRef="#br0">19633 9407 8051,'-8'-8'702,"2"0"925,1-1 1,1-1-1,4-2-838,0 0 0,0 0 1,1 1-1,4-1-441,7 0 1,0 0 0,4 0-1,-3 2-101,-2 2 0,1 3 0,0 5 1,0 0-326,0 0 1,-6 1 0,-1 3 0,-1 4-42,0 2 0,0 6 0,-4 1 1,0 2-80,0 1 0,0-1 0,0-1 0,-1 0 164,-3 1 1,1-5 0,-5 3 0,-1-1-26,-1 0 1,-2-1 0,0-3 0,-1-1-125,-3-3 0,3 1 0,-1-4 367,5 2 0,-2-5 0,5 3 400,-1 1 1,3-5 0,8 3-190,4-3 1,3-1 0,2 0 0,2 0-483,5 0 0,2 0 0,2 0 0,1 0-309,2 0 0,3 0 396,6 0 0,-6 0 0,-1 0 0</inkml:trace>
  <inkml:trace contextRef="#ctx0" brushRef="#br0">17994 9242 7737,'-6'7'1728,"-1"2"1,4-4-1060,0 2 1,-3-5-1,4 3 489,-2 1 0,-1-4-74,1 6 1,1-4 1066,-5 4-939,5-5-969,-2 2 1,7-6-298,1-3 0,3 1 0,3-4-263,-1 2 0,0 1 0,3 4 43,1 0 0,-4 0 518,0 0 1,-4 0 0,2 2 447,0 1 1,-2 4 0,-6 3-143,-2-2 0,2 2 0,-5-5 0,1 0-233,-1 0 1,1 0-1,-4-2 1,2 1-39,-1-1 1,-1-2-142,-2-1 0,0 0-85,0 0 0,5-4 0,0-1 10,2-2 1,2-1-216,7-3 0,3 3 0,4 1-124,1 2 0,0 0 0,0 2 192,0-1 0,-1 0 0,1 4 0,0 0 212,0 0 0,0 2 0,-1 1 280,1 5 1,-5-1 0,-3 1 128,-3 1 0,-1 1-472,0 2 1,-1-1-1,-2-2 1,-2-3 0,-2 1-66,-2-1 0,-1-3 0,-2 1 0,0-3 0,0-1 0,4 0 0,0 0 0,1-1 0,0-3 0,-2 1 0,5-4 0,0-3 0,-1 0 0,3 2 0,-1 0 0,1-1 0,2-1 0,2 2 0,0 0 0,3 0 0,2 1 0,1-2 0,4 4 0,-1 0 0,1 0 0,0 1 0,0 4 0,0 0 0,-1 0 0,-3 0 0,0 0 0,1 0 0,-3 5 0,-3 3 0,-1 2 0,-2 2 0,-2 0 0,-1 0 0,0-2 0,-5-1 0,-1-2 0,-2-2 0,4 3 0,-1-4 0,-2-2 0,0 0 0,-2-2 0,0 0-121,1 0 0,3-4 0,1-1-2555,2-2 1,1 3 1479,4-4 0,5 6 0,3-2 1196,3 2 0,0 2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14339 1627 12295,'-26'-48'0,"1"0"0,-1 2 0,0 2-129,1 4 0,1 3 1,-12-20-1,13 17-667,12 9 0,13 16 1,1 15-1,3 9 835,3 9 1,0 3 55,11 11 1,5-1 0,5 4 0</inkml:trace>
  <inkml:trace contextRef="#ctx0" brushRef="#br0">22829 130 15024,'-35'12'-72,"0"1"1,1-3-1,2-1 1,-8 0-1,12-6-421,18-6 1,12-3 0,-2-6 0,0-1 526,0-3 1,0-2 0,0-6 0,0 1 140,0-1 0,1 2 0,3 2 0,-1 15-37</inkml:trace>
  <inkml:trace contextRef="#ctx0" brushRef="#br0">13667 1273 22240,'0'-27'-2221,"0"7"0,0-8 839,0 10 1,1 12 1189,3 6 0,2 5 0,6 7 0</inkml:trace>
  <inkml:trace contextRef="#ctx0" brushRef="#br0">21886 625 9809,'0'-8'-2396,"-2"1"2294,-2 2 0,3 0 87,-3 1 0,8 3 0,3-5 0</inkml:trace>
  <inkml:trace contextRef="#ctx0" brushRef="#br0">7971 3973 28675,'-12'0'0,"0"0"-657,1 0 0,-1 0 0,1 1 0,2 2 26,1 1 0,4-1 0,-3-3 845,-3 0 1,4 0-3,-2 0 1,4 0-37,-4 0 1,6-1-848,-2-3 1,2 2-1233,2-6-771,0 5-123,0-2 2496,6 15 0,-4-7 0,5 6-110,-2-2 1,4-6 0,-1 3 330,2-3 1,2 1 0,0 0-1,0 2 29,0-1 0,-1-2 0,1-1 0,1 0 437,3 0 0,-2-1 0,5-2 1,0-1 173,4 2 0,-5-4 1,7 2-1,0 0 158,0-1 0,-3 3 0,6-5 0,-2 1-31,1-1 1,-2 3 0,3-3 0,-2 2-213,1 3 1,0-4 0,3 2 0,0 2-126,0 1 1,-3 1 0,5 0-1,1 0-243,1 0 0,-3 0 1,-2 0-1,-1 0-47,-2 0 0,-4 1 0,4 1 0,-4 2-158,-2-1 1,-4-2 0,4-1-1,0 0 117,3 0 1,-2 0-1,0 0 1,1 2-73,-1 2 1,-1-3 0,1 3 0,-2-3 19,2-1 1,-1 4 0,1 0 0,2-1 6,2-2 0,-5-1 0,6 0 0,0 1-51,-1 3 1,0-3 0,0 3-1,1-2 87,2-2 0,2-2 0,-1 0 1,3-3 9,1-2 1,0 3 0,0-3-1,-3 2 39,-3 3 1,-3-4 0,6 2 0,-1 2-55,-3 1 1,0 1 0,1 0 0,0-2 32,-1-2 0,4 3 1,-1-3-1,0 3-41,-1 1 0,-5 0 0,7 0 0,-1 0-83,-3 0 0,-1 0 0,-3 0 0,-1 1-302,-1 3 0,-6 4 0,1 8 1,-6 3-314,-5 3 0,-3 2 0,-1 0 0</inkml:trace>
  <inkml:trace contextRef="#ctx0" brushRef="#br0">2110 6460 7768,'-5'7'139,"-1"2"0,-5-4 1,2 0 3383,1 0-2746,5-1 1,-1-8 0,8-1 0,3-1-240,0-3 0,4-6 0,0-2 0,3-1-313,1-3 0,-1 2 1,0 0-1,3-2-84,2-1 0,-3-3 1,2 0-1,0-1-112,1-1 0,-5 9 1,3-6-1,-1 2-136,-1 0 1,1 8-1,-4 3-297,0 5 0,-2 3 1,-1 8 82,-1 7 0,-4 6 1,4 10-1,1 3 108,2 3 0,1-1 0,-1 0 0,1 1-48,0-1 1,4-5-1,-1 1 1,1-3-165,1-3 1,-2-8-1,3 1 1,0-3-475,1-1 1,-8-5 0,4-4-549,-1-1 1447,-5-7 0,2-2 0,-5-5 0</inkml:trace>
  <inkml:trace contextRef="#ctx0" brushRef="#br0">2346 6672 7729,'-16'11'508,"1"-3"1,-1 1 0,6-7 0,2-3 673,4-6 1,8-10-1,5-5 1,7-7-688,7-5 1,2-5 0,8-11-1,3-3-396,-15 24 0,0 0 0,0 2 1,0 0-1,0-3 0,0 0 1,0 0-1,0 0-400,0-1 0,0 1 0,17-18 1,-1 1-1,-7 10-1605,-6 11 1,-14 15 472,-2 8 0,-7 8 1,-5 9 1432,-4 2 0,-7 10 0,-4-1 0</inkml:trace>
  <inkml:trace contextRef="#ctx0" brushRef="#br0">1922 6943 8010,'-2'-10'0,"0"1"1007,-2 1 1,-1 4-436,1-4 1,1 2 1536,-5-2 1,6 1-1388,-2 3 1,8 3 0,3-3 0,5 3 195,4 1 0,-2-4 0,7 0 0,4 1-660,5 2 1,2 0-1,3-2 1,6-1-177,3 1 0,9-2 1,2 0-1,2 0 94,2-1 0,0-1 0,-1 1 0,-2 1-521,-1 0 0,-10-3 0,-2 4 0,-5 1 118,-2 2 0,-5 1 0,-1 0 1,0 0 336,0 0 0,-2 0 0,2 0 0,0 0-25,0 0 1,-2 0 0,3 0 0,2 0 13,1 0 0,1 0 0,1 0 1,-1-1-12,1-3 0,0 3 0,1-3 1,0 2-184,-3 2 1,-2 0 0,4 0 0,0 0-94,4 0 1,-6 0-1,4 0 1,0 0 103,-1 0 0,1 0 0,-2 0 0,2 0 139,0 0 1,-2 0 0,6 0 0,1 0 143,3 0 1,-6-4 0,6 0 0,-1 1-73,1-3 1,-2 5 0,6-3-1,-4 3-131,-3 1 0,-8 0 1,3 0-1,0 0-24,-1 0 1,-3 1-1,0 2 1,4 1-180,3-2 1,-2 1 0,3-1 0,1 2 272,3-1 0,-5-2 0,6-1 1,-1 2 87,0 2 0,-3-3 1,-3 3-1,0-2-35,-2 2 0,-8-2 0,4 2-422,-4-3 0,0 3 1,-5 0-1,-3-2 0,1 0-1357,-1-2 0,-4 0 1,-2 0-1,-3 0 56,-1 0 0,-2-2 0,0 0 466,-3-2 0,-5-4 0,-1 3 1138,-4-2 0,-11-1 0,1-3 0</inkml:trace>
  <inkml:trace contextRef="#ctx0" brushRef="#br0">3396 5835 7967,'0'-8'1296,"0"1"-643,0 4 0,0-4 988,0 3-770,0 3 1,0-5 1723,0 2-2230,0 2 1,0-2-1,0 8 1,0 4 157,0 3 1,0 6 0,0 4-1,0 6-152,0 9 0,0 11 1,0 13-1,0-25 0,0 2-222,0 5 1,0 1-1,-1 3 1,0 1 0,0 7-1,0 1 1,-1 3-1,0 0-58,0 3 1,1 0-1,0 1 1,0 1-1,-1 0 1,1 1-1,-1 0 1,-1 1 128,0 1 0,-1-2 0,0-5 0,0 0 0,-1 6 0,0 0 0,0-4 0,1-1-137,0 0 1,0-2-1,0-4 1,0-2 0,-1 0-1,-1-1 1,2-2-1,-1 0-139,1-3 1,0-2 0,2-3 0,0-1-1,-1-3 1,0-2 0,-2 31-263,2-7 1,2-12-1,1-2 1,0-6-426,0-5 1,0-11 0,0 0-742,0-5 1,1-9 0,3-11-4882,4-13 6365,-3-3 0,8-14 0,-5 1 0,0-6 0</inkml:trace>
  <inkml:trace contextRef="#ctx0" brushRef="#br0">4127 6095 7818,'-7'-6'647,"1"5"0,3-4 1467,-1 0 22,-5-2-1774,8 0 1,-5 4-1,6 6 1,0 7-159,0 4 1,6 3 0,2 4 0,2-3-289,2-1 1,0 0 0,-1-2-1,1 1-46,0-2 0,4-6 0,1-4 1,1-3-102,3-1 0,1-1 0,2-5 1,-1-5 48,1-8 0,-4-4 1,-1-3-1,1-3 311,-2-1 0,-1 2 0,-6-1 0,-2 3 1505,-1 4-1414,-5 6 1,-3 6-1,-8 11 1,-3 9 431,-1 9 1,-1 10-1,-1 5 1,-3 6-195,-2 6 1,4 1 0,-6 11 0,9-27 0,0 1-312,-1 2 0,0 0 1,-1-2-1,-1 0 0,2 3 1,0-1-1,0-1 0,0-1-1112,-9 25 0,3-4 1,9-13-1,2-8-1319,4-11 0,4-8 2284,4-5 0,8-3 0,6-5 0</inkml:trace>
  <inkml:trace contextRef="#ctx0" brushRef="#br0">3207 8452 8025,'0'-8'1706,"0"1"-245,0 4-101,0-8 9,0 10-714,0-4 0,0 14 1,0 3-238,0 1 1,0 5-1,0 3 1,0 5 4,0 6 1,0-1-1,0 3 1,0 6-126,0 4 0,0 3 1,0 11-1,-1 4-105,-3 2 1,2 0 0,0-30 0,1 0 0,0 1 0,0 1-109,1 0 1,0 0-1,0 29 1,0-30 0,0 0-1,0 31-85,0 0 0,0-6 0,0 4 1,0 2 69,0-3 0,0 1 1,0-1-1,0 2 56,0 0 1,-4-5 0,-1 5 0,0 1 307,0-1 1,1-10 0,2 2 0,0-1-82,-2-1 1,0-3 0,4 2 0,0 0-250,0-1 1,0-7 0,0 1 0,0 1 6,0 1 1,0-4 0,0 1 0,-1-4-843,-3-4 1,2-6 0,-2-3 0,3-3-73,1-3 1,0-8-1,-1 0-377,-3-6 1,1-5-944,-5-8 1,6-8 0,-4-9 2122,1-5 0,4-9 0,-4-7 0</inkml:trace>
  <inkml:trace contextRef="#ctx0" brushRef="#br0">2476 7273 7769,'6'-6'1141,"4"-1"-336,-6 3 1,3-2 0,-1-5 1126,0 4 0,-3-4-316,1 3 0,-4-1-1070,-4 1 0,-3 3 1,-5 5-1,-1 1-278,-2 3 0,0 8 0,-4 9 1,-2 5-200,-2 6 1,1 2 0,1 2 0,3 4 130,1 3 1,2 3 0,7-1-774,5-1 0,3-1 0,3-8 1,7-5-1,4-6 8,6-8 1,7-6 0,3-11 0,3-4 618,2-7 1,-2-7-1,7-8 1,-4-4 164,0-4 1,-6-1-1,-3-2 1,-2-1-108,-1 1 1,-6 1 0,-3 2 0,-5-1-200,-2 1 1,-6-1-1,1 2 1,-6 3-86,-4 3 0,-5 13 0,-3 3 0,-2 3-443,-1 2 1,-2 2 0,-3 6-1,-1 3 145,1 4 1,-1 6-1,2 3-675,2 2 1,0-3 0,7 3 1144,3 2 0,-5 1 0,-3 2 0</inkml:trace>
  <inkml:trace contextRef="#ctx0" brushRef="#br0">4044 7262 6972,'0'6'1479,"0"1"-1575,0-3 1,-1-3 573,-3 3 468,3-3-439,-5-1 1,6 2 375,0 1 434,0-1-217,0 3 0,0-6-487,0-3 0,0 1 1,0-5-326,0-1 1,2 0 0,0 0 0,4 1-68,0-1 1,2-2 0,4-1 0,0 1-38,-1-1 1,1 0-1,0 2 1,0 0-120,0 3 1,-1-1 0,1-3-1,1 3-100,3 4 1,-3-1 0,3 1-1,-3 2 29,-1 0 0,0 2 1,-2 2-1,-1 2 43,-1 3 1,-5 4 0,2 2-1,-1 3 0,0 3 1,0 5 0,-6 2 0,0 3 73,-2 1 0,-5 2 1,-1 2-1,-3 0-67,-2 1 0,-6-2 1,1 5-1,-2-3 34,-2 1 1,3-12 0,0 7 0,-1-4-313,1-2 0,1-2 0,1-4 0,2-6 5,0-4 0,7-6 0,-1 1 216,0-3 1,6-6 0,0-3 0,1-4 295,0-4 0,1 2 0,6-4 0,2-1 33,2 1 0,2 2 1,5-2-1,3 1-190,2 2 0,-4 2 0,4 3 1,-1 1 42,0 1 1,-2 4 0,4-3-1,1 2-661,1 2 0,2 2 0,-1 2 0,1 3-684,-1 4 0,-3 3 0,-2 1 0,-1-1 141,-2 1 1,-2 0-1,-1 0 1,-1-2 1034,1-2 0,0 3 0,0-5 0</inkml:trace>
  <inkml:trace contextRef="#ctx0" brushRef="#br0">4669 6967 8390,'-5'-7'1804,"-2"2"1,-4 5-774,-1 0 0,4 0-455,0 0 1,4 4-1,-2 1 1,0 2-471,4 2 1,-3 2 0,1 0-1,1 1-148,2 0 1,1 0 0,0-1-1,0 3 15,0 1 0,0-4 1,0 3-403,0 1 0,5-2 1,3-5-1,2-5 388,2-1 1,0-2-1,0-2 1,-1-1 227,1-5 0,-4-3 0,0-1 0,0-1-194,-2-2 0,0 1 0,-6-1 1,0 2-424,0 1 1,0 0 0,-2 0-69,-2 1 1,2 4 0,-6 3-111,-1 3 1,0 2 0,-1 2 0,4 2-128,1 1 0,1 2 0,4 4 173,0 0 1,1 0-1,3-2 562,4-2 0,7 2 0,4-3 0</inkml:trace>
  <inkml:trace contextRef="#ctx0" brushRef="#br0">4893 7285 7858,'-12'7'412,"2"-1"0,1-3 1,1 1 1466,-1-2 1,4 1-929,1 1 0,4-3 1,4 3-840,3-2 0,5-2 0,3 0 1,2-2-74,1-2 1,-2 3 0,3-3 0,1 3-1200,-2 1 1,5 0 0,-5 0 0,0 0-425,-2 0 1,1-2-1,-1 0 1584,-2-2 0,-1 0 0,-1 4 0</inkml:trace>
  <inkml:trace contextRef="#ctx0" brushRef="#br0">4917 7462 7858,'-8'4'1953,"0"0"296,-1-1-889,4-2 0,-1 0 0,8 2-1107,2 1 1,2 0 0,7-4-1,2 0-949,1 0 0,4 0 0,0 0 0,2 0-1543,2 0 1,-2 0 2238,-2 0 0,2-6 0,-3 0 0</inkml:trace>
  <inkml:trace contextRef="#ctx0" brushRef="#br0">5518 7108 8755,'-8'6'3031,"2"3"0,1 7-2493,2 7 0,-4 12 0,0 13 0,-4 7-1419,-1 6 1,0 1 0,2 3 880,2-1 0,-2-1 0,3-4 0</inkml:trace>
  <inkml:trace contextRef="#ctx0" brushRef="#br0">17900 9171 10514,'-5'-6'2052,"3"-1"-1461,-2 3 0,3 2-282,1-6 1,1 5 0,2-2-30,1 0 0,1 3 0,-2-3 0,2 1-75,2 0 0,-3-1 1,3 2-445,3 0 0,-4-1 141,2 4-25,0 0 0,-2 1 1,-2 3-146,-2 4 1,-2-2 0,-2 2 648,-2 1 0,2-2 0,-6-1-101,-1 0 0,2-1 1,-1-3-1,-1 2-77,-1-1 1,2-2 0,0-1 0,0-1 12,2-3 1,-5 1 0,4-4 67,1-3 0,-1 4 0,5-2-150,-2-1 1,0 2 0,5 1 0,3-1-229,4 1 0,2 2 0,2-3 0,0 2 40,0 2 1,0 2 0,-1 1 0,3 0 39,1 0 0,-6 0 0,3 0 0,-1 0 142,-1 0 1,-2 1 0,-1 3 235,-2 4 0,-1 3-114,-4 0 1,-2 1 0,-1-1 0,-5-2 33,-3-1 0,2-6 1,-1 2-1,-4-2-150,1-2 1,-1 0-1,0 0 1,-2 0-328,1 0 0,2-2 0,1-2 50,1-4 1,3-2-1,1-2 1,2 0 198,2 1 1,2-1-1,2 0 1,3 0-48,4 0 0,3-2 0,0 1 0,1 2 111,0 1 0,0 1 0,0 1 0,-1 4-162,1 3 1,-4 1 0,0 0-1,1 0 34,2 0 0,-4 1 0,0 3 0,0 5 34,-1 6 0,-3-1 0,1 4 1,-3-1 26,-1-2 1,0 2 0,0-2 277,0 0 0,0-2 1,0-1-1,0 0 99,0-1 0,-5 0 1,-3-3-215,-3-4 0,0-3 0,-1-1 0,0-1-5,0-3 0,0-3 0,1-5 0,-1-1-586,0-2 1,4 0 0,2-3 0,0-1 240,4 1 0,0 2 1,2-3 168,0-2 0,6 8 0,2 1-4,2 1 0,2 6 0,1 1 0,1 3 0,2 1 0,0 5 1,-4 3-1,-1 3 6,1 0 1,0 1 0,0 0 0,0 0 75,-1-1 1,0 5-1,-2 0 1,-2-2 184,-2-1 0,-1-1 0,-4 0 0,0 0 187,0 0 0,-5-5 0,-3 1-477,-3 1 1,-1-3 0,1-1 0,-3-1 0,0 0-9,-2-2 0,1-2 0,3-2 0,0-3 0,0-2 0,0-1 0,2-4 0,1 1 0,1-1 0,5 0 0,-1 0 0,3 0 0,1 1 0,4-1 0,1 0 0,2 0 0,2 0 0,1 2 0,2 1 0,0 2 0,0 2 0,0 1 0,-1 4 0,1 0-41,0 0 1,0 0 0,0 1 0,-1 3 11,1 4 1,-4 3 0,0 0 0,1 1 61,2 0 1,-4 0 0,0 0-1,-2-1 13,-2 1 1,-2 0 0,-1 0-47,0 0 0,-5-6 0,-3-2 0,-4-3 0,-3-1 0,-4 0 0,-4-1 0,-1-3 0,0-4 0,1-2 0,-1-2 0,2 0 0,2 0 0,-1 1 0,6-1 0,0 0 0,2 0 0,7 4 0,2 1 0,2-3-199,2 0 0,6 2 1,3 1-1,4 2-93,3 3 1,5-1 0,-3 0 0,2-1-1313,-1 2 1,-3 4-1,2 4 1,-1 0-5935,-2 3 7538,-2 2 0,-1 6 0,-1 1 0</inkml:trace>
  <inkml:trace contextRef="#ctx0" brushRef="#br0">2488 8051 7789,'-12'-5'871,"4"0"3083,0-3-3253,0-2 0,2 10 0,2 1 0,3 9 0,1 11-150,0 10 1,-2 0 0,0 8 0,-4 1-493,0 3 0,-2-3 1,-3 9-1,1-2-1008,-2-2 0,7-6 0,-7-1 1,3-5-1727,2-6 1,-2-3 2674,5-5 0,-5 4 0,3-5 0</inkml:trace>
  <inkml:trace contextRef="#ctx0" brushRef="#br0">2181 9042 7849,'0'-12'592,"0"4"1,0 0 0,0-1 438,0-1 0,0 2 0,0 0 0,0-1-357,0-2 1,0-1 0,1 1-1,3-1-112,4 0 1,3 0 0,0 0-1,3 1-44,1-1 1,2 1 0,4 4-446,-1 3 0,-2 2 1,3 2-1,-2 2 1,-2 2-17,-3 3 1,-5 8 0,-2 1-11,-2-2 1,3 4 0,-4 2-1,-3 2 1,-2 2 0,-3-1 0,-5 1 0,0-1 1,-6 2-127,-5 3 1,-2-2 0,-1 3 0,-2-2-109,-3 0 0,3-10 0,-2 4 0,2-6 38,1-3 1,5 1 0,0-9 57,2-1 0,7-3 0,6-4 0,4-4 365,4-3 1,2 4 0,7-1 0,3-3 123,4-3 1,-1 3 0,4-3-1,3 0-222,3 0 1,-2 1 0,3 3 0,1 1-636,-1 1 0,-4 5 0,1-1 1,-2 4-96,-1 4 0,-4 3 1,-2 5-1,-1 1-1956,-3 2 1,-2-2 0,-4 3 2508,-4-3 0,-3 4 0,-1 2 0</inkml:trace>
  <inkml:trace contextRef="#ctx0" brushRef="#br0">2146 9749 8383,'-12'0'1548,"0"0"0,0 0 1,1 0 3817,-1 0-4590,5 0 0,3 0 0,8 0-572,4 0 1,6 0-1,4 0 1,0 0-21,3 0 1,-3 0 0,2 0 0,1 0-206,1 0 1,-2 0 0,-2 0 0,0 1-177,1 3 1,-5-1 0,2 3 0,-3 1-23,-1-1 0,-4 2 1,-2 4-1,-1 0 178,-2 0 0,-2 3 0,-2 2 1,-3 2 84,-4 2 0,-7-3 0,-4 0 0,0 1 6,-1-1 0,2-3 1,-2 0-1,3-3 267,0-4 1,5-2 0,-1-3-17,4 1 0,6-1 0,-1-7 254,3-4 0,2 1 0,3-1 0,5-1-195,6-1 0,-1-2 0,4 1 0,1 2-403,-1 1 1,-2 6 0,2-2 0,1 3 6,-1 1 0,-2 5 0,2 3 0,0 3 176,1 5 0,-5 3 1,0 4-1,-3 1 344,-3-1 0,-6 2 0,2 1 0,-4 2-430,-4-2 1,-3-1 0,-9-1 0,-4-1-55,-2 1 0,-3-1 0,-1 0 0,-3-3-760,-1 0 1,-2-7 0,-3 0 0,0-5 62,-1-3 1,5-1 0,1-5 0,0-3-475,-1-4 1,9-2 0,0-2 0,4 0-71,3 0 1,6 2 0,2 1-879,2 1 0,3 5 2119,6-1 0,2 8 0,6 3 0</inkml:trace>
  <inkml:trace contextRef="#ctx0" brushRef="#br0">3962 8240 7857,'-7'-5'3506,"-2"2"-2638,5-5 1,-1 6 0,2-4 75,-1 1 1,0 3-658,4-6 0,2 1 0,0-2 0,3 1 51,2-1 0,1 2 0,2 0 0,0-1-92,-3 1 0,1-3 1,4 3-1,0-1-90,0 0 1,-1 5 0,1-4 0,0 0 27,0 1 1,0 3-1,-1-1 1,1 3-276,0 1 1,-4 0-1,0 0-240,1 0 0,0 5 0,-1 3 0,-3 4 225,0 4 1,-3 2 0,2 6 0,-4-1 216,-4 1 1,1-1-1,-5 2 1,-1 1 72,-1 2 1,-4 5 0,0-3 0,-3 0-273,-1-3 1,-2 2 0,-4-1 0,1-2-256,-1-1 1,5-6 0,0-2-1,2-2-21,3-5 0,1-6 1,1 0-1,0-2 136,0-2 1,6-2 0,2-2 0,3-5 218,1-5 0,0 1 1,0-3-1,1 1 623,3 0 0,2 2 1,6-2-1,0 5-250,0 2 0,1 4 1,1-3-1,2 2-368,-2 3 0,1 0 0,-1 2 1,2 0-647,-2 0 0,3 2 1,-1 1-1,0 5 307,1 3 0,-3 1 1,5-1-750,-2 1 1,-2 0 0,-3 0 0,0-2 1091,0-2 0,0 3 0,-1-5 0</inkml:trace>
  <inkml:trace contextRef="#ctx0" brushRef="#br0">4516 7816 9494,'-7'5'299,"3"3"1,3 2-426,1 2 0,-4 4 0,0 1 0,2 1-2055,0 3 2181,-3-4 0,4 5 0,-4-3 0</inkml:trace>
  <inkml:trace contextRef="#ctx0" brushRef="#br0">4657 8264 7773,'-11'0'579,"3"0"607,0 0-656,5 0-116,-2 0 0,6 0-186,3 0 0,3-2 0,5 0 0,-1-2-362,1 1 1,0 2 0,1 1 0,2 0-558,0 0 0,2 0 0,-2 0 691,0 0 0,6-5 0,-2-2 0</inkml:trace>
  <inkml:trace contextRef="#ctx0" brushRef="#br0">4681 8370 7875,'-8'1'0,"0"2"2042,-1 1 1,4 1-1003,1-1 1,8-3-1,5 3-870,5-3 0,5-1 0,4-1 0,1-2 0,1-1-949,2 2 779,4-5 0,4 1 0,0-6 0</inkml:trace>
  <inkml:trace contextRef="#ctx0" brushRef="#br0">6155 5930 7855,'0'-12'691,"0"0"24,0 0 1,0 0 0,0 1-204,0-1 1,0 4 307,0 0 1,0 0 0,0-4 355,0 1 0,1 3-606,3 0 0,3 5 0,6-2-266,3 0 1,-2 4 0,4-3-1,2 2-127,2 2 0,1 0 1,7 0-1,0 0-56,0 0 1,1 0 0,5 0 0,-1 0 17,1 0 1,-5 0-1,-2 0 1,-2 0-120,0 0 0,-4 0 0,7 0 0,-1 0 79,-3 0 1,1 0 0,-1-1 0,3-2 238,1-1 0,-3 1 0,3 1 0,0 0 3,1-2 0,-1 0 1,0 4-1,-5 0-59,-4 0 1,-9 0-1,2 0-351,0 0 0,1 1 1,-3 2-1,-1 1 1,2-2 129,3 0 0,1 1 0,4 1 0,-1-1 44,1-2 1,-2-1 0,2 0 0,2 0 76,-2 0 0,0 0 0,2 0 0,1 0 41,-1 0 0,1 0 1,0 0-1,0 0-21,4 0 1,-1 0 0,6 0 0,0 0-108,-4 0 1,2-1 0,-1-2-1,0-1-26,-2 2 0,-3 1 0,-2 1 0,1 0-69,0 0 0,-5 0 0,1 0 0,0 0 0,-2 0 0,3 0 0,-5 0 0,-1 0 0,2 0 0,-2 0 0,3 0 0,0 0-260,1 0 1,-7 0 0,2 0-587,0 0 1,1 1 65,-3 3 0,-6-2 1,-3 5-1,-6-1 415,-5 1 0,-3-3 1,-5 4-1,-3 1-1557,1 1 1,-5 2-1,0 0 1,-3 0 1921,0 0 0,-4 5 0,0 1 0</inkml:trace>
  <inkml:trace contextRef="#ctx0" brushRef="#br0">5341 8158 8277,'-7'0'5722,"-1"0"-4269,5 0 0,-2-2-967,5-2 1,1-2 0,3-5-1,4 1-254,2-2 1,6 3 0,1-8-1,1 1-127,3 0 1,-2 1-1,0 3 1,2 0-230,2 0 0,-4 6 1,0 2-1,-1 4-237,0 4 1,-7 4 0,1 6-1,-3 3 183,-3 1 0,0 3 0,-8 6 0,-2 1 244,-4 2 1,-3-2 0,-5 2 0,-4 0 47,-2 0 0,-2-3 1,1 0-1,-2-2-31,-3-1 0,7-6 0,-1-4 1,3-3 85,0-3 1,5-7-80,-2-1 1,8-5 0,6-7-1,4 0 195,6 0 1,4 4 0,2 2 0,3-1 142,2 1 0,2 3 1,5-1-1,3 3-192,1 1 1,3 0 0,5 1 0,3 3-1702,5 4 1,-5 4-1,5 2 1465,-4 2 0,2 5 0,-2-3 0</inkml:trace>
  <inkml:trace contextRef="#ctx0" brushRef="#br0">18619 8676 7925,'-4'8'-415,"-1"-1"525,-2-2 1,5 0 0,-3-2 222,-1 1-114,5 0-308,-4-4 0,3-4 264,-1 0 1,1-1 186,-2 1 1,2 2 594,-2-2-1101,2-2 0,-4 4 1,3-3-247,-1 0 453,0 4 0,3-8-142,-3 5 0,3-2 59,-3 2 1,1 3-292,-1-3 0,2 3 278,-6 1 1,4 0 74,-4 0 1,4 0 51,-4 0 710,6 0 1,-5 0 1358,3 0-1180,3 0 1,-6-1 936,3-3-1204,3 2 1,-4-4 508,5 2-1096,0 3 0,4-6 0,1 4-462,2-1 1,0 1-67,5 3 0,-4 0-102,0 0 1,-4 0 550,4 0 1,-6 1 507,2 3 1,-4-2-155,-4 6 1,-2-5 0,-6 1-252,0-3 1,0-1-1,1 0 1,-1 0-177,0 0 0,0 0 0,2-1 0,1-2 150,1-1 1,4-4-1,-3 3 112,2-1 0,1-2 0,4-4-66,0 0 1,5 4-1,3 2 1,3-1-64,1 1 0,-1 3 0,1-1 0,0 3-206,0 1 0,-1 0 1,1 0-1,0 0 112,0 0 0,-4 0 0,-2 1 1,1 3-261,-1 4 1,-3 2-1,1 2 1,-3 0 204,-1 0 0,0 0 0,-1-1 1,-2 1 402,-1 0 0,-5-2 0,1 0 0,-2-4-105,-2-1 1,4 3-1,0-4 1,-2-1-67,-5-2 1,2-1 0,-2-1-40,2-3 1,1-3 0,1-5 0,2 1-402,1-1 0,6 0 1,-2 0-1,2 1 335,2-1 0,2 0 0,0 0 1,4 0-33,0 1 1,2 3 0,4 1 0,0 1-117,-1-1 0,1 4 1,0 0-1,0 1 72,-1 2 1,1 2 0,-1 1 0,-2 5-132,-1 3 0,-2 1 0,2-1 0,-4 2 263,-3 3 1,-1-3-1,0 3 1,0-2 421,0 2 1,-1-3-344,-3 3 1,-2-4-1,-6-3 1,0-3-1,-1 0-68,-3-4 0,3 0 0,-3-2 0,3 0-236,2 0 1,-1-2 0,1-2-1,2-5-56,1-5 0,6 1 0,-2-3 0,2 2 97,2-2 0,4 3 0,2-4 0,1 1-46,6 0 1,-1 2 0,4 5 0,-2 1-113,2-1 1,-5 3-1,3 3 1,0 1 104,0 2 0,-3 2 0,-2 1 0,-1 5 252,2 3 1,-5 1-1,-1-1 1,-3 2-8,-1 3 1,0-7 0,0 3 0,0-1 590,0-1 0,-5 2 1,-3-2-538,-3-2 0,0-3 0,-1-5 1,0 0-704,0 0 0,-1 0 0,0-1 1,0-3-1712,2-4 1,4-2-1,-1-2 2208,4 0 0,-3-5 0,1-1 0</inkml:trace>
  <inkml:trace contextRef="#ctx0" brushRef="#br0">3773 9030 7240,'0'-7'1858,"0"2"1,0 4 1134,0-3-1315,0 3 1,-4-6-423,0 3 0,0 1-266,4-4 1,0 3-787,0-4 0,4 4 0,1-3 0,2 1 0,2-1-172,2-2 1,2 3 0,1-2 0,3-2-147,2 0 0,-4 2 1,4 2-1,-2 0-36,-3 4 0,-1 2 0,-1 4 1,0 5 74,-1 5 1,-4 1-1,-3 4 1,-3 4 157,-1 3 1,-5 0 0,-3 4-1,-4 0-95,-3 0 1,0-2 0,-4 2 0,-2-1-154,-2-3 0,0-1 0,-1-3 1,1-2 152,-1-4 0,0-3 0,2-3-342,3-2 1,1-3 0,7-5 0,-1-1 348,0-3 1,6 1-1,2-5 1,2-1 398,2-1 1,2-1 0,2 2 0,3 1 160,4-1 0,2 3 0,1-1 0,3 2-287,2 2 1,-3 2 0,3 1 0,2 0-677,1 0 0,-2 0 0,-2 1 0,1 3-940,-1 4 1,-2 2-1,3 1 120,2-3 0,-4 1 0,0-4 0,-1 0 0,0 1-1124,-2-4 0,-1 0 2352,-1-2 0,5-11 0,2-2 0</inkml:trace>
  <inkml:trace contextRef="#ctx0" brushRef="#br0">4245 8712 7663,'-12'0'850,"0"0"1,4 0-1,0 0 988,-1 0 0,4-2-1176,1-2 1,4-2 0,4-5-1,3 2-134,-1 1 1,5 4 0,-4-2 0,4-1-291,1 1 1,1 3 0,0-2 0,0 1-137,-3 0 1,0 0-1,1 4 1,1 0-58,0 0 0,0 0 1,-2 1-1,-1 2 0,-1 1 1,-4 5 0,3-1 28,-2 2 1,-1 2-1,-4 0-52,0 0 1,-5 0-1,-2-1 1,-1 1 61,0 0 0,1-4 0,-6 0 0,-2 0-267,-1-2 0,1 3 0,3-3-540,0 0 1,0-3 604,1 1 0,5-3 71,6-1 1,6 0 0,5 0 0,2 0-125,3 0 0,-1 0 0,3 0 0,0 0-714,1 0 1,-4 0 0,4 0 0,-1 0-529,0 0 0,1 1 1,2 2 1412,-2 1 0,1 10 0,4-1 0</inkml:trace>
  <inkml:trace contextRef="#ctx0" brushRef="#br0">4622 8995 7852,'-18'5'668,"-5"-4"0,10 6 1,-2-5-1,2 2 751,1-1 1,4 2-645,0-1 1,7 0-1,1-4 1,8 0-366,6 0 1,0 0 0,5 0-1,-1 0-615,0 0 1,-2 0-1,4 0 1,1 0-475,1 0 0,-2-4 1,-2 0-1,-1 1-144,-3 2 1,1 1 0,-1 0 0,2 0-3768,-2 0 4590,-6 0 0,3 5 0,-5 2 0</inkml:trace>
  <inkml:trace contextRef="#ctx0" brushRef="#br0">4563 9160 7852,'-12'17'-338,"1"-4"0,-1 1 3032,0-5 1,5-2-1459,3-3 1,12-3 0,4 2-795,1-6 0,6 2 0,0-4 0,2 1 0,0-2-829,-1 0 1,-1 3-1,5-2 1,0 1-2344,-1 0 2730,1 0 0,5-1 0,1-2 0</inkml:trace>
  <inkml:trace contextRef="#ctx0" brushRef="#br0">5436 8818 7852,'0'-12'220,"0"0"1,0 0 0,0 1 940,0-1 0,0 4 1254,0 0 1162,0 0-1012,0 2-2061,0 0 0,-4 12 1,0 1-195,1 4 1,-2 1 0,0 0 0,-1-1-388,1 1 1,-3 0 0,3 0 0,0 1-348,0 3 1,-1-3-1,4 2 1,-2-2-100,1-1 1,2 0 0,1 0 0,0 0 159,0-1 0,0-3 0,1 0 194,3 1 0,3-4 0,5-1 1,-1-2-43,1-2 1,0 0-1,0 0 1,1 0-561,3 0 1,-3 0 0,2 1 0,0 2-533,0 1 0,-1 0 0,1-4 1,-2 0 1302,-1 0 0,5 0 0,2 0 0</inkml:trace>
  <inkml:trace contextRef="#ctx0" brushRef="#br0">5719 8688 7852,'-2'-12'495,"-2"0"1298,-3 1 0,0 4-794,-1 3 1,6 9 0,-4 7 0,2 7-417,0 3 1,-1 8 0,3 4 0,-4 7-329,0 4 0,-2 0 0,-5 7 1,-2 1-1798,0 2 1,-2-7-1,4-2 1,-1-5 1541,4-7 0,1-4 0,-3-7 0</inkml:trace>
  <inkml:trace contextRef="#ctx0" brushRef="#br0">19079 7662 7325,'-8'0'-1284,"0"0"1442,-1 0 1,3 0 0,-2 0-141,-1 0 1,2 0 0,-1 0-193,-1 0 1,2 0 134,0 0 0,3 0 21,-4 0 1,4 0 393,-4 0 1,4 0-1,-4 0 190,-1 0 0,2 0 0,1-1 1302,1-3-1121,-4 3 1,6-8 0,-4 3 485,2 0 1,1 2-670,4-4 1,1 2-1,2-4-354,1 3 1,5 0 0,-2-2 0,1 2-211,-1 2 1,-3 1 0,4 3 0,1-2-74,2-1 1,1 0 0,0 4-39,-1 0 0,-3 0 0,0 0-2,1 0 0,-2 0 151,1 0 1,-6 2-1,1 2 1,-4 3 74,-3 4 0,-6-3 0,3 0 0,-4-1 65,-1 0 0,1 0 1,-1-5-1,0 2 9,0-1 1,0-2 0,1-1 152,-1 0 1,0 0 0,1-1-134,4-3 0,1 1 0,6-5-40,0-1 1,0 3 0,2-2-162,2-1 0,3 3 1,8 2-1,1 3-137,-2 1 0,0 0 0,1 0 1,1 0 28,-2 0 1,-1 1 0,-1 3 0,0 4 112,-1 3 0,-3 0 0,-1 1 1,-2 0 253,-2 0 0,-2 0 0,-2-1 382,-3 1 1,-3-1-1,-5-2 1,1-3-329,-1 0 1,-4-2-1,0-4 1,2 0-130,1 0 1,1-6 0,0-2 0,1-2-57,-1-2 1,5-1 0,3-1 0,3-2-163,1 2 0,0-1 0,1-1-122,3-3 0,4 6 0,6 1 0,4 3-53,0 2 0,-2 1 0,2 3 0,0-1 134,1 1 0,-5 3 1,2 3-1,-2 2 20,2 2 1,-7 2 0,3 5 0,-3 2 340,-2-1 1,-2-1 0,-5 0 0,0 2 236,0-1 0,0-6 1,-1-1-1,-3-1-297,-4 0 1,-3 0 0,-1-5 0,1 2-233,-1-1 0,-4-6 0,-1-2 0,0-2 0,0-2 0,-3-1 0,5-2 0,2-1-287,3-3 0,1 3 1,5-3-438,2 3 1,-2-3 0,4 2 0,5 4-425,4 4 0,4 5 0,2 1 1,2 1 87,1 3 0,0 8 0,3 8 1060,-1 2 0,0 7 0,3 1 0</inkml:trace>
  <inkml:trace contextRef="#ctx0" brushRef="#br0">3702 9855 7852,'0'8'-1501,"-1"-2"1824,-3 0 1,3 3 107,-3-1 1,1-3-92,-1-1 0,3-1 531,-3 0 553,-3-1 130,6 3-404,-4-5 0,5-1-614,0-3 1,4 1-1,0-5 1,0 0-49,1 2 0,-2-5 1,4 4-1,3-4-227,0-1 0,2 0 0,1 1 0,1-1-119,2 0 1,1 0 0,-2 1 0,0-1-129,0 0 0,-1 5 0,1 4 0,0 1-93,0 2 1,-2 0-1,-3 2 1,-1 1-30,-1 5 0,-4 8 1,3 4-1,-2 3 248,-2 5 1,-2-2-1,-2 5 1,-3 2-45,-4 1 1,-3-1 0,-2 0 0,-1 1 4,-2-2 1,-1-3 0,3 1 0,-3-1-115,-2-3 1,0-5 0,-4-2 0,2-1-105,2 0 0,4-8 0,0-3 0,0-4 50,-1-3 1,3 0 0,-1-1 0,3-2 7,4-1 0,4-5 0,-1 1 484,3-2 0,1-6 1,1-1-1,3 0 1,5 0 180,6 2 1,-1-2-1,4 3 1,1 2-380,-1 3 0,-2 5 0,3-2 0,2 0-467,2 4 1,0 0-1,-1 2 1,-1 2-111,-1 2 0,0 2 0,2 6 1,-1 0-774,-1 0 1,-6-1 0,2 1 0,-3 0-489,-1 0 1,-4-2 0,-2-1-2997,-1-1 4607,-1-5 0,-4 2 0</inkml:trace>
  <inkml:trace contextRef="#ctx0" brushRef="#br0">4174 9466 7852,'-8'-1'1343,"0"-3"1,4 3-1,-2-5 989,1 1-1574,1 4 0,5-5-463,3 6 1,2 0 0,6 0-281,0 0 0,0 0 0,0 0 0,1 0-21,2 0 1,-2 0 0,3 0 0,-3 0-259,-1 0 1,0 0-1,0 0-36,-1 0 0,0 6 314,-3 2 1,-3-2-1,-5 2 180,0 1 1,-1 0 0,-3 0 0,-4-1-2,-3 2 0,0-4 1,-1 1-1,0-1 215,0 1 0,1-5 0,-1 4 18,0-1 0,0-4-454,0 3 100,6 3 1,2-6 0,8 3-25,4-3 0,-2-1 1,2 0-100,1 0 1,-2 0 0,1 0-67,1 0 0,0 1 0,-1 3-631,-4 4 1,-3 3 0,-1 1-7,0-1 0,0 1 0,0 0 1,-1-2-182,-3-2 1,1 1 0,-3-3 537,0 0 1,-1 2-1,3 4-1068,1 0 1,2-5 1464,1 1 0,10 0 0,3 4 0</inkml:trace>
  <inkml:trace contextRef="#ctx0" brushRef="#br0">4504 9843 7852,'-16'12'0,"-1"0"775,-1 0 1,2-1 0,-2 0 0,1-2 1200,3-1 0,6-4-1191,4 4 1,8-6 0,5 2-579,5-2 1,3-4-1,4 0 1,-1-4-1,1 1-332,1 0 1,2-3 0,-2 3-1,-1-2-1266,-1-2 1,-2 4 0,2 1-1,-3 1-930,0-1 1,-7 3 2320,6-3 0,-6-2 0,7-1 0</inkml:trace>
  <inkml:trace contextRef="#ctx0" brushRef="#br0">4457 10032 7852,'-8'1'248,"0"2"1,-1 1 1436,-1-2 0,2 4-940,0-2 1,7-1-1,1-3-152,6 0 0,10 0 0,3-1 0,5-1-1092,4-2 0,-2-6 1,4 4-1,0-2-1123,0 0 0,2 4 1622,3-4 0,0 1 0,1-5 0</inkml:trace>
  <inkml:trace contextRef="#ctx0" brushRef="#br0">5294 9643 7852,'0'-18'1396,"0"1"0,0 5-418,0 0 1,-4 4 0,-1 2 1189,-2 0 1,4 2-726,-5 4 1,4 0-225,-4 0 1,4 0-632,-4 0-416,5 6 0,-6-4-48,5 6-975,0-5 208,-1 7 1801,4-9-825,-4 5 1,3-6-1,0 1-51,-2 3-607,0-3 117,4 5 1,-1-6 0,-2 1 31,-1 3 1,-1-3 53,1 3 1,1 1 0,-3 0 0,-1 1-89,1-1 0,2 4 1,-4-1-1,-1 2-323,-2 2 1,1 0 0,0 0 0,3 0 221,-3-1 1,5 1-1,0 0 1,1 0 171,0 0 0,1-1 0,7 0 0,4-2 8,3-1 1,4 0 0,2 2 0,3-1 320,5-1 0,-5 0 0,3 5 0,0 2-70,-1 0 1,1 2-1,-2-1 1,-4 4-17,-5 2 0,-4-2 0,0-2 0,-4 0 101,-3 1 0,-2-4 1,-3 4-1,-5-1-120,-6 0 0,-2-3 1,-4 0-1,2-3-239,-2-4 0,-3 1 0,-2-5 0,-2-1-246,2-2 0,5-2 1,3-3-1,2-5 224,6-6 1,-1-3 0,9-6 0,3 0-30,5-4 1,10-2 0,4-5 0,3-2 560,5-2 1,2 5-1,5-3 1,2 0-269,2 0 1,3 2 0,6-5 0,-1 0-1516,0 2 1,-9 13-1,-4 0 1427,-4 10 0,-13 6 0,-6 9 0</inkml:trace>
  <inkml:trace contextRef="#ctx0" brushRef="#br0">19433 5682 7718,'0'-12'-1406,"0"4"1965,0 0 1,0 5 0,-1-4 126,-3 2 0,1-3 1,-4 3-225,2-2 0,-4 5 0,2-4-126,1 1 1,-1 4 0,5-5 223,-2 1 1,0 3-75,4-6 0,5 5-385,3-1 1,-1 3 0,0 1 35,3 0 0,0 1 0,2 2-389,0 1 1,-5 5-1,0-1 154,-2 2 1,3 2 0,-4 0 378,-1 0 1,-2-1 0,-2 0 4,-3-3 0,-3 1 0,-5-5 0,-1 0-4,-2 1 0,1-4 0,-1 3 1,2-2-4,1-2 0,0-2 0,0-2-197,0-4 1,6 2 0,2-2 0,3-1 43,1-2 0,0 4 0,1-1 1,3-1 23,4-2 0,2 3 0,3 2 1,2-1 4,1 1 0,3 3 1,-3-1-135,-2 3 1,3 1 0,-1 0-1,-3 1 1,-2 3 95,-3 4 1,-2 4 0,2 2 0,-4 2 68,-3-2 1,-1-1 0,0-1 0,-1 0 145,-3 0 0,-3-1 0,-4 0 0,-1-2-94,0-1 0,-4-6 1,1 2-1,-1-2-161,-1-2 0,4-6 0,-3-1 0,3-4-228,1-1 0,0-1 1,2-1-1,2-2-44,4 2 0,3-1 0,1 1 0,0-2 164,0 2 0,5 1 0,4 2 0,4 2 13,3 1 1,4 4 0,-3-2-1,1 0-2,3 4 0,-3 1 1,1 2-1,-1 1 42,0 2 1,-3 7-1,0-1 1,-1 6 242,-3 2 1,-4-3 0,-3 2 0,-3-1 103,-1-1 0,0 1 0,-1-4 1,-2 0-44,-1-1 0,-6 0 1,-1-3-1,-3-3-119,-1 0 0,-2-4 0,0 3 0,-1-4-136,-3-4 0,3-2 0,-1-6 1,1 0-249,0 1 1,3-5 0,1 0 0,3 0 94,4-1 0,4 3 1,-1-4-1,3 1 95,1 2 1,6 2 0,5 1-1,4 2-49,4 2 0,0 1 0,5 5-83,0-2 0,-5 0 0,1 5 1,0 2-1,-2 3 187,-2 5 1,-3-2 0,-1 7-1,-2-3 516,-2-1 1,-3 1 0,-5 1-1,0 2-493,0-2 1,-1-5-1,-3-2 1,-4 0-92,-2-1 0,-2-3 0,-1 1 0,-2-3-611,0-1 1,-1-5 0,4-3 0,0-3-1848,0 0 0,1-6 1,0-2-1,3-2 2399,4-2 1,8-3 0,3-10 0</inkml:trace>
  <inkml:trace contextRef="#ctx0" brushRef="#br0">1816 11234 7718,'-17'6'0,"2"-1"0,-3 4 5076,1-1-1680,1-6-2056,9 4 0,4-6 1,6 0-862,5 0 0,3-2 1,1 0-1,-1-2-172,1 1 0,0-2 0,0 1 0,1 0-203,3-1 1,-3 2 0,2-3-1,-1-1-1894,-3 1 0,2 3 1,2-2-1,1 1 777,-2 0 1,0-4-1,1 4 1,1 0 1012,-2-1 0,4-2 0,1-4 0</inkml:trace>
  <inkml:trace contextRef="#ctx0" brushRef="#br0">2429 10834 8986,'-8'-7'2293,"0"3"0,5 13 1,-1 7-1,3 7-1897,1 9 1,-4 2-1,0 12 1,0 5-455,-1 5 1,-1 7 0,0-27 0,0 0 0,0 1 0,0-1-951,0 2 0,0-2 0,-6 24 0,2 0 0,1-7-1149,1-7 1,5-16 2156,-1-3 0,3-10 0,1 0 0</inkml:trace>
  <inkml:trace contextRef="#ctx0" brushRef="#br0">3254 11034 8481,'-12'0'2979,"1"5"0,0 4-2017,3 6 1,3 3-1,4 7 1,-2 4-558,-1 6 1,0 7 0,4 8-1,0 2-816,0 2 0,-4-3 0,0 1 0,2-3-1249,0-7 1,2-6-1,0-5 1660,0-8 0,-5 1 0,-1-6 0</inkml:trace>
  <inkml:trace contextRef="#ctx0" brushRef="#br0">3726 10975 7452,'-8'4'0,"0"1"-53,-1 2 0,2-5 0,0 4 1237,-3-1 1,1-3 0,0 5 2421,1-2-2837,6-1 0,-4-5 0,8-3 0,2-4-347,3-2 0,5-7 0,3-2 0,0 0 212,0-1 1,2 4-1,-1-2 1,-1-1-440,2 1 1,-4 4 0,3-2 0,-1 4-343,0 4 1,-2-1 0,3 5 0,-3 3-182,-1 4 1,-4 4 0,0 10 0,0 7 195,-2 6 1,-1 2 0,-6 2-1,-2 4 49,-1 2 1,-6 2 0,-2 3 0,-6-2 267,-4 1 0,-2-2 1,0-1-1,1-4-32,-1-7 0,1-4 0,0-4-255,4-2 0,-2-4 0,5-9 1,2-3-1,1-2 94,1-2 1,4-6 0,1-1 0,2-4 215,2-1 0,2-1 1,2-1-1,3-3 124,4-2 0,3 5 1,1-2-1,1 3-188,2 1 0,-2 6 0,4 1 0,-1 1-292,0 0 1,4 0-1,-3 4 1,0 1-555,0 3 0,0 3 1,-3 4-1,2 1 241,-2 0 1,-1 4-1,-1-1 1,0-1-1053,0-5 1,-2 1-1,-1-3 1,-1-1-3115,1-2 4627,-3-2 0,-1-13 0,-5-2 0</inkml:trace>
  <inkml:trace contextRef="#ctx0" brushRef="#br0">4139 10751 7718,'-8'0'966,"0"0"1,5-1 275,-1-3 1,-1 1 2204,1-5-2698,0 6 1,6-5-675,1 3 1,4 3 0,5-4-358,0-1 1,-1 5-1,1-3-55,0 3 0,0-3 0,0 0 0,-1 1-561,1 2 1,0 1 0,0 0 0,0 0 200,-1 0 0,-3 0 0,0 0 697,1 0 0,2 0 0,0 0 0</inkml:trace>
  <inkml:trace contextRef="#ctx0" brushRef="#br0">4433 10503 7718,'-4'8'668,"1"0"1,-1-4 0,2 3 719,-2-2 0,3 4 0,-3-1 0,3 2-851,1 2 0,0 0 1,0 1-1,0 3-1029,0 3 1,0 4 0,0 0-1,0 1 434,0-1 0,1-3 0,2 0 58,1 1 0,5 1 0,-3 2 0</inkml:trace>
  <inkml:trace contextRef="#ctx0" brushRef="#br0">4551 11022 7718,'-11'0'304,"3"4"1,0 0 1951,-1-1 0,2-2-212,-1-1 0,7 0-1551,1 0 0,5 0 0,7 0 0,0 0-417,0 0 1,3 0-1,2 0 1,0 0-640,0 0 0,4 0 0,-2-1 1,0-2-1105,1-1 1,0-1 0,3 2-1,-1-1-349,-2 2 2016,2-5 0,-3 1 0,4-6 0</inkml:trace>
  <inkml:trace contextRef="#ctx0" brushRef="#br0">4563 11199 7718,'-1'8'2992,"-2"0"-1970,-1 1 1,0-3-1,6 1-491,2-2 0,3-1 0,8-4 0,2-1-800,1-3 1,3 1 0,5-3 268,2 0 0,-1-3 0,-3 3 0</inkml:trace>
  <inkml:trace contextRef="#ctx0" brushRef="#br0">5412 10480 10572,'0'-12'1762,"0"6"1,0 2 0,0 9-1749,0 7 1,-1 5 0,-3 8 0,-4 2-385,-2 4 1,-2 5-1,0 3 1,0 3-733,0 0 0,1 4 0,0-6 0,2 0-2117,1-5 3219,0-7 0,-4 6 0,1-4 0</inkml:trace>
  <inkml:trace contextRef="#ctx0" brushRef="#br0">5188 11258 7718,'0'6'2268,"-4"-2"0,0-8-1198,2-3 0,7-7 0,8-5 1,9-11-559,8-11 0,11-10 0,-18 19 0,0-1 0,3-4 0,2 0-294,2-3 0,1 0 0,-2 2 0,0 0 0,3-1 0,0 0 0,-4 2 0,-1 2-252,-3 1 0,-1 2 0,13-14 0,-4 3 0,-5 9-2184,-9 9 1,-4 12 397,-2 1 1,-5 14 0,-3 2 567,-3 5 0,-2 4 0,-2 1 1252,-1 2 0,-10 5 0,0-3 0</inkml:trace>
  <inkml:trace contextRef="#ctx0" brushRef="#br0">5613 11010 8408,'-12'0'1663,"0"0"1,2-1 0,0-2 543,2-1 0,6-1-1709,-2 1 0,4-1 1,4-4-1,5 2-440,5 2 1,1-3 0,3 4 0,1 2-25,-1 0 1,-2 2-1,2 0 1,0 0-58,1 0-1,-5 6 1,0 1 0,-3 4-64,-3 1 1,-2 0 0,2 1 0,-4 1 188,-3 2 0,-1 1 1,-1-3-1,-3 3-244,-4 2 1,-2-5-1,-2 0 1,0-3-43,1-3 0,-5-2 1,0 3-1,0-2 91,-1-2 0,4-1 0,-3-4 1,3 0 171,2 0 1,3 0-1,0 0 278,-1 0 1,3 1-369,3 3 1,6 2-1,7 3 1,4-1-167,6 1 0,3-4 0,3 0 1,5-1-247,3 0 0,-5 0 0,6-4 0,-1 0-1554,0 0 0,-6 0 0,-4 0 1977,-1 0 0,-4 0 0,-7 0 0</inkml:trace>
  <inkml:trace contextRef="#ctx0" brushRef="#br0">17452 9596 6858,'-7'0'-559,"2"0"0,4 4 559,-3 0 0,2 0 0,-3-3 0,5 3 0,0-3 0,0 4 4,0-5 0,0-5 1,0-1-1</inkml:trace>
  <inkml:trace contextRef="#ctx0" brushRef="#br0">17369 9431 5930,'7'-7'1664,"-2"1"-1254,-5 2-226,0 2 0,1-4 363,3 2-273,-2 3 0,3-6-341,-5 3-21,0 3 1,4-6 204,0 3 0,0 3 0,-3-4 802,3 5-547,-3 0 0,3 0 384,-8 0-449,3 0 0,-10 1-164,3 3 0,2-3 157,-2 3 235,5-2-225,-2-2 1,5-2-159,0-2 1,0 2-304,0-6 1,5 5 122,3-1 1,-1 3-1,-1 2 1,1 2 99,0 1 0,-4 5 1,4-1-23,-2 2 1,0 1 0,-2-2 0,1-1 465,-1 1 0,-2-2-115,-1 0 0,-1-3 0,-3 3-295,-4-2 1,1-1-1,-1-4-141,-1 0 0,-1-5 0,-1-3 35,3-3 1,2 4-1,3-1 1,-1-1-52,2-2 1,0-1 0,2 1 0,0-1 34,0 0 0,4 0 0,2 2 0,0 1 5,3 1 1,-2 1 0,1-2 0,1 2 13,1 2 0,-2 1 1,0 4-1,1 0 66,2 0 0,-3 0 0,-1 0 0,1 2-14,-1 1 1,-1 0 0,-3 5 0,1 1 22,-1 2 0,-1-1 0,1-1 1,1-1 110,-2 1 0,0-2 1,-4 1-26,-2 1 0,-1-3 0,-4 1 1,1-2 61,-1-2 0,2-1 0,0 1 0,-3 1-113,0-1 1,-2-2 0,2-2 0,1-2-265,1-1 1,0-5 0,-3 1-47,3-2 0,3 2 0,5 0 1,0-1 258,0-2 1,0-1 0,2 2 8,1 2 1,4-2-1,5 3-107,0 0 1,-1 2-1,1 5 79,0 0 1,0 2 0,0 0-76,-1 2 0,-3 5 0,0-1 216,1 3 0,-4 0 1,-1 1 182,-2 0 1,-2-4-1,0 0-131,0 1 0,-6-4 1,0 0-1,-2-1-134,0 0 0,0 0 0,-3-4 0,-1 0-185,0 0 0,4-4 0,0-1 0,0-2-65,2-2 1,-3 3-1,5-2 1,0-1 77,-1-2 0,3-1 1,-2 1 73,3-1 1,2 4 0,3 1-24,4 2 0,3 0 1,0 2 45,1-1 0,0 0 1,0 6 161,0 2 0,-1-2 0,1 6 167,0 1 0,-6-2 0,-2 1 73,-2 1 1,-4 1-758,-2 2 1,2-5-1235,-6-3 0,0-3 0,-4-1 1,2-1 1561,2-3 0,-2-8 0,3-6 0</inkml:trace>
  <inkml:trace contextRef="#ctx0" brushRef="#br0">1745 12555 8579,'-19'4'1075,"4"-1"1,2 5 0,1-2 0,0-1-325,0 0 1,6 0 0,0-2-1,3 2 178,-1 2 0,1-5 0,7 4 0,4-3-703,2 1 1,3 0 0,2-4 0,2 0-1095,1 0 1,2 0 0,3 0 0,1 0 346,0 0 0,0 0 0,1 0 0,2-1-267,-1-3 788,-4-2 0,12-11 0,-4-2 0</inkml:trace>
  <inkml:trace contextRef="#ctx0" brushRef="#br0">2264 12295 7699,'-20'6'1409,"0"1"0,6 3 0,-2-3 1464,3-3 0,8-2-2038,5-2 1,5-6-1,8-1 1,3-4-394,4-1 1,2-1 0,1-1 0,1-3-457,0-2 1,3 5 0,1 0-188,-2 4 0,-1 1 0,-2 5 1,1 2-1,-2 0 74,-2 2 0,-2 11 1,-5 6-1,0 8 241,-2 6 1,-7 5 0,-2 2 0,-4 2-37,-6 2 0,-4 1 0,-4 3 0,-3-1 225,-4-2 0,0-9 1,1-1-1,1-4-311,1-3 1,0-8 0,-2 3-1,1-7-116,1-7 0,6-4 0,-2-3 0,3 0-130,1 0 1,2-6-1,1-2 1,2-2 1,2-2 0,1 0 0,4 1 257,0-1 0,7 0 1,3 2-1,6 0 113,2 3 0,2 3 0,3-3 0,1 2-493,0 2 0,0 6 0,3 2 0,1 2-604,3 2 1,-4 5 0,3 2-1,-1 0-1,-3 1 1,-1-8 0,-3 1 0,-1-2-223,-1-1 0,-5-5 0,0 1 1202,-2-6 0,-1-3 0,0-6 0</inkml:trace>
  <inkml:trace contextRef="#ctx0" brushRef="#br0">3219 11694 8230,'0'-12'0,"0"0"919,0 1 1,0-1-1,0 0 884,0 0 1,1 6-1,2 3-1202,1 6 1,0 10 0,-4 10 0,0 10 54,0 9 0,0 9 0,-2 15 0,1-30 0,-2 2-539,0 4 1,-2 0 0,0 5 0,-1 0 0,-2 8 0,0 2 0,-2 2 0,0 1-792,-1 4 1,0-1 0,-1-6 0,0 0 0,1 5 0,0-1 0,1-4 0,1-3-1197,0-6 0,2-3 0,2-10 0,2-3 1870,-1 15 0,7-9 0,1-6 0,0-3 0</inkml:trace>
  <inkml:trace contextRef="#ctx0" brushRef="#br0">3667 12248 7699,'-8'0'542,"0"0"1,6-1 0,-4-3 686,1-4 1,4 1 0,-3 0-1,3-3-557,1 0 0,5-6 0,3-1 0,2-1-257,2-3 0,1-1 0,1-2 0,3 2-176,2 2 1,-5 3-1,2 7 1,-3 2-238,-1 4 0,0 3 1,-1 2-1,1 4-47,0 7 1,-4 5-1,0 6 1,0 2 41,-2 3 0,1 3 0,-5 6 0,2 1 32,-1 0 1,-2-3 0,-3 6 0,-5-2 42,-5-1 1,-4-8-1,1 4 1,-5-2-185,-2-2 0,-2-6 0,1-1 0,-1-2-128,0-4 0,1-9 0,1 2 0,1-3 55,1-4 1,6-3-1,-2-4 60,3-4 1,2-3-1,3-2 1,4-2 407,3-5 1,6 4-1,3 3 1,3 4 232,1 0 0,1 3 1,2 1-1,4 1-249,-1 0 1,4 0 0,-2 4 0,2 0-599,2 0 1,-1 2-1,1 0 1,0 4-224,-1 0 1,-2-3 0,0 1-1,1-3-1256,-1-1 1,-4 0 0,2 0 0,-2 0-586,-3 0 2395,-1-5 0,-1-12 0,0-8 0</inkml:trace>
  <inkml:trace contextRef="#ctx0" brushRef="#br0">4127 11906 7699,'-12'12'0,"0"0"693,0 0 0,5-6 0,0-1 0,0-1 1361,1 0 0,5 0-1707,1-4 0,1-1 0,7-2 0,1-1-550,1 2 0,4-4 0,0 1 1,2 0-175,-2 0 0,3-3 1,-1 4-1,0 0-855,1-1 0,-4 2 0,2-3 1,-1-1 1231,-3 1 0,6-2 0,2-4 0</inkml:trace>
  <inkml:trace contextRef="#ctx0" brushRef="#br0">4433 11729 8077,'-4'8'713,"1"0"1,-3-5-1,4 2 442,-2 0 0,-2-3-644,3 1 0,3-1 0,0-2 1,6-2-255,5-1 0,0 1 0,1-3 0,0 1-136,0 0 1,0 0-1,-1 4 1,2 0 51,3 0 0,-7 0 0,3 0 0,-1 0-9,-1 0 0,1 5 0,-2 3-125,-1 3 1,-6 1-1,2 1 1,-4 1-116,-4 2 1,-2 0-1,-6-5 1,0 2-104,0 3 1,-3-3 0,-1 3 0,1-3-179,2-1 0,2-4 1,-1-2-105,0-1 0,4 1 37,0-2 1,11-3-1,2 3 1,7-4 64,4-4 0,5 1 0,-3-3 0,2 1-394,-1 2 0,1 2 0,3 1 0,1 0 753,0 0 0,-1 0 0,1 0 0</inkml:trace>
  <inkml:trace contextRef="#ctx0" brushRef="#br0">4622 12260 7699,'-13'0'263,"-3"0"1,6 4 0,-5 0 0,1 0 788,1 1 1,0-2 0,1 3 1485,0-1-2128,6-1 1,2-4 0,8 0-311,3 0 0,5 0 0,3-1 0,2-2 23,1-1 1,-2-1-1,3 3 1,2-2-1132,2 1 1,-4 0 0,0 1 0,-1-2-108,0 1 0,-2 2 0,2 1 0,-1 0 146,-2 0 0,-2 0 969,-1 0 0,0 0 0,-1 0 0</inkml:trace>
  <inkml:trace contextRef="#ctx0" brushRef="#br0">4598 12331 7699,'-11'11'176,"-1"1"0,0 0 0,0 0 140,1 0 0,0-1 1,3 1 211,4 0 1,3-4 0,4-2 0,3 0-158,6-4 1,8 0 0,-1-2 0,5 0-728,3 0 1,3 0-1,7-2 1,1-2-2934,1-4 3289,6 3 0,-3-11 0,5 3 0</inkml:trace>
  <inkml:trace contextRef="#ctx0" brushRef="#br0">5565 11670 6655,'0'-11'1943,"0"-1"1,0 4-485,0 0 0,-1 6-904,-3-2 0,2 8 0,-5 3 0,0 5-266,1 4 0,2-2 0,-4 7-354,-1 4 1,2-1-1,1 3 1,-1-2-1,2 0-979,0 3 0,1-6 1,3 3-1,-2-2-525,-1-2 1,0-5 0,4 0 1568,0-3 0,-5-1 0,-2-1 0</inkml:trace>
  <inkml:trace contextRef="#ctx0" brushRef="#br0">5259 12177 7724,'-5'-7'107,"-3"-1"0,1 5 1,-1-1 1240,-1 3 1,3 1 0,-2 0 2811,-1 0-3578,-2 0 1,5 1-1,3 2 1,6 1-285,4-2 0,10 0 1,7-2-1,6 0 146,4 0 0,8-4 0,3-2 0,3 1-467,2 0 0,-4-3 0,4 4 0,-6 2-1096,-5 0 0,-6 4 1,-3 0-1,-2 3-590,-6 2 1,-2-3-1,-6 2 1,2 0-2043,-2-4 3751,-1 0 0,-1-8 0,0 0 0</inkml:trace>
  <inkml:trace contextRef="#ctx0" brushRef="#br0">5259 12578 7699,'-1'7'0,"-2"-2"-262,-1 0 1,-4-2 0,3 3 4767,-2 0-2796,5-2 0,-7-6-1162,5-2 1,0-2 0,5-6 0,3-1-239,4-3 0,2 2 0,2-5 1,0 2-3,0 3 0,-1 0 1,1-1-1,0 1-263,0 3 1,4-1 0,-1 6 0,0-1-142,-2 3 0,-1 3 0,-1 2 0,1 3-52,0 4 0,-6 4 1,0 2-1,-2 3 173,0 2 0,-1 0 1,-4 5-1,-1 0 95,-2-1 0,-6 1 1,1-1-1,-4 1-78,-3-1 0,-4-3 0,1-2 0,0 1-52,-1-1 1,2-3 0,-3 0 0,2-3-37,2-4 0,1 1 0,5-5 1,-1-1-539,0-2 1,6-2 380,2-3 0,4 1 0,4-3 251,3 0 1,4 2 0,1 4-1,1 0 7,2 0 0,-1 0 1,3 0-1,0 0-272,2 0 1,0 0 0,-1 0-1,0 0-512,1 0 1,-1 0 0,3 0 0,-3 0-219,-1 0 0,0 0 1,-2-1-1,1-2-1009,-2 0 1956,-1-7 0,-1 4 0,0-6 0</inkml:trace>
  <inkml:trace contextRef="#ctx0" brushRef="#br0">5660 12354 7699,'-2'8'97,"0"0"1125,-2 1 0,-4-2 1941,4 1-1486,-5-6-1341,8 3 1,-3-5 0,8-1-273,3-3 0,4 3 0,1-3-8,0 3 1,-5 1 0,1 0-102,1 0 0,-2 0-42,1 0 0,-4 0 0,2 1 96,0 3 0,-2-2 1,-4 6 30,0 1 1,0-2 0,-2 0 0,0-1 18,-2 1 0,-6 1 1,3 3-47,-4 1 1,3-4 0,0-2-1,1 1 49,0 0 0,-3-3 68,2 3 1,2-3-58,2 4-210,3-5 1,6 2-1,3-5 1,4 0-780,4 0 1,-2-1 0,5-2-1,-1-2-928,0-2 1,2 1 1843,3-2 0,-4-8 0,-2 3 0</inkml:trace>
  <inkml:trace contextRef="#ctx0" brushRef="#br0">6238 12071 7699,'-8'-6'1206,"0"2"254,-1 2 0,2 2 252,-1 0-1387,6 0 0,-2 0 0,8 0-374,3 0 1,4 0 0,1 0 0,0 2-828,-1 2 1,2-3 0,2 3-1,2-3 251,1-1 0,-3 0 0,0 2 0,0 0-317,1 2 942,-3 5 0,4-2 0,-6 5 0</inkml:trace>
  <inkml:trace contextRef="#ctx0" brushRef="#br0">6273 12236 7699,'-18'4'425,"2"1"0,3 1 527,1-1 1,1 4 0,2-2 15,1-1 1,7 3 0,1-3-872,7 0 1,7-3-1,3 1 1,1-3-690,3-1 1,3 0 0,2 0-1,3 0-617,1 0 0,2-5 1,2-2 1208,-3 1 0,8-10 0,-2 3 0</inkml:trace>
  <inkml:trace contextRef="#ctx0" brushRef="#br0">7181 11588 7699,'4'-8'1141,"0"0"420,-2-1-446,5 4 0,-6 5 0,3 8-725,-2 2 1,-2 7 0,0 3 0,0 3 0,-2 4-637,-2 0 0,2 6 0,-6-2 0,-1 5-694,-2 3 1,-1-2 0,-1 2 0,-1-1-328,-2 1 1,0-10-1,5 0 1267,-1-6 0,-5 8 0,-2-7 0</inkml:trace>
  <inkml:trace contextRef="#ctx0" brushRef="#br0">6839 12225 8271,'-5'6'2112,"3"5"1,4-10 0,10 3 0,7-3-1548,7-1 1,2-6-1,6-5 1,4-5-561,3-2 1,-2 2-1,3-2 1,-2 0-526,-2-1 0,-5 5 0,-3-1 1,-1 5-2523,-3 2 0,-6 6 1117,-4-2 1,-8 8 1924,-5 3 0,-1 9 0,-2 2 0</inkml:trace>
  <inkml:trace contextRef="#ctx0" brushRef="#br0">7087 12354 8265,'-12'0'1996,"0"0"0,2 2-616,2 1 0,-3 0-1148,3 5 0,2 0 1,-1 4-1,2-1-183,2 1 0,-2 4 0,1 0 1,2-1 45,0 2 0,2-2 1,0 3-1,0-1-151,0-2 0,0-2 0,2-2-40,1 1 0,4-5 0,6-2 0,2-1-818,0 0 0,5 0 1,-3-6-244,1-1 1,2-3 0,4-4 0,-2-1 1156,-3-2 0,4-6 0,-5 0 0</inkml:trace>
  <inkml:trace contextRef="#ctx0" brushRef="#br0">7381 12225 7699,'-7'3'599,"-1"1"0,4 7 0,-3 1 0,1 6 477,-1 4 1,3 8 0,-2 7 0,-1 10-925,0 11 0,4 3 1,-1-27-1,1 1 1,0-1-1,1 1-781,0-1 0,1 0 0,-4 28 1,1-7 628,1-15 0,7 0 0,3-16 0</inkml:trace>
  <inkml:trace contextRef="#ctx0" brushRef="#br0">16886 9525 6307,'6'0'179,"0"0"23,-6 0 283,5 0-27,-4-5-124,4 3 80,-5-3 1946,0 5-534,0-5-1236,0 4 41,0-5-115,0 6-367,0-5-383,0 4 60,0-4-649,0 5 959,0 5 1,0-3-11,0 6 1,-1-4 179,-3 4 0,1-5 0,-3 2 318,1 0 1,-1-3-420,3 1 1,1-6-114,-2-5 1,3 1-1,1-1 6,0-1 0,1 3-667,3-2 0,-1 4 339,5-4 0,0 5 297,3-1 0,-3 3 158,0 1 0,-5 1 0,2 2 34,0 1 0,-4 5 264,3-1 0,-4-3-342,-4-1 0,2-3 0,-6-1-22,-1 0 0,-2 0-12,0 0 0,-1 0 0,1-1-195,3-3 0,3 2-43,5-6 1,0 4 0,0-4 101,0-1 0,1 2 0,3 1 14,4 0 0,-1 2 0,1 4 487,1 0-354,-4 0 1,4 6-1,-5 2-469,-1 2 0,-3 2 1,-3 0-45,-1-1 0,-1-3 1,2 0-3029,-1 1 1616,1-3 0,3-6 0,0-8 1767,0-3 0,10-6 0,3-1 0</inkml:trace>
  <inkml:trace contextRef="#ctx0" brushRef="#br0">16355 9560 6236,'0'-11'3732,"-4"3"-2841,0 0 0,0 4-447,4-4 0,0 4-345,0-4 1,2 6 0,2-4-147,3 1 1,0 4 0,1-3 22,1 3 0,-2 1 1,0 0 85,3 0 0,-4 0 10,2 0 0,-5 1 170,1 3 0,-3 2 0,-1 6 143,0 0 1,-1-4 0,-3-2 357,-4 0 1,-3 2-235,-1-5 1,1 1-354,-1-4 0,4 0 0,1-1-155,2-3 1,1 2-1,4-6-95,0-2 1,0 4-1,2-1 1,2 1-89,3-1 0,0 5 0,1-2 0,1 1 26,1-1 1,2 3 0,0-3 244,0 3 0,0 2 0,-1 2 168,1 0 1,-1 7-1,-3-2 580,-4 2 1,-3-2-518,-1 0 1,-1-2 0,-3 2-1,-4-3-160,-3 1 0,-1-5 0,1 3 0,-1-3 16,0-1 0,0 0 1,0 0-1,1 0-73,-1 0 1,4-4 0,0-1-271,-1-2 0,4 4-8,1-5 1,4 4 0,4-3 0,2 1 7,1-1 1,3 4 0,-2 0-1,3 0 124,0-1 1,-3 3 0,0-3 425,1 2 1,-2 2 0,-1 2-35,0 2 0,-2 2 0,-4 6-581,0 0 1,-4-4-1,-2 0 1,0-1-2631,-3 0 0,2 2-2658,-1-5 5520,6 0 0,-9-9 0,5-2 0</inkml:trace>
  <inkml:trace contextRef="#ctx0" brushRef="#br0">17829 9124 8700,'7'0'2620,"-2"0"-1078,-5 0-908,5 0-209,-4 0 99,5 0-324,-6 0 1,4-1-314,0-3-92,-1 3 179,-3-5 0,2 6 28,2 0 395,-3-5 0,6 4 54,-3-3-278,-3 3 0,5 1-87,-2 0 0,-2-2 0,3 0-80,0-2 108,-4 0 50,10 4 0,-8-1-38,4-3 0,-3 2-89,4-2 0,-5 2-70,1-2 65,2 2 1,-3-4-49,5 2 45,-6 3 0,5-8-108,-3 5 0,-3-2 1,4 4-42,1-2 0,-5-1 0,4 2 45,0-1 0,-2-5-34,5 1 1,-4 3 258,4 1 1,-4-1 325,4 1-468,-6-6 0,7 8 1,-3-5-2,0 2 0,-2 1 14,4 4 1,-4-4-43,4 0 1,-6-1-1,4 2-143,-1 0 0,-3-1 50,6 4 0,-4-4 58,4 0 1,-1-2 0,2 4 151,-1-2 0,-4 0 52,3 4 0,-4-1 0,2-2-95,1-1 0,-4 0 0,5 3 84,-2-3 1,0 3 0,-2-5 296,1 1-335,5 4-66,-3-10 0,5 9-116,-3-6 0,2 4 32,-2-4 0,-1 6 35,1-2 1,-6 1 0,3 0 319,1-1 0,-4-1-8,6 1 1,-4 2-243,4-6 0,-4 5 1,2-2-289,0 0 0,-1 2-72,-1-5 1,2 0 187,6-3 0,-4 3 99,0 0 1,-4 4-92,4-4 1,-2 4 0,3-2-28,-1 0 0,-4-2 48,4 5 1,-4-3 239,4 2 0,-4 2 8,4-6 0,-4 4-258,3-4 1,-4 4 0,2-2 26,1 0 0,-4-1 0,6 1 42,1 0 0,-2 2 0,-1-4 116,0-1 1,-1 4 0,-3-1 0,4 2 117,0 0 0,-2-3 0,3 1-118,-2 0 1,0 2 0,-1-4-154,4-1 0,-3 2 1,0 1-1,-1-1-11,0 1 0,2 2 0,-3-4 52,5-1 1,-1 2 0,-1-1-1,1 0 108,0 2 1,-4-3 0,4 3 0,0 1 27,-1 0 1,-2-3-1,3 3 1,-1 0-44,1-1 0,-3-3-110,3 1 0,-3-1 0,3 0 0,0 2 22,-1 2 0,-2-3 0,3 3-13,-2-1 0,0 2 0,-2-4 74,1-1 1,3 2 0,-1-1 69,0-1 1,-3-1 0,2-2-76,0 0 1,-2 0 0,4 0-34,-2 1 0,3-1 0,-3 0-25,1 0 0,-2 2 1,3 1-1,-2 1 26,-2-1 1,2 2-1,0-1 49,2-1 0,-5 2 1,4 1-1,-2-1 16,0 1 0,1-1 1,-3-2-1,2 1 15,-1-1 1,2 3 0,0-2-1,1-1-77,-1-2 1,4-1 0,-2 0 0,0 1 58,1-1 0,-4 0 1,3 0-1,-1 1 8,1-1 0,-3 0-67,4 0 1,-2 0-1,2 1 1,-3 0-1,-1 2 66,0 1 0,1 4 1,-2-4-10,1-1 1,4-1-1,-3-2-17,2 0 1,-3 0 0,2 0-28,-1 1 0,-1 3 41,-4 0 0,4 0 0,0-4 0,0 1 11,1-1 1,-3 0 0,3 1 0,-1 2-54,0 1 1,0 1-1,-3-4-189,3 3 0,-3-2 29,3 2 0,-3-3 40,-1 0 0,4-1 84,0 0 1,0 0 0,-2 0 41,2 1 0,-3-1 0,4 0-58,0 0 1,-3 1-1,2-1-1,-3 0 1,3 4 0,0 0 0,-2-1-10,0-1 0,-1 2 0,2 0 0,1-1 6,-2-2 1,-1 3-1,-1 1 1,0-3 37,0 0 0,4-2 0,0 0 141,-1 1 0,-2-1 1,-1 0-1,2 0 28,1 0 0,-1 5 0,2-1 0,-3-2-60,-1 0 1,4 2 0,0 0-90,-1-1 1,-1-1-21,2-2 0,-3 0 0,5 0-14,-1 0 1,-4 5 0,3-1 43,-3-1 1,1-2 0,0-1 251,2 1 0,0-1 0,-4 0-193,0 0 1,4 0 0,0 1 0,-1-1-174,-2 0 0,-1 4 1,0 0-1,1-1-40,3-1 0,-2-2 1,1 0 179,-1 0 1,-1 1 0,2-1 0,1 0 43,-2 0 1,1 0 0,0 1 0,0-1-47,0 0 0,0 2 0,-1 0 0,2 2-39,-1-1 0,-1-1 1,1-2-1,1 0-16,-1 0 0,-2 5 0,-1-1 0,1-1-64,3-2 0,-3-1 1,5 1 106,-1-1 1,-4 0 0,5 0 49,-1 0 1,-3 1 0,5-1-1,-2 0-12,-2 0 1,-1 4 0,1 0 0,1-1-41,-1-1 1,-2 2 0,0 0 0,2-1-103,1-2 0,0 4 0,-4-1-163,0-1 1,0-2 0,0-1 41,0 1 0,1-1 0,2 0 0,1 0-153,-2 0 1,1 5-1,-1-1-1297,2-1 1,0 2 508,-4-1 1,2 7 0,0 1 0,2 6-3235,-1 5 4358,-2 6 0,4 1 0,2 6 0</inkml:trace>
  <inkml:trace contextRef="#ctx0" brushRef="#br0">19362 6484 6668,'-5'6'0,"4"1"0,-5-5 0,1 2 0,2 1 0,-4-1 0,4-1-272,-1 5 0,1-5 1320,-1 0-517,3 4 1,-4-4 648,5 4-59,0-4 377,0 2-933,0-5-361,0-5 1,0-1-1,0-6 64,0 0 1,4 4-1,0 0-204,-2-1 1,0 3-1,-2-2-216,0-1 1,0-2-1,1 1 1,2 0 55,1 3 1,-1-1 0,-3-4 188,0 0 0,0 0 0,0 1 0,0-1 26,0 0 0,4 0 1,0 0 220,-1 1 0,-2-1 0,-1 0-303,0 0 1,2 0 0,0 1-125,2-1 1,0 0 0,-3 0 14,3 0 0,-2 5 0,2-1 242,-3-1 0,-1-2 0,0-1-26,0 1 0,4 3 0,0 0-124,-2-1 1,0-2 0,-2-1 0,1 2-22,3 2 0,-3-2 1,3 2 8,-3-3 1,-1 3 0,2 1-53,2-3 1,-3 4-21,3-2 1,-3 0-14,-1-4 0,0 0 23,0 1 1,0-1 0,0 0 232,0 0 1,0 4 0,0 1-131,0-3 1,0 0-1,0-2-154,0 0 1,2 5-1,0-1 78,2-1 0,0 2 0,-4-1 11,0-1 1,4 2-1,0 0 32,-1-3 0,-2 0 0,-1-2-11,0 0 0,0 4 0,0 1 18,0-3 0,0 0 0,0-2-72,0 0 1,0 4 0,0 1-46,0-3 0,0 4 0,0-2 60,0-1 1,1 0 0,2 0 16,1 1 0,0 0-15,-4-4 0,0 0 0,0 0 36,0 1 0,0 3 0,0 0 0,1 0 80,3 2 0,-3-5 0,3 3-32,-3-2 0,-1-2 0,0 0-41,0 0 1,4 1 0,0-1 26,-1 0 0,2 0 0,-1 0 38,-1 1 1,2-1-1,-1 0-31,-2 0 0,1 0 0,0 1-17,1-1 1,1 0 0,-2 0-6,0 1 1,1-1 0,-4 0-8,0 0 1,4 0-1,0 1 1,-1-1-32,-2 0 0,-1 0 1,0 0-1,0 1 17,0-1 1,1 4 0,2 0-1,1-1-138,-1-1 1,-2-2 0,-1 0 0,0 0-31,0 0 1,1 1 0,2-1 0,1 0 92,-2 0 0,1 0 0,0 1 1,1-1 33,-2 0 1,0 0-1,-1 2 1,1 1-15,2 1 0,0 0 0,-4-4 1,2 0-13,2 1 0,-3 3 0,3 0 43,-3-1 1,-1-2-1,1-1 1,2 1 113,1-1 0,0 0 0,-3 0 0,2-1-141,1-3 1,1 3 0,-2-2-1,1 2 74,-2 1 0,1 0 0,-1 0 0,2 0 14,-1 1 1,-2-1-1,1 0 1,0 0-35,2 0 0,0 1 0,-4-1 7,0 0 0,0 0 0,0 0 0,0 1-85,0-1 0,1 4 0,2 0 0,1-1 139,-1-1 0,-2 2 0,0 0 1,2-1 168,1-2 0,0 3 0,-4 0-137,0-1 0,0 3 0,0-2-83,0-1 1,1 3 0,2 1 14,1 0 508,-1 4 247,-3-5-177,0 6-73,0-5-118,0 4-324,0-4 0,2 5-39,2 0 0,-2 5 0,5 3-25,-2 2 1,3 3-1,-3 2 1,0 0 61,1 0 1,3 3 0,-3 1 0,2 0 52,0 1 0,-4-4 0,4 2 0,0-1 231,-2-3 1,1-1-1,-4-1 259,0 0 0,3-4-33,-2 0 1,-3-7-251,3-1 0,-3-5 1,-2-7-209,-3 0 0,3 0 1,-3 1-1,1-2-307,-1-3 1,3 1 0,-4-3-1,1 0-51,0-1 1,-4 1-1,3-3 1,-2 1 84,-2-1 1,2 4-1,-1 2 1,1 0 46,0 0 1,-3 5 0,3-1 0,-1 1 249,0 4 1,4 1-1,-3 5-199,-3 0 0,4 1 0,-1 3 0,1 4-75,-1 2 1,3 2-1,-4 1 1,-1 2 69,-1 0 1,-2 6 0,0-1-1,0 2 3,1 2 0,-1-5 0,0 1 1,-1 1 103,-3 1 1,7-3-1,-3-4 1,3-2-122,2-1 167,-3 0 0,14-5 0,0-4 1,6-1 71,6-2 1,2-4 0,7-1 0,1-2-207,2-2 1,1 2-1,-3 1 1,2 1-118,-2 2 1,-1 2 0,-2 1 0,-1 0-1527,-2 0 1,-3 1 0,-5 3-1,-2 4 1661,-2 2 0,-2 2 0,-6 0 0</inkml:trace>
  <inkml:trace contextRef="#ctx0" brushRef="#br0">17912 9089 6666,'6'5'903,"1"-4"295,-3 3-310,-3-2-312,4-2 0,-5-2 67,0-2 1,2 3-120,1-3 0,-1 2 173,2-2-475,-3 2-307,-1-3 1,-4 6 0,-1 2 126,-2 1 1,3 1 91,-3-1 1,3-3 0,-3 5-46,2-1 1,-4-4 0,2 4-123,1 1 0,-5-4-200,3 6 0,-2-4 181,-2 4 0,0-2 0,2 4 91,2-3 0,-3-4 155,3 1 0,2-1 83,-2 1 0,4-3-109,-4 3 0,4-3-226,-4-1 1,5 4 9,-5 0 36,5 0 0,-4-4 89,4 0 60,1 0-27,-8 0 0,7 0 14,-5 0 0,6 1 6,-2 3 0,1-3-18,-1 3 1,2-2-78,-6-2 1,5 1 0,-2 2-10,0 1 1,2 0-1,-5-4 1,5 1-41,0 3 102,-4-3 0,2 6 425,-3-3-440,-3-3 0,9 4 0,-5-4-3,2 3 1,-4-2-7,1 2 0,3-2 0,-1 1-205,1 1 1,3 0 244,-6-4 1,5 1 0,-2 2 32,0 1 0,2-1-21,-5-3 1,4 2-42,-4 2 0,4-3-122,-3 3 169,4-3 0,-4-1-73,3 0 0,2 0 1,-5 2 45,2 1 0,0-1-55,1 2 0,-3-3-39,-4-1 0,4 1 0,2 2 3,0 1 0,2 0 10,-5-4 0,4 0 1,-2 1 61,0 3 1,1-3 166,1 3-188,-2-2 0,-5-1 0,2 2 37,1 0 1,4 1-46,-4-4 1,4 0 0,-2 2-19,1 2 0,-1-3-11,2 3 1,2-3 13,-6-1 0,4 0 1,-4 0 59,-1 0 1,2 4-15,0 0 1,3 0-49,-4-4 0,4 0 1,-3 1-1,1 2-11,-1 1 0,3 0-83,-4-4 1,4 0 35,-3 0 1,4 1-1,-2 2-129,-1 1 1,4 0 79,-6-4 0,4 0 57,-4 0 0,4 3 0,-4 1 9,-1-1 0,3-2 1,-2 1-5,-1 2 0,2-3 162,-1 3 0,0-3 61,-3-1 1,3 4-140,0 0 0,0 0 71,-4-4 0,0 0-123,1 0 0,-1 0 0,0 0 75,0 0 1,4 0-1,1 0 84,-3 0 1,0 0 0,-2 0-76,0 0 0,4 0 0,1 0-83,-3 0 0,0 0 0,-2 0-298,0 0 0,4 0 0,1 1 78,-3 3 1,4-3 0,-1 5 24,2-1 0,0-4 74,1 3 0,-1-1 596,-3 1 1,1-3-303,3 3 0,2-3 0,-6-1-224,-1 0 1,3 2 0,1 0-139,0 2 1,2 0 84,-5-4 1,5 0 43,-5 0 0,4 0-24,-4 0 0,4 1-38,-4 3 0,4-2 60,-4 2 0,4-2 0,-3 1 37,-3 1 0,4 0 1,-1-3 221,2 3 1,-4-3 38,1 3 0,1-3 1,0-1 131,-3 0 0,4 0-285,-2 0 0,0 0 0,-4-1-194,1-3 0,3 3 0,0-3 0,-1 3-9,-2 1 0,-1 0 1,1 0 26,-1 0 0,0 0 0,0 0 40,0 0 0,1 0 0,-1 0 159,0 0 0,0 0-103,0 0 1,1 0 0,-1 0-22,0 0 0,0 0 1,0 0-20,1 0 0,-1 0 0,0 0 0,2 1-36,2 3 0,-3-3 0,3 3-82,-2-3 1,2 3 0,0 0 196,-1-1 1,4 0-1,0-1 155,-1 2 1,4 0-120,-6-4 1,4 0 0,-4 0-145,-1 0 0,2 0 0,-1 0 21,-1 0 0,3 0 0,-2 1 7,-1 3 1,2-2 0,-1 1-12,-1-1 1,3-2 0,-2 0 101,-1 0 0,2 0 10,-1 0 1,4 0 0,-4 0-90,-1 0 1,3 0 0,-2 0 10,-1 0 0,-2 1 0,-1 2-12,1 1 1,3 0 0,0-4-215,-1 0 0,2 0 0,-1 1 152,-1 3 1,2-3 169,0 3 0,-1-3-80,-4-1 1,4 0 143,0 0 0,4 0-164,-4 0 1,1 0 0,-5 0-72,0 0 1,4 2-1,0 0 6,-1 2 1,-1 0 0,-2-4 3,0 0 0,0 0 97,0 0 1,2 1 0,1 2 32,1 1 1,0 0 34,-4-4 0,4 0-30,1 0 0,3 0 0,-4 0 30,-1 0 0,2 0-69,-1 0 0,0-4 1,-3 0-82,-1 1 0,4 2 0,0 0-12,-1-3 0,-2 3 1,0-3 103,-1 2 1,4-2 0,0 1 18,-1 0 1,-2 2 50,0 1 0,-1-4-70,0 0 0,0 0 1,0 4-78,1 0 1,3 0 0,0 0 12,-1 0 0,-2-4 1,0 0 6,-1 1 0,4 2 0,0 1 86,-1 0 0,2 0 0,-1 0 49,-1 0 0,-1 0 0,-2 0-94,0 0 1,0 0-1,1 0 29,-1 0 1,4-1 0,0-2 0,-1-1-9,-2 2 1,4 0 0,-1 2-45,-1 0 1,-2 0 0,-1 0-31,0 0 1,1 0-1,-1 0-1,0 0 1,0 0 0,0-1-20,1-3 0,3 3 0,0-3 22,-1 2 0,2 2 1,-1 0 15,-1 0 0,3 0 0,-2 0-8,-1 0 1,-2 0 0,-1 0-4,1 0 1,3 0 0,0 0 28,-1 0 0,-2 0 0,-1 0 21,1 0 0,-1 0 0,0 0-49,0 0 0,0 0 0,1 0 3,-1 0 1,4 0 0,0 0-37,-1 0 1,-2 0 2,0 0 0,-1 0 8,0 0 1,0 2 22,1 2 1,-1-3 0,0 3 11,0-3 0,0 3 0,1 0-16,-1-1 1,4-2-1,0-1 1,0 1-21,2 3 1,-5-2 0,3 1 39,-2-1 0,2-2 0,0 0 0,-1 0-3,-2 0 0,4 4 0,-1 0 0,-1-2-24,-2 0 0,3-2 0,0 0 0,-1 0-29,-1 0 1,2 0 0,0 0-1,-1 0 28,-2 0 0,3 4 1,1-1-1,-3 0-20,0-2 0,-2-1 0,0 0 139,1 0 1,-1 0-1,0 0 1,0 0-53,0 0 0,1 0 0,-1 0 0,0 0-67,0 0 0,4 0 0,0 0 1,-1 0-8,-1 0 1,-2 0-1,0 0 1,0 0 1,1 0 0,-1 0 1,0 0-1,0 0 24,1 0 0,3 0 1,0 0-1,-1 0 40,-2 0 1,3 0 0,0 0-10,-1 0 1,3 0 0,-2 0-130,-1 0 0,2 0 1,-1 0-88,-1 0 1,-1-1 0,-2-2 92,0 0 1,0-1-1,0 4 1,1 0-7,-1 0 1,4 0 0,0 0-1,-1 1 29,-2 3 0,4-3 0,-1 3 0,-1-3 75,-2-1 1,-1 2-1,-1 0 0,-3 2 1,6 0-1,-4-4 1,-1 1-66,2 3 1,0-2 0,1 2 0,0-3-12,1-1 1,-5 4-1,0 0 1,2-2 71,1 0 0,3-2 1,-1 0 197,-6 0 0,5 0 0,0 0-103,2 0 1,-1 0 0,1-2 0,0 0-50,3-2 1,3-4 0,-3 3-1,1 0-108,-1-1 0,3 1 0,-4 2-59,-1 0 1,2-3-1,0 4-63,-3-2 1,4 0 0,-2 4 69,-1 0 1,-2 0 0,0 0 44,-1 0 1,4 0-1,0 0 120,-1 0 1,-2 0 0,0 1 0,-1 2 9,0 1 0,4 0 0,0-4 1,-1 1 22,-1 3 1,-2-3-1,0 3 1,0-3-46,0-1 1,1 4-1,-1 0 1,0-1-6,0-2 1,1-1 0,-1 0-28,0 0 0,0 0 0,0 0 33,1 0 1,3 0 0,0 0-11,-1 0 0,-2 0 1,-1 0 1,1 0 1,3 0 0,0 1 0,-1 3 0,2-2 1,-1 2 49,-1-3 1,-1-1 0,-2 0-52,0 0 0,4 0 0,0 0 3,-1 0 0,3 0 1,-2 0-50,-1 0 0,2 0 0,-1 0-77,-1 0 1,2 0-109,0 0 0,-1 0 243,-4 0 0,4 0 0,0 0-13,-1 0 0,2 0 1,0 0 13,-3 0 1,4 0-1,-2 0 134,-1 0 1,2 4 0,-1 0-163,-1-2 1,-1 0 0,-2-2-40,0 0 0,4 0 0,0 0-65,-1 0 1,-1 0-1,-2 0-1,0 0 0,4 0 0,1 0 44,-3 0 1,0 0 47,-2 0 1,0 0 11,1 0 1,3 0-49,0 0 0,4 0 116,-4 0-64,5 0 0,-3 4 709,2 0-87,3 0-553,-5-4 0,6-2-114,0-2 1,0 2-1,0-6-54,0-1 1,2 2 0,2-1-1,3-1-45,4-1 1,-3-2 0,0 0-1,1 0-40,1 0 1,3 1-1,2-2 1,1-2 162,-2-1 1,-1 1-1,-1 3 1,1 0 28,3 0 1,-7-1-1,3 0 1,-2 0 138,1 3 1,0 0-126,1-1-191,-5 4 1,-7 7 0,-8 8 18,-3 2 0,0 2 0,-1 0 0,0 0 130,0 0 0,-1 3 0,-1 1 1,-2 0-27,2 1 1,-1-4 0,-1 4 0,-2 0 140,0 3 1,-1-2 0,5 0 0,-3 1 68,-1-1 0,3-2 1,1 2 10,5-1 1,-1 0 0,7-3 72,0 2 1,3-5 0,4-6-71,4 0 1,3-4 0,4 3 0,3-2 126,5-2 1,-1 0 0,9 0 0,2-2-196,1-2 0,3 2 0,1-6 0,1-1-393,-1-2 0,-3 3 0,-3 2 1,-5-1-702,-2 1 1,-10 3 0,-4-1-221,0 3 0,-6 2 1,-1 3 0,-3 3 0,-1 4 0,-1 1-172,-3 0 1,2-4 0,-6 0 0,0 1 448,1 1 0,-3-2 912,2 0 0,-3 0 0,0 4 0</inkml:trace>
  <inkml:trace contextRef="#ctx0" brushRef="#br0">13089 9631 7723,'-8'-8'795,"0"0"0,4 2 0,-2-3-281,0 1 1,1 5 0,2-2 294,-1 0-90,1 3-296,3-3 1,1 5-155,3 0 0,2 0 0,6 0-86,0 0 0,0 0 0,0 0 0,1 0-72,2 0 0,-2 0 1,3 0-1,-3 0-64,-1 0 1,4 0 0,0 0 0,-2 0 139,-1 0 1,3-1 0,-1-2 0,0-1 63,-2 2 1,-1 0 0,0 2 0,-1-1 5,1-3 1,0 3 0,0-3-125,0 3 1,-1-1-1,1 0 1,0-2 108,0 1 1,-1 2 0,1 1-224,0 0 1,-4 0 0,0 0 55,1 0 0,-2 0-127,0 0 1,1 4 0,4 1 120,0 2 0,-4-5 1,0 2 42,1-3 0,1 1 1,2 0 33,0 2 1,0 0-1,-1-4-145,1 0 1,0 0 0,0 0-51,0 0 1,-1 0 0,1 0-1,0 0-25,0 0 0,-1 0 0,3 0 51,1 0 1,-6 0 0,3 0 0,-1 0 26,-1 0 0,2 0 1,0 0-1,0 0 31,-1 0 1,1 0 0,0 0-1,0 0-80,0 0 1,-5 0 0,1 0 0,1 0-41,2 0 1,1 0 0,0 0 0,-1 0 31,1 0 1,-4 0 0,0 0-1,1 0 57,1 0 0,2 0 0,0 0 78,0 0 0,0 0 0,-1 0-49,1 0 0,-4 0 0,0 0 0,1 0-37,2 0 0,-4 0 0,1 0 0,2 0-37,0 0 0,2 0 0,0 0 0,-1 0 52,1 0 1,0 0-1,0 0 1,1 0 73,3 0 0,-3 0 1,2 0-1,-1 0-22,-3 0 0,1 0 0,0 0 0,0 0-134,-1 0 0,-3 4 0,0 0 1,1-1 58,2-2 0,1-1 0,-1 0 1,1 0-18,0 0 0,-3 1 0,2 2 55,2 1 1,1 0-1,-2-4 1,0 0-19,0 0 1,1 0-1,1 0-11,2 0 0,0 0 1,-3 0-1,1 0 1,2 0-10,-2 0 0,-1 0 0,-1 0 0,1-2-11,3-2 0,-7 3 1,3-3-1,-2 3-21,1 1 1,1 0 0,1 0-11,2 0 1,-5 0-1,1 0 1,1 0 117,3 0 1,-5 0-1,6 0 20,2 0 1,-6 0 0,0 0-1,-2-1-70,1-3 1,0 2 0,1-2 0,0 3-8,0 1 1,-4 0 0,0 0 0,1 0-24,1 0 1,2 0 0,0-1-28,0-3 1,-1 3-1,1-3 1,0 2 23,0 2 0,-4 0 0,0 0 182,1 0 1,1-4 0,2 1 95,0 0 1,-4 2-312,-1 1 0,1-4 0,4 0-99,0 1 1,-4 2-1,0 1 37,1 0 1,-3 0 0,2 0-42,1 0 0,2 0 198,1 0 0,-1 0 1,1 0 266,0 0 1,-4 0 0,0 0-115,1 0 0,-3 0 0,2 0-46,2 0 1,0 0-1,2 0-135,0 0 0,-5 0 0,1-2-232,1-1 0,2 1 151,1-2 1,0 3 0,-1 1 71,1 0 1,-4 0 0,0 0 51,1 0 0,2 0 0,0 0 7,1 0 0,0 0 1,0 0 7,-1 0 1,0-1 0,-2-2 0,-1-1-66,1 2 1,2 0-1,0 2-47,1 0 1,0 0-1,0 0 6,0 0 1,-5 0 0,1 0-21,1 0 1,2 0-1,1 0-16,0 0 1,-1 0-1,1 0-29,0 0 1,0 0 0,0 0-14,-1 0 1,-3 0-1,0 0-27,1 0 0,-2 0 1,1 0-56,1 0 0,-3 0 0,2 0 239,1 0 1,-2 0 0,1 0 211,1 0 1,-3 0-77,2 0 1,0 0-207,4 0 1,0 0-1,0 0 28,-1 0 0,-3 0 0,0 0 0,1 0-43,2 0 0,-3-4 1,-1 0-1,3 2-107,0 0 1,-2 2-1,0 0 59,1 0 0,2 0 1,0 0 7,1 0 0,-4 0 0,0 0 29,1 0 0,1 0 0,2 0 0,0 0 15,0 0 0,-4 0 1,0 0-1,1 0 13,1 0 1,-2 0 0,-1-1-1,-1-2-2282,1 0 1,-3-1-223,4 4 0,-7 0 2526,-1 0 0,-11-6 0,-7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8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13643 2947 6475,'0'-49'73,"0"0"1,0 0 0,4-9 0,2 2 0,4 6 0,4 4 0,6 9 0,5 4-231,4 6 1,3 4 0,27-3 0,5 16 0,-3 12 192,-5 14 1,-8 8 0,0 11 0,-4 3-37,-3 5 0,-11-5 0,4 8 0</inkml:trace>
  <inkml:trace contextRef="#ctx0" brushRef="#br1">16390 908 25090,'-11'-2'-831,"-1"-2"1,0 2 0,0-6 0,1 0-640,-1 2 1,4-1-56,0 3 924,5 3 1,-1-4 0,7 6 0,2 1-414,2 2 1177,1 0 0,9-4 0,1 0 0</inkml:trace>
  <inkml:trace contextRef="#ctx0" brushRef="#br2">5955 6154 30623,'0'-12'-3277,"0"0"0,5 4 0,4 2 2652,5 0 0,5 2 1,6 4-1,3 0 1264,8 0 0,7 0 1,12 0-1,11-1-351,-29-1 0,2 0 1,1-1-1,1 0 1,5-3-1,1 1 0,2 0 1,0 1-98,3 0 1,0 0-1,0 0 1,0 0-1,5-1 1,0 0 0,2 0-1,0 1-82,4-1 1,-1 2 0,-4 0 0,-1-1 0,4 0 0,1-1 0,0 1 0,1 1-37,-1 1 1,0-1 0,0-1-1,-1 0 1,0 2 0,-1-1-1,-2 1 1,-1-1-68,-2 0 0,-1 1 1,-8-1-1,0 0 1,0 2-1,1 0 1,-5-2-1,0 1 480,-3-2 1,0 1 0,27 0-1,-3-1 1,-7 3-372,-8 1 1,-7 0 0,-4 0 0,-8 0-278,-10 0 211,-4 0 0,-14 0 0,-6 0-77,-8 0 0,-10 1 1,-7 2-1,-3 1 0,-5 0-54,-2 1 0,-3-4 1,-5 5-1,0-2 14,-3 0 1,0-1-1,-7-3 1,-4 0 61,-2 0 1,29 0 0,-2 0 0,-2 1 0,-2-2 0,-3 1 0,-1-1 39,-5 0 1,-2-2-1,-6 0 1,-3 0-1,15-1 1,-2 0-1,0 0 1,-2 0-1,0 0 1,-2 0 41,-2 0 1,-1 0 0,0 0 0,5 2 0,-1 0 0,1 0 0,-3 0 0,-1 1 0,2 0 0,2 0 0,1 1 0,1 0-63,-17-1 1,2 2 0,6-1-1,2 1 1,10 0 0,1 2-1,6 0 1,2 2-294,-25 5 0,25 2 0,6 0-294,14-1 1,21-3-1,16-1 1,14-1 365,15 1 0,14-4 0,-23-1 1,2 0-1,7-2 0,1 1 74,7-1 0,1 0 0,0 0 1,2 0-1,-14 0 0,0 0 0,1 0 133,-1 0 0,-1 0 0,1 0 0,0-1 0,-1-1 0,1 0 0,0-1 0,1 1 0</inkml:trace>
  <inkml:trace contextRef="#ctx0" brushRef="#br2">3089 10951 22449,'-5'-11'-83,"-3"-1"0,1 4 0,0 1 1,-1 1-1,0 1 2732,0-1 1,5 5-1,-1 8-1953,3 4 0,1 9 0,0 1 0,1 4-696,3 2 0,-1 6 0,4-3 0,-1 2-127,1-1 1,1-3 0,2 0-1,-1-1-523,-1-5 0,0-6 0,4-2 0,-1-3-176,1-4 1,0-5 0,1-2-1,2-8-637,0-7 0,6-8 1,-2-10-1,0-5 126,1-5 1,0-2 0,3 1 0,-1 1 1120,-2-2 0,-2 7 0,-3 1 1,-1 5 2916,-3 7 0,-5 5-1040,-6 8 1,0 7 0,-1 6 0,-3 10-407,-4 7 0,-2 7 0,-2 5 0,-1 7-906,-3 4 1,2 7-1,-5 6 1,0 2-350,-4 3 0,6-1 0,6-25 0,-1 0 0,0 2 0,0 0 0,-1 2 0,0-1 0,-8 27 0,-1-1 0,3-9 0,5-7 0,5-9 0,2-11-332,2-5 0,2-9 1,7-8 579,4-3 1,8-11 0,2-4 0</inkml:trace>
  <inkml:trace contextRef="#ctx0" brushRef="#br2">3738 10940 22449,'-17'11'3032,"2"2"0,-3 2 0,1 1-2625,2-2 0,8-1 1,3-1-408,2 0 0,5-4 0,3-2 0,8-1 0,3-2 0,4-2 0,5-1 0,3 0 0,1 0 0,-3 0 0,3-1 0,1-2-602,-1-1 0,-3-1 0,3 3 0,-1-4-6859,-3 0 7604,-6 3 1,2-7 0,-3 3 0</inkml:trace>
  <inkml:trace contextRef="#ctx0" brushRef="#br2">3749 11199 22449,'-18'12'2416,"2"0"0,5-1-588,3 1 1,-1 0 0,5 0-1829,1-1 0,7 1 0,5-1 0,6-3 0,4-4 0,3-3 0,3-2 0,3-2 0,3-1 0,1-5 0,1 1 0,2-3 0,2 0 0,-3-1 0,6 0 0</inkml:trace>
  <inkml:trace contextRef="#ctx0" brushRef="#br2">4551 10704 24165,'-11'1'7844,"0"3"-7655,3 4 1,-1 4-1,4 3 1,-2 8-190,-2 7 0,2 12 0,0 13 0,-3 2 0,1 6 0,0 1 0,1-1 0,0-2 0,2-8 0,-3-7 0,5-7 0,1-5-2725,2-7 0,2-10 1,2-2 2354,1-1 0,10-3 0,-1 1 1</inkml:trace>
  <inkml:trace contextRef="#ctx0" brushRef="#br2">4881 11034 22449,'-11'6'3263,"-1"5"1,0-3 0,0 2-3133,1 2 1,-5 5 0,-1 1 0,0 3-132,0 3 0,-3-3 0,4 6 0,2 0 0,1 0 0,2-1 0,2 4 0,3-1 0,0-3 0,4-6 0,6-4 0,4-3 0,2-1 0,6-6 0,1-2 0,2-4 0,6-4 0,-4-8 0,4-7 0,-1-3-84,-3-2 0,-2-1 0,1-1 0,-4-2-541,-3 2 0,-3 1 0,-2 2 0,-4-1-312,-3 1 1,-1 7-1,-1 3-124,-3 2 0,-4 3 0,-6 11 1,-2 4 487,2 4 0,1 8 0,1-2 0,1 1-1939,4 3 2644,-4-4 0,10 11 1,-4-4-1</inkml:trace>
  <inkml:trace contextRef="#ctx0" brushRef="#br2">5176 11199 22449,'0'-12'636,"0"0"0,0 5 1,0-1 1981,0-2 0,0 4 1,-1-1-2481,-3 2 1,-3 1-1,-4 6 1,-1 0-139,0 2 0,-1 9 0,-1-1 0,-3 2 0,-2 3 0,3 3 0,-2 6 0,1 2 0,3-2 0,5 0 0,2-1 0,2 1 0,2 0 0,2-9 0,3 3 0,5-7 0,5-5 0,9-3 0,1-6 0,4-3 0,0-4 0,-1-4 0,-2-2 0,-2-3 0,-2-1 0,-4 2 0,-1-4 0,-3-1 0,-4-1 0,0 2 0,1 1 0,-4-1 0,-3 2 0,-1 1 0,0 5 0,0 0 0,-1 7 0,-2 6 0,-1 10 0,-4 6 0,3 8 0,0 2 0,0 5 0,1 3 0,4 4 0,0 6 0,0 5 0,0-5 0,0 5 0,0 1 0,0 2 0,0-4 0,0 0 0,0-7 0,0-7 0,-2-7 0,-2-1 0,-3-3 0,-4-5 0,-5-6 0,-1-6 0,-1-2 0,-3-2 0,-1-2 0,-1-1 0,2-1-1825,2-3 0,3-4 0,-2-8 0,1-3-1115,2-4 0,7 4 1,5-1 2919,1-1 0,7-6 0,2-3 0</inkml:trace>
  <inkml:trace contextRef="#ctx0" brushRef="#br2">5530 11470 22667,'0'-12'495,"0"1"1,0 3 5837,0 0-5639,5 5 0,-3 7 0,2 9 0,-3 4-694,-1 4 0,0 3 0,0 2 0,0 3 0,0 1 0,0 0 0,0 1 0,-1-2 0,-3 0 0,2-4 0,-2 1 0,2-4 0,-2-2 0,2-9 0,-1 0 0,1-8 0,2-3 0,0-9 0,0-7 0,2 0 0,1-1 0,4 3 0,5-6 0,0 1 0,-1 0 0,1 1 0,0 4 0,0-2 0,0 1 0,-1 6 0,2 3 0,2 0 0,1 4 0,-1 1 0,-3 1 0,0 2 0,0 6 0,0 0 0,-2 8 0,-2-2 0,-4 2 0,-3 1 0,-1 4 0,0-3 0,0-1 0,-5 3 0,-3-3 0,-2 0 0,-2 0 0,-5 2 0,-2-3 0,0-1 0,-1-2 0,4-7 0,-2-2 0,1-3-1172,3-1 0,0 0 1,3-1-1,0-3-3411,3-4 4128,3-7 1,5-9 0,0-6-1</inkml:trace>
  <inkml:trace contextRef="#ctx0" brushRef="#br2">6084 11187 22449,'-9'12'1282,"-3"0"1,-2-6 1301,2-2 0,6-4 1,2-4-2585,2-4 0,2-2 0,2-2 0,0 0 0,2 1 0,5-1 0,-1 0 0,3 0 0,0 0 0,1 1 0,0-1 0,0 1 0,0 4 0,-1-3 0,1 6 0,0 2 0,0 0 0,0 2 0,-1 0 0,1 2 0,0 2 0,1 8 0,1 7 0,2 5 0,-1 3 0,2-1 0,0 6 0,0 1 0,0 1 0,0-4 0,-3-3 0,2-2-538,-2-1 0,-1-6 0,-1-3 0,0-6-1171,0-5 0,-4-3 0,0-2 0,1-3 1054,1-4 0,-2-4 334,0-4 1,-5-2-1,2-6 1</inkml:trace>
  <inkml:trace contextRef="#ctx0" brushRef="#br2">6214 11482 22449,'-12'6'3599,"0"4"-1920,1-6 1,4-2 0,4-7 0,7-10-1680,8-11 0,10-5 0,11-12 0,5-6 0,-17 21 0,1-1 0,2 0 0,0 0 0,0-6 0,1 0 0,1 2 0,1 1 0,0 1 0,0 0 0,-4 5 0,-1 1 0,22-18 0,-10 9 0,-12 12 0,-12 13 0,-6 9 0,-2 10 0,-2 8 0</inkml:trace>
  <inkml:trace contextRef="#ctx0" brushRef="#br2">7888 11140 23721,'-17'5'2283,"4"-3"0,-2 1 0,1-1-86,3-2-2197,-1 0 0,7 0 0,6 0 0,9 0 0,13 0 0,8 0 0,6 0 0,6 0 0,3 0 0,10 0 0,3 0 0,2 0 0,-3-2 0,8 0 0,0-2 0,-1 1 0,-7-2 0,-2 0 0,-6 0 0,-8-1 0,-10 2-769,-4 4 582,-14 0 0,-8 6 1,-13 0-1</inkml:trace>
  <inkml:trace contextRef="#ctx0" brushRef="#br2">7947 11352 27483,'-11'4'0,"-1"1"2642,0 2 0,5-3-2642,4 4 0,3-6 0,5 2 0,8-2 0,9-2 0,3 0 0,8 0 0,3 0 0,6 0 0,0-6 0,2 0 0,1-2 0,5 0 0,-1 0 0,2-4 0,-3 1 0,2-1 0,0 0 0,-2 0 0,1 0 0,-5 1 0,-7-1 0,-8 0 0</inkml:trace>
  <inkml:trace contextRef="#ctx0" brushRef="#br2">8572 10763 25359,'-28'0'2469,"7"0"0,-2 0 1,5 0-2470,4 0 0,7 1 0,7 3 0,10 3 0,10 4 0,4 1 0,3 0 0,5 1 0,7 1 0,4 2 0,3-1 0,3 2 0,-1-2 0,2 1 0,0 1 0,-8-3 0,3 6 0,-3 0 0,-4-2 0,-10 0 0,-7-2 0,-7 4 0,-5-2 0,-9 0 0,-1 2 0,-3 2 0,-4 1 0,-9 7 0,-6 0 0,-7 0 0,-7-2 0,-4 0-143,-2-3 0,-9 1 0,4-7 0,1-1 0,3-3-4773,4-6 1,9-5 4699,3-8 0,4-8 1,0-6-1</inkml:trace>
  <inkml:trace contextRef="#ctx0" brushRef="#br2">8077 10869 24007,'-8'0'2920,"0"0"0,6 1 0,-3 2-2920,-1 1 0,4 1 0,-6-1 0,4-1 0,-4 3 0,-1-1 0,-2 3 0,-2-3 0,-2 2 0,-5 2 0,0 3 0,-3 2 0,-6 3 0,-4 2 0,-4 0 0,-2 5 0,-4-1 0,-3 1 0,4 1 0,3 1 0,2 2 0,2-2 0,8-1 0,5-3 0,5-1 0,7-1 0,3-6 0,8 2 0,3-3 0,4-1 0,9-1 0,7 1 0,6-1 0,4-3 0,4 1 0,4-5 0,6-2 0,5 0 0,5-2 0,6 0 0,-29 0 0,0 0 0,3 0 0,0 0 0,3-3 0,0 0 0,6 0 0,0 0 0</inkml:trace>
  <inkml:trace contextRef="#ctx0" brushRef="#br2">10164 10574 23683,'-8'-4'3002,"1"0"-1283,-3 2 0,5 2-1058,1 4 0,2 3 0,-1 9 0,-1 4-661,1 2 0,-2 7 0,1 4 0,0 6 0,-1 8 0,-1 2 0,-5 4 0,2 1 0,1 0 0,1-8 0,-2-2 0,3-5 0,1-5 0,-3-11 0,4-4 0,1-4 0,2-3 0,1-7 0,0-5 0,1-5 0,2-7 0,2-1 0,2-3 0,2 2 0,5-6 0,3 0 0,1 2 0,2-3 0,4 4 0,-1 0 0,1 0 0,1 5 0,1 6 0,2 0 0,-2 4 0,0 2 0,0 4 0,2 5 0,-2 5 0,-5 10 0,-3 7 0,-1 3 0,-2 2 0,-6-1 0,-3 0 0,-2 1 0,-5-1 0,-6-5 0,-8-2 0,-5-3 0,-2-2 0,-3-5 0,-3-2 0,-4-3 0,-6-1 0,0 0 0,-4-2 0,0 0 0,0-3 0,4-4 0,-2 1 0,4-3 0,7-6 0,5-3 0,9-2 0,5-2-2199,7 0 1,8 0-1,8 1 418,9-1 1,6-4 0,6-1 2460,1-1 1,-2-2 0,8-4-1</inkml:trace>
  <inkml:trace contextRef="#ctx0" brushRef="#br2">10683 10397 25789,'-6'2'5816,"2"2"-5647,2 3 1,2 4-1,0 1 1,0-1-49,0 1 0,0 0 0,2 0 0,0 0-420,2-1 1,5 1 0,-2 0 30,-1 0 0,5-6 0,-3-2 0,2-2 150,2-2 0,1 0 0,2-2 0,2-2-287,1-4 0,2-7 0,2-4 1,-1 0 64,-1-1 0,-6 4 0,2-2 0,-3 1-98,-1 3 0,-5 2 0,0 3 2688,-2 1 1,-2 8-1694,-7 4 1,-3 4 0,-4 11 0,-1 4-558,0 3 0,0 0 0,-1 4 0,-1 0 0,-2 0 0,0 2 0,4 2 0,1-1 0,-1-2 0,4-9 0,1 1 0,2-5 0,3-4 0,2-2-9831,4-4 9696,2-3 0,11-10 0,1-2 0</inkml:trace>
  <inkml:trace contextRef="#ctx0" brushRef="#br2">11355 10857 29370,'-25'12'0,"-2"0"-170,-1-1 1,7-4 0,7-2 1145,5 0 0,5-3 0,8 2 1,5-3-977,5-1 0,5 0 0,4 0 0,2 0 0,3 0 0,-2 0 0,3 0 0,-2 0 0,-1 0 0,-3 0 0,4 0 0,-2 0 0,-1 0 0,-5 0 0,1 0 0,0 0-6034,-2 0 5737,-1 0 0,0 5 0,1 2 0</inkml:trace>
  <inkml:trace contextRef="#ctx0" brushRef="#br2">11367 11081 22449,'-22'13'2902,"2"0"0,6 0-1398,5-2 1,3-6 0,8 3-1505,2 1 0,7-4 0,9-1 0,2-2 0,2-2 0,3 0 0,2 0 0,1-2 0,3-2 0,2 2 0,3-6 0,4-1 0,4-2 0,-1-6 0,18-1 0,-3-6 0</inkml:trace>
  <inkml:trace contextRef="#ctx0" brushRef="#br2">12204 10987 22449,'-14'0'1561,"2"0"1,2 0 236,-1 0 1,5-2 0,2-1 0,4-7-1799,4-4 0,3-4 0,8-6 0,2-1 0,1-2 0,2 2 0,2-3 0,-1 3 0,-1 2 0,-2 3 0,2 3 0,-3 3 0,0 3 0,-7 7 0,5 2 0,-1 4 0,1 6 0,-4 8 0,1 4 0,0 2 0,0 7 0,0 2 0,-1 3 0,5 5 0,1 2 0,1 1 0,2 2-374,-2 2 1,1-6 0,-5-5 0,3-2-1758,2-5 1,-4-9 0,2 0-1,-2-5-6298,-5-7 8339,-6-1 0,7-12 1,-5 0-1</inkml:trace>
  <inkml:trace contextRef="#ctx0" brushRef="#br2">12369 11293 22449,'-5'-6'-2094,"4"-5"1,-3 3-1,3-3 4551,1-5 1,6-4-1,6-7 1,9-7-1330,9-8 0,8-3 0,-13 19 0,1 0 0,2 0 1,0 1-1129,3-1 0,0 2 0,-3 5 0,0 0 0,2-3 0,-1 1 0,22-9 0,2-4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8454 5694 7531,'2'-11'-435,"2"3"1,-2-2 1124,6 2 0,-4 2 0,3-2 54,-2-1 0,0 3 1,-2 1 340,1 0 1,0-2-21,-4-5 1,1 5-104,3-1 1,-3 4-175,3-4 0,-4 5-474,-4-1 1,2 8 0,-5 4 0,0 3 0,1 0-45,-3 1 1,-2 5 0,-1 3-1,-1 2-125,-2 2 0,0 1 0,-3 2 0,0 6-85,-1 5 1,3 1 0,-2 6 0,0 2-577,-1 1 1,5 0 0,0 4-1,4-2-200,7-4 0,1-11 1,4-2-1,3-6-45,7-5 0,1-10 1,6-1-1,4-5 6,3-3 1,-1-3 0,2-3 0,-2-2-210,-1-2 0,-5 0 964,1-5 0,0 0 0,3 0 0</inkml:trace>
  <inkml:trace contextRef="#ctx0" brushRef="#br0">8667 5988 7751,'-12'4'0,"0"2"1205,0 0 1,1-2 0,-1 3 2623,0-2-3336,5-1 0,3-4 0,8 0 0,6 0-267,4 0 0,-1-1 1,4-2-1,0-1-146,3 1 1,-3 1-1,-1-1 1,-2-1-595,2 2 1,-2 0-1,4 2 1,1-1-571,-1-3 1,-3 3-1,0-3 1,0 2-3108,0 2 4191,-1 0 0,8-5 0,-4-1 0</inkml:trace>
  <inkml:trace contextRef="#ctx0" brushRef="#br0">9138 5977 7791,'0'11'1346,"0"1"0,0-4 1743,0 0-2239,0-5 0,0 1 1,0-8-377,0-4 0,0 0 0,2-3 0,0-2-38,2 0 0,5-1 0,-1-1 1,3-2-234,1-1 0,-5 2 0,1-2 0,1 1-115,2 3 1,1-1 0,0 1 0,-1-2-47,1 2 1,0 4-1,0 3-313,-1-3 1,1 5 0,0 1 31,0 3 0,-2 6 0,-2 3 1,-3 3 315,1 0 1,-4 5 0,5 1 0,-2 0-70,-2 0 1,2 0 0,0-2 0,2 0-159,2 0 1,-3-2 0,2-1 0,2-1 58,0 1 1,-2-4 0,0-1 0,1-2-14,1-3 1,2 0 0,0-4 0,0-2 37,0-3 0,-1-4 0,0-1 0,-2-1 6,-1-2 1,-4 0 0,2-3 0,0 1 130,-4 2 0,1 1 1,-1 0-1,2-2 85,-1 1 1,-2 6 0,-2 3 0,-3-1 113,-4 1 1,-2 3 0,-2-1-1,0 4 175,0 4 0,1 1 0,-3 6 0,0-1-164,-2 3 0,-1 3 1,4-2-1,-1 2-247,-1-1 1,5-1-1,-6 0 1,3 3-153,1 2 0,0-4 1,1 5-1,-1 0-274,0-2 0,4 3 1,0-5-1,-1-1-622,-1 2 0,-2-5 1,1 1-1,2-3-842,1-1 1,4-4-186,-3-1 0,5-4 355,2-4 1686,11-3 0,2-10 0,4-1 0</inkml:trace>
  <inkml:trace contextRef="#ctx0" brushRef="#br0">9787 5930 7791,'0'11'1066,"0"1"0,0 0 0,0 0 0,0-1-488,0 1 1,0 0-1,0 0 1,0 1 109,0 3 1,0-2 0,0 4 0,-1 1-911,-3-1 1,2-3-1,-2 0 1,3-2-2985,1-1 3206,0-5 0,0 3 0,0-3 0</inkml:trace>
  <inkml:trace contextRef="#ctx0" brushRef="#br0">10211 5918 14959,'0'-12'1472,"2"1"1,0 1-1113,2-2 1,6 3 0,-3-8 0,4 0-265,1-3 0,-1-1 0,1 0 1,0 2 76,0-2 0,-4 6 1,0 2-1,-1 2-717,0 1 0,3 6 195,-2 1 1,-2 3-1,-3 3 214,-1 5 1,-2 7 0,1 2 0,2 0 13,1 0 0,3 2 1,-1-2-1,0 0 96,3 1 0,2 1 0,1-3 0,0-2 192,-1-1 1,5-5-1,1-1 1,1-2-103,3-2 1,-2-2 0,-1-1 0,0-1-23,1-3 1,-5-3 0,2-5 0,-3-1 0,-1-2 0,-4 0 1,-2-3-1,-1 1-97,-2 2 0,-2-3 0,-1-2 24,0-2 1,-5 5 0,-3 4 0,-2 5 32,-2 3 1,0 1-1,0 4 1,1 0 4,-1 0 0,-4 5 1,0 4-1,1 4 35,-2 3 1,4 1 0,-3-1 0,1 4 177,0 2 1,2-2-1,-3-1 1,3 2-121,1 1 1,0 2 0,2 0-1,0-1-536,3 1 0,-1-6 1,-3-2-1,2-3 225,1-1 1,4-2 0,-4-2-1355,-1-4 0,-1-3 0,-2-1-359,0 0 0,6-5 1922,2-3 0,2-8 0,2-2 0</inkml:trace>
  <inkml:trace contextRef="#ctx0" brushRef="#br0">10872 5399 12336,'1'12'710,"3"0"0,0 6 0,6 7 0,5 9 173,2 8 0,-1 12 0,3 7 1,-9-26-1,0 1-797,-1 2 1,0 0-1,0-1 1,-2-1-1,-2 0 1,-2 0 0,1 30-167,-3-7 0,-6-16 0,-4-1 0,-6-3 228,-4-2 1,0-10 0,0-3 0,-2-3-3538,-2-3 1,0 0 3388,-1-2 0,-5-3 0,-1 4 0</inkml:trace>
  <inkml:trace contextRef="#ctx0" brushRef="#br0">8407 6731 7971,'7'-5'342,"2"2"0,-4-5 251,2-1 0,-5 3 1315,2-2 0,-8 1-1422,-3-1 0,-4 5 1,-2 5-1,-1 5-39,-2 3 0,-1 1 0,1 8 0,-4 2-133,-2 2 1,3 3-1,-1 4 1,-1 7-129,-1 3 1,-3 6 0,-1 8 0,-2 6-345,15-28 0,0 0 0,1 1 1,0 0-1,2 0 0,1 0 0,-7 30-371,3-2 1,6-12-1,3-4 1,3-7-162,1-8 1,5-9 0,4-5 0,4-3-277,3-2 1,5-4 0,-3-3 0,2-3 965,0-1 0,-1-5 0,5-2 0</inkml:trace>
  <inkml:trace contextRef="#ctx0" brushRef="#br0">8714 7049 7912,'0'-11'1103,"0"-1"0,0 0 1,0 0 423,0 1 1,-1 3 0,-3 1-1007,-4 2 0,-3 4 0,-2 7 0,-3 7-292,-3 4 0,0 4 0,0 7 0,-2 3-207,-1 3 1,2 2 0,3-2-1,2-2-251,5 0 1,2-6-1,0 1-151,4-2 0,6-8 1,6-5-1,7-7 1,8-5 245,4-4 0,3-3 1,4-10-1,0-7 373,2-6 0,-7 0 0,5-2 0,-6-2-134,-5-4 1,-5 6 0,-8-3 0,-2 4-260,-4 1 0,-8 5 1,-5 3-1,-5 9-608,-6 7 1,0 6 0,-2 4 0,-3 6-172,0 4 0,1 8 1,1 7-1,2 0 933,2 0 0,4 3 0,-2-1 0</inkml:trace>
  <inkml:trace contextRef="#ctx0" brushRef="#br0">9056 7285 7961,'6'5'1690,"1"-3"0,-4 3-777,1 0 1,-1 2 0,-3 5 0,-1 1-542,-3 2 1,2 0-1,-6 4-511,-1 2 0,-1 2 1,1 0-1,1 1 1,-1-1-1113,-1 1 0,3-4 1,3-2 1250,3-1 0,1-1 0,0-5 0</inkml:trace>
  <inkml:trace contextRef="#ctx0" brushRef="#br0">9598 7332 7976,'-5'7'509,"-3"-2"-184,-2 0 1,2-3 0,0 2 1649,-1-3 1,2-1-1141,-1 0 0,4-1 0,-2-3 1,1-4-1,2-3 206,2 0 1,6-6-1,3-3-746,2-2 1,3-2 0,2 0 0,1 1 0,-1-2-110,2-2 1,0 0-1,4-3 1,-1 1-143,1 3 1,1 1 0,0 3-1,-1 1-39,-1 1 0,-5 10 1,0-1-364,-2 5 1,-1 3-1,-1 7 33,-4 4 0,0 6 0,-4 4 0,2 0 151,1 3 0,-2 1 1,4 2-1,1-1 34,2 1 0,1-1 0,-1 1 0,1 0 111,0-1 0,1-5 1,2-2-1,2-4 184,1-4 1,-2-3 0,3-6-1,2-3 10,2-4 0,-4-4 0,0-2 0,-2-5-111,-3-3 1,-1 4 0,-2-8 0,-2-1-180,-1 3 1,-6-1-1,2 1 1,-3 1-104,-1-1 1,-1 6-1,-3 3 1,-5 6 42,-5 5 1,-5 3-1,-6 3 1,-1 5 103,-1 5 0,-6 9 0,3 1 0,-2 5 218,1 4 1,3-4 0,-2 5 0,1 0 82,3 2 1,5-2-1,3-1 1,1 1-181,2-2 0,2-5 1,2-7-1,-1-1-296,0-3 0,4-4 0,0-4 0,-1-1-550,-1-2 1,2-6-1,1-2 1,1-3-164,-1-5 0,4 1 0,0-3 0,1 2 367,2 1 0,2-4 1,3 0-1,5 2-1572,5 1 2174,0 1 0,8-5 0,2-1 0</inkml:trace>
  <inkml:trace contextRef="#ctx0" brushRef="#br0">10377 6672 7606,'5'-16'0,"3"1"996,2 0 0,2 2 0,0 1 0,0 2 42,-1 2 1,-2 3-1,2 8 1,2 4 149,0 9 1,6 6-1,-1 7-614,0 7 0,3 9 0,-5 13 0,-3 5 0,-8-29 0,-1 1-352,-1 1 1,-2 0 0,-1 31 0,-2-31 0,-1 0 0,-2 0 0,-2-1-218,-1 0 1,-2-2 0,-14 25 0,-1-6 0,-1-9-989,0-7 1,7-13 0,-4-1 0,1-3-2250,-1-5 1,8-2 3231,-1-4 0,5-8 0,-6-7 0</inkml:trace>
  <inkml:trace contextRef="#ctx0" brushRef="#br0">13749 6932 7403,'-6'5'-492,"-5"-4"1,4 4 1305,1 1 1,-5-5 0,5 4-200,-1 0 1,1-3-214,2 2 1,3-2 144,-3 2 0,8-3-236,3 3 1,4-6 0,1-3 0,-1-2-86,1-2 0,0-3 1,1-2-1,2-3-153,0-2 0,6 0 0,-1-5 0,2-1 73,2-2 1,3 0-1,2-4 1,1-2-274,3-1 1,-3-1 0,2-1-1,-1 1 207,-1 0 0,3-1 1,-6 2-1,0 3 43,-2 3 0,-7 5 0,-2 2 0,-3 3-34,-1 0 0,-5 7 1,0 3-1,-1 0 25,1 1 0,-3-3-83,4 2 0,-2 2 1,4-1-56,-3 2 1,-3 1 0,3 3 243,-2-3 1,0 2 488,-1-2-367,-2-2 0,4 1-137,-2-3 1,-3-3-40,3 3 0,-2 2 1,-2-2 1,0 0-100,0-4 0,0 4 0,0 1 73,0-3 1,4 4-141,-1-2 1,3 4 107,-2-4-15,-3 6-75,4-4 0,-5 8 1,0 2-26,0 3 1,0 4-1,0 1 1,0 0 15,0-1 0,0 2 0,0 2 0,0 1 32,0-2 1,0 0 0,0 1-1,0 0 123,0 0 0,0-2 1,0-1-10,0 0 1,2-6 0,1-2 10,5-3 1,-1-1 0,1-1 0,0-3-59,-2-4 0,5-4 0,-5-2 0,2-3-176,0-1 0,-5 2 1,0-2-1,-1-1-38,-2 1 0,0 4 1,-2-2 67,-1 3 1,-8 6 0,-5 3-1,1 3 15,-2 1 1,2 0-1,-3 1 1,1 3-169,2 4 0,-2-1 1,2 0-1,0 3-939,2 0 1,5-2 0,2 0-1226,0 1 567,3-4 0,4 0 0,3-5 1787,4 0 0,7-5 0,4-1 0</inkml:trace>
  <inkml:trace contextRef="#ctx0" brushRef="#br0">13749 6260 7960,'-12'-7'-216,"0"-2"0,1 5 0,-1 0 823,0-1 1,0 2 0,1-3-1,-1 0 113,0 4 0,5-1 1,2 1 30,0-2 1,4-6-152,-3 3 0,2 0 0,2-1 2934,0-1-2295,0 4 1,4-2-491,0 3 0,1 3-104,-1-3 1,-1 8-133,5 4 1,0 1 0,2 0 0,-1-1-117,-1 1 1,0 2 0,5 0 0,2 1-163,0 0 0,2 0 0,-2 0 0,2-1-216,1 1 0,-2 1 0,2 2 1,1 2-20,-1 1 0,2-2 0,2 2 0,-1 0 0,-2 1 0,1-5 0,4 2 0,-1-2 0,1 2 0,-1-7 0,1 3 0,-2-2 0,-2 1 0,2 1 0,-3 0 0,0-1 0,1 1 0,-4 0 0,2-2 0,-1 0 0,-3-3 0,1 1 0,-1 3 0,2-2-44,-2-1 0,-1-2 1,-2 3 23,-3-1 0,5-4 0,-4 3 1,0-1 89,2 1 0,-5-3 0,2 4-70,1 1 0,-2-3 0,1 2 0,1 1 0,-3-3 0,2-1 0,1 0 0,2-4 0,1 3 0,0-2 0,-5-1 0,1 2 0,1 1 0,2 0 0,1-4 0,-6-2 0,-2-2 0,-2 2 0,-2-6 0,0-1 0,-2-2 0,-2-1 0,-2-1 0,-1-2 0,-2 1 0,4-1 0,-2 0 0,-2 0 0,2 2 0,1-3 0,-1 3 0,1 1 0,2 4 0,-3 0 0,1 0 0,-1 2 0,5-5 0,-2 10 0,8-3 0,2 8 0,6 4 0,0 2 0,0 2 0,-1 1 0,1 2 0,0 2 0,0 1 0,2-2 0,-1 3 0,-2 2 0,-1 2 0,-3-4 0,-1 1 0,0 1 0,-3 1 0,-3 0 0,0-2 0,-1-3 0,-3 0 0,-1-3 0,-4 4 0,0-4 0,-4-4 0,3-2 0,-4 1 0,-2-2 0,-1-2 0,3 0 0,-3-2 0,1 1-953,0-1 1,-5-2 0,3-2-1,0-2 455,2-1 1,2 0 0,-1 4 0,-1 0-4284,2 0 1,5 1 4780,1 3 0,5 8 0,-2 7 0</inkml:trace>
  <inkml:trace contextRef="#ctx0" brushRef="#br0">16119 5505 6014,'2'-6'196,"0"0"33,2 1 1,0 3 0,-3-5 36,3 2 0,-2-1 0,3 3 239,0-5 0,-4 1-167,3-1 0,2 4 181,-2-3 0,-1 3 1,-1-4 330,2-1 0,-3 2-194,3-1 0,-3 4 17,-1-4 1,0 4-283,0-3 1,-1 4 0,-2 0-113,-1 6 0,-5 0 0,1 6 0,-2 3-94,-2 2 0,0 3 0,0-1 0,1 5-163,-1 5 0,-1 4 0,-2 7 0,-2 2-230,-1 4 0,2 4 0,-2 3 0,1 2-147,2 2 0,6-7 0,3 2 0,1-3-169,2-6 1,3-2 0,4-5-1,4-3-289,2-2 1,2-10 0,1 4 0,1-3 188,2-5 0,1-5 0,-2-2 0,2-1-75,1 1 699,-4-5 0,9-2 0,-5-6 0</inkml:trace>
  <inkml:trace contextRef="#ctx0" brushRef="#br0">16556 5552 8219,'-6'-8'796,"-2"1"0,2 4 1,-3-1-1,-3 3 180,-2 1 1,-7 10-1,2 6 1,-2 6-499,-2 6 0,4 2 1,-6 7-1,2 2-242,2 4 0,5 3 0,2-2 0,5-2-640,5-2 0,4-8 1,4 2-105,3-9 0,5-4 0,4-8 0,4-3 1,2-4 104,1-3 0,2-9 1,2-4-1,1-7 448,3-5 0,-5-5 0,0-7 1,-4 2-46,-2 0 0,-10 0 0,2-6 1,-3-2 176,-2 2 0,-2 5 1,-6 3-1,-3 2-291,-4 1 0,-2 8 1,-4 4-1,-1 7-297,-5 8 0,2 7 0,-1 9 0,2 5-543,3 5 0,1 0 0,2 5 1,3 2 953,5 1 0,1 2 0,2-1 0</inkml:trace>
  <inkml:trace contextRef="#ctx0" brushRef="#br0">16909 5953 7972,'0'8'1498,"0"0"-718,0 1 0,0 1 0,0 2 0,-1 0-285,-3 0 1,1 5-1,-4 1 1,-1 2-942,1 0 1,-2-2 0,4 3-1,0-2-834,-1 2 0,-2-4 1,5-1 886,0-3 393,2-6 0,1-2 0,0-5 0</inkml:trace>
  <inkml:trace contextRef="#ctx0" brushRef="#br0">17287 6000 7972,'-12'7'717,"-1"-1"1,-2-3 624,0 1 1,3-1 0,5-7-643,2-4 0,5-7 1,5 0-1,3-1-319,5-1 0,0-1 0,6-6 0,-1 0-256,0 1 0,-2-1 0,4 2 0,-1 1-28,0 1 1,2 6-1,-4-2 1,0 3-483,0 1 0,0 6 0,-3 2 1,2 3-181,-2 1 1,0 1 0,-3 3 0,0 5 361,-3 5 1,2 5-1,-3 4 1,1 1 56,-1-1 0,-3 1 0,3 0 0,-1-1 380,1 1 1,1-6-1,4-2 1,1-3-28,2-1 1,0-6-1,3-2 1,1-4 165,-1-4 1,0-8 0,3-6-1,-2-2-193,-2 1 1,-2-1-1,-4-3 1,-2-1-230,-1 0 1,-6 1-1,2-1 1,-2 1-42,-2-1 1,-2 6 0,-3 3 0,-5 6-151,-5 5 0,-6 3 0,2 2 0,-5 5 91,-3 5 0,0 8 0,-3 7 0,0 3 372,0 1 0,4-1 1,-2 3-1,3 2-125,2-1 1,0 0 0,4 0 0,3-5-284,3-4 1,1-4 0,0-1 0,1-3-616,-1-3 1,3-2 0,-1-2 0,0-3-92,1 0 1,4-2-1,-3-4 132,-1 0 0,3-7 0,4-3 759,4-5 0,5-11 0,5 1 0</inkml:trace>
  <inkml:trace contextRef="#ctx0" brushRef="#br0">17994 5352 7972,'8'4'1718,"0"1"-74,1 2 1,-1 0-1,2 7 1,4 1-574,-1 5 1,4 9 0,-2 7 0,0 12-746,-2 9 0,-7 9 0,-3-31 0,-2 0 0,0 0 0,-2 0-54,-3 30 0,-2-10 0,-7 2 0,-3-6-1159,-4-5 0,-2-11 0,0-1 0,0-3-1351,-2 0 0,7-1 0,-5 0 2238,3-7 0,-7 1 0,1-6 0</inkml:trace>
  <inkml:trace contextRef="#ctx0" brushRef="#br0">16143 6731 7972,'0'-12'178,"0"5"1,0-1 0,0-2 1977,0 0 1,0 2-502,0 0 0,0 7-1007,0 1 1,-5 3 0,-3 7 0,-3 4-1,-2 4-48,-3 2 0,2 8 1,-6 3-1,-1 5 86,-1 3 1,-1 4 0,-1 7 0,0 4-480,1 3 1,3 1 0,11-25 0,0 0 0,-8 31-1092,2-3 0,6-10 1,3-5-1,0-4 152,4-4 1,7-10 0,6-7 0,4-6-1177,4-4 0,-4-7 1,5-2 172,1-4 1,4-6-1,1-8 1735,0-4 0,-4-7 0,7-3 0</inkml:trace>
  <inkml:trace contextRef="#ctx0" brushRef="#br0">16343 7167 8523,'-18'4'0,"1"1"1469,0 2 1,4-3 0,-3 4 1885,3 1 1,6-2-1986,4 0 1,3-3-1,3 3-1102,5-2 1,4-1 0,2-4 0,2 0-348,-1 0 1,-1 0-1,0 0 1,3 0-602,2 0 1,-5-4-1,2 0-858,-3 2 1,3-4 0,1 2 0,0 0-1,1 1-4576,1-1 6114,-5 0 0,8-2 0,-3 0 0</inkml:trace>
  <inkml:trace contextRef="#ctx0" brushRef="#br0">16862 7179 10137,'-4'8'0,"-1"-1"820,-2-2 1,4 0 0,-5-2 4641,-2 1-3444,5-1 1,0-4-1230,5-3 1,1-2 0,3-6-1,4-1-415,3-3 0,0-1 0,1-4 0,1 1-315,3-1 1,-3 3 0,4-1 0,-1-1 29,0 2 1,1-1 0,-3 6 0,2 0-363,-2 3 1,-1 2 0,-1 0 0,0 4 28,0 3 0,-1 2 0,0 4 0,-2 6 53,-1 3 1,0 8 0,2 1 0,-1 3 77,-1 0 1,0-1 0,4-2-1,0 1 11,0 0 0,-1-6 1,1-2-1,0-5 130,0-3 1,0-3 0,-1-5-1,2-1-77,3-3 1,-7-6-1,3-7 1,-1-2-137,-1-2 1,2-2 0,-2-3 0,-2-2 79,-4 2 1,-3 0 0,-1 1 0,0 0 129,0 3 0,-5 6 0,-3 0 1,-3 5 236,-5 3 1,1 4-1,-4 8 1,-2 5 246,-1 5 0,-2 6 0,0 6 0,1 3 45,-1 1 1,1 0-1,0 3 1,2-2-526,2 2 0,3-7 0,-2-1 0,1-1-271,2-3 1,1-4-1,-1 0 1,-2-3-869,-1-3 1,0-7-1,-2-1 1,3-1-591,0-2 0,8 0 0,-2-2 0,5-1 178,3-5 0,3-3 0,5-1 0,8-1 1522,10-2 0,6-4 0,6-4 0</inkml:trace>
  <inkml:trace contextRef="#ctx0" brushRef="#br0">17723 7097 8311,'-12'13'843,"0"2"1,5 0 0,-1 3 0,-1 0 477,-2 1 0,-1 0 0,0 5 0,1 0-1084,-1-1 1,4 1 0,1-2 0,2-1-1534,3-1 1,0-10 0,4 1-504,2-5 1,2-3 1798,6-7 0,5-13 0,1-8 0</inkml:trace>
  <inkml:trace contextRef="#ctx0" brushRef="#br0">18006 7214 7972,'-12'6'3851,"4"-5"-2442,0 3 1,6-4 0,-2-4 0,3-4-749,1-2 1,5-7 0,3-3-1,4-2-209,3-2 1,2-1-1,4-1-276,-1-1 1,-2-1 0,3 5-1,-2 2 1,-2 2-163,-3 3 0,0 10 1,1-5-300,1 5 1,-1 2 0,-3 5 0,0 5 73,0 5 1,-5 2 0,1 6-1,2-1-39,0 0 1,2 2 0,0 4 0,-1-1 291,1 1 0,0-6 1,1-2-1,1-3-15,2-1 0,1-2 0,-2-2 0,2-4-108,1-3 0,-4-3 1,2-5-1,-3-5 46,-1-1 1,0-5 0,-2-2 0,-1-2-8,-1-2 1,-4 1 0,3-1 0,-2 1 3,-2-1 0,-3 6 0,-4 2 0,-4 3 229,-3 1 0,-2 6 0,-1 2 0,-4 4 267,-5 4 1,2 7 0,-5 9 0,3 2-26,-1 2 0,7 1 0,-5 2 0,2 3-398,2 1 0,3 3 0,1-4 0,3 1-578,3 1 1,2-10-1,-2 0 1,4-4-2561,3-3 1,1-6 1366,0-1 1,0-12 0,1-4 1735,3-9 0,3-10 0,4-4 0</inkml:trace>
  <inkml:trace contextRef="#ctx0" brushRef="#br0">18761 6554 7972,'0'8'2823,"0"0"0,0 0 0,1 5-1229,3 3 0,4-2 1,8 7-1,3 5-1090,3 8 1,-1 13 0,0 12 0,-10-26 0,-1 0-373,-1 1 0,-1 1 1,-1 1-1,-1-1 0,-1-1 1,-2-1-1,0 28-227,-6-6 1,-3-13 0,-7 0-1,-2-8-1329,0-6 0,-2-7 0,1-3 0,-4-1-1882,-2-2 0,1-8 3306,-3-3 0,3-8 0,-7-2 0</inkml:trace>
  <inkml:trace contextRef="#ctx0" brushRef="#br0">6874 8264 7875,'-13'-7'500,"-2"3"0,1 3 0,-1 1 0,2 1 473,1 3 0,0 5 0,0 10 0,0 7-195,1 7 0,3 6 0,0 13 1,0 7-555,1 7 0,3-28 0,-1 1 0,2 1 0,1 1 0,-1 2 0,0 1-122,-2 0 0,0-1 1,2-8-1,0 0 0,-1 1 1,1 0-1,-2 21 7,2-9 1,2-20-1,1-4-1355,0-8 1,3-10-1,2-3 1,5-7-3836,4-8 5081,1-10 0,9-8 0,-1-6 0</inkml:trace>
  <inkml:trace contextRef="#ctx0" brushRef="#br0">7169 8264 8363,'0'14'1611,"0"6"1,-5 3 0,-4 17 0,-4 9-1116,-3 10 0,6-25 1,-1 2-1,1 3 1,0 2-1,-1 3 0,0 1-253,-1 2 1,0 0 0,3-4 0,0 0 0,1 0 0,0-2 0,2-5 0,1-2-820,-3 22 0,2-21 0,6-8 0,2-9-1962,2-8 1,-2-3 2537,6-7 0,0-16 0,4-3 0</inkml:trace>
  <inkml:trace contextRef="#ctx0" brushRef="#br0">6627 8947 7883,'0'12'0,"0"0"0,0-4 0,2-2 0,5 0 1868,5-4 1,9 0 0,1-4 0,7-2-1327,5-4 0,0-6 0,8-3 0,0-1-1350,0-3 1,-3-2 0,3 0 0,-2-1-1712,-2 1 0,-1-1 2519,-1 1 0,-1 4 0,0 2 0</inkml:trace>
  <inkml:trace contextRef="#ctx0" brushRef="#br0">7346 8959 7883,'0'8'2518,"0"0"0,1-11 0,2-2-1826,1-8 0,9-11 1,-1-8-1,1-6 0,1-7-249,2-5 1,1-1-1,3-5 1,-3-3-390,0-1 1,-3 5 0,5-6 0,-2 5-581,-3 8 1,-5 10 362,-1 10 0,-5 15 0,1 9 34,-3 9 1,-1 12 0,0 7 0,0 7 202,0 7 1,0 6 0,0 7 0,0 5-345,0 6 0,0 0 1,0 5-1,1 0-104,3-3 0,-1-10 0,3 0 0,1-9-488,-1-5 1,-3-14 0,2-8-165,0-7 1,-3-7 0,2-8 1025,-3-4 0,-1-3 0,0 0 0</inkml:trace>
  <inkml:trace contextRef="#ctx0" brushRef="#br0">7440 8747 8915,'-10'8'1667,"1"-2"1,2 1-597,2-1 0,2-3 0,7 1-520,4-3 0,3-1 1,2-1-1,2-3-1110,5-4 1,2-2 0,2-2 0,-1 0 558,1 0 0,5-5 0,1-1 0</inkml:trace>
  <inkml:trace contextRef="#ctx0" brushRef="#br0">7936 8558 8541,'-8'0'1756,"0"0"1113,-1 0 2321,3 6-6580,1-5 1,7 4-523,1-5 1912,4 0 0,5 5 0,0 2 0</inkml:trace>
  <inkml:trace contextRef="#ctx0" brushRef="#br0">7947 8771 7855,'-13'3'440,"0"3"1,0-1 1451,3 0 0,0 3 1,0-3 998,2 2-2615,3-5 1,9 2 0,1-6-1,2-2-1747,2 1 1,-3-2 1470,2 1 0,5-5 0,6 2 0</inkml:trace>
  <inkml:trace contextRef="#ctx0" brushRef="#br0">8985 8499 8922,'-12'-4'1247,"1"1"1,-1-1 0,0 4 0,0 0-278,0 0 0,1 1 0,0 3 0,3 5-412,4 5 0,3 6 1,1 6-1,0 4-215,0 4 0,1-3 0,3 7 1,4 0-73,3-2 1,4 0 0,2-6 0,2-7-519,2-6 1,-2-9 0,4-4 0,3-4-259,3-4 1,2-13 0,4-12 0,2-7-61,2-8 1,-2-5 0,1-2 0,-4 0 347,-2-2 0,-10 9 0,0-2 0,-5 4 664,-6 4 0,-1 6 194,-6 5 1,-5 12 0,-7 9 0,-3 7-203,0 7 1,-2 13 0,-3 8 0,-5 8-94,-5 6 0,-1 9 0,-3 6 0,15-27 0,-1 2-178,-1 1 1,0 1 0,2 0-1,1 1 1,-4 4 0,1 1 0,-1 2-1,0-1-122,-1 3 0,0-2 0,4-4 0,1-2 0,0-1 0,0-1 0,-9 24-938,10-13 0,5-16 0,11-9-524,5-7 1,0-5 0,7-10 0,0-3-399,1-4 0,3-9 0,9-8 1,3-9 1813,3-8 0,2 2 0,-1-1 0</inkml:trace>
  <inkml:trace contextRef="#ctx0" brushRef="#br0">9799 8488 7840,'-25'23'154,"0"-2"0,0-3 2359,3-2 0,6-5 1,2 4-1404,4-1 1,7-7 0,8 0-1,7-2-849,6-2 0,9-2 0,4-2 0,1-3-261,4-4 1,-7 1 0,6 0 0,-1-1-1676,0 1 0,-4-3 0,-2 3 1,-3-1-3532,-2 0 5206,1 1 0,-1-5 0,1 0 0</inkml:trace>
  <inkml:trace contextRef="#ctx0" brushRef="#br0">9928 8700 8745,'-23'18'1081,"-1"-1"0,3-5 1,4 0 2203,6 0 1,7-5-2657,0 1 0,13-5 0,7 1 0,6-3-898,5-1 1,3 0-1,5-1 1,-1-2-928,1-1 1,-2-4 0,6 3 1195,-2-1 0,9-2 0,2-4 0</inkml:trace>
  <inkml:trace contextRef="#ctx0" brushRef="#br0">10895 8334 8848,'-11'-6'0,"-2"2"2018,-3 3 0,1 1 1,-3 1-1,-2 4-640,-2 7 0,0 6 1,-8 8-1,0 5-731,-1 3 1,4 5 0,-3 11 0,2 3-671,6 5 1,9-6 0,9 5 0,5-6-984,7-5 1,8-14-1,14-5 1,7-13-530,3-9 1,1-6-1,3-6 1,2-7 1082,-1-7 0,-10-3 0,-2-10 0,-5-4 427,-6-2 1,-6 1-1,-2-2 1,-5 2-824,-5 1 1,-9 8 847,-7-6 0,-16 9 0,-8-2 0</inkml:trace>
  <inkml:trace contextRef="#ctx0" brushRef="#br0">14810 8417 7816,'-11'0'3391,"-1"0"-2534,0 0 0,4 1 0,2 3 1,-1 4 131,0 2 1,5 4 0,-2 3 0,3 6-117,1 7 0,1 15 1,3 6-1,4 8-650,-3-26 1,0 1 0,7 29 0,-6-29 0,0 1-1,6 30-42,-1-3 0,1-6 0,-1-5 1,-4-5-86,-3-8 0,2-10 0,-2-5 0,0-6-175,1-4 0,-3-6 0,6-4 20,1-6 1,-1-6 0,3-11-1,2-10 227,0-11 1,5-4-1,3-16 1,-8 27-1,0-1-130,3-5 1,0 0 0,0-1-1,-1 0 1,2-5 0,0 0-21,2-2 0,-1-1 0,1 0 1,0 1-1,-1 3 0,-1 2 1,0 4-1,-1 1 0,-1 4 1,-1 1-3399,10-21 2371,-14 18 1,1 17 0,-13 19 0,-2 8 496,-3 4 0,-4 6 0,-1 5-5162,0 3 5674,1 12 0,4-7 0,2 10 0</inkml:trace>
  <inkml:trace contextRef="#ctx0" brushRef="#br0">15317 9171 7816,'0'19'2557,"0"-2"0,0-5-1123,0-1 1,2-4 0,2-5 0,4-5-210,2-9 0,7-12 1,3-10-1,2-6-918,2-6 0,0-5 1,-10 20-1,-1 0 1,1-2-1,-1-1-238,0-2 1,0-1-1,0 2 1,-1 0-1,0-5 1,0-2-1,0 0 1,-1 0-338,1 1 1,0 1 0,-2 3 0,0 2 0,-2 1 0,1 1 0,5-25-690,-3 13 0,-2 12-22,3 9 0,-6 12 673,-2 12 0,-3 11 1,-1 9-1,0 3 193,0 5 1,0 7 0,0 8 0,0 7-28,0 9 1,0-4 0,0-21 0,0 1 830,0 1 1,0-1 0,0 1 0,0-1 0,1-1 0,0 0 0,1 30 0,2-2-151,-1-5 0,2-11 1,-1-5-1,-1-10-1308,-2-7 1,4-14-579,3-2 1,-3-7-377,-1-4 1,-2 0 0,-2-5-1883,0-1 0,0-2 3603,0 0 0,-6-6 0,0-2 0</inkml:trace>
  <inkml:trace contextRef="#ctx0" brushRef="#br0">15530 8712 11858,'-12'4'0,"0"1"6490,0 1-4444,6-3 1,3 2-1,10-5 1,6-1-1717,4-3 0,-1 1 0,3-3 0,3-1-1698,5 1 0,-2 2 0,2-3 1,-1 2-2960,2 2 1,-3-2 4326,2 1 0,3-10 0,0 1 0</inkml:trace>
  <inkml:trace contextRef="#ctx0" brushRef="#br0">16237 8488 7816,'-12'5'2825,"-1"-3"1,-1 5 1703,-2-2 1,6 1-3140,6-3 1,4-1 0,4 2-3117,4-3 0,2 0 1,2 2-1,0 1-6071,-1-2 7797,1 0 0,0 3 0,0 2 0</inkml:trace>
  <inkml:trace contextRef="#ctx0" brushRef="#br0">16225 8735 7816,'-17'12'456,"4"0"1,-2 0 0,3-1 2547,4 1 0,3 0 1,5 0-2277,0-1 0,1-4 1,3-3-1,4-3-1971,2-1 0,2-1 1,0-2-1,1-2-4315,3-1 5558,-3-2 0,9-9 0,-4-2 0</inkml:trace>
  <inkml:trace contextRef="#ctx0" brushRef="#br0">17440 8877 7816,'-12'0'913,"0"0"0,1 0 1411,-1 0 1,4 0-1064,0 0 1,5-2 0,0-3-361,1-7 0,4-2 0,1-8 0,7-6-484,4-5 0,3 1 0,4-9 0,-1 0-224,1-2 1,1 5-1,2-1 1,-1-2-216,1 1 1,1-1-1,-1 6 1,1 1 40,-2 2 0,-4 3 0,1 8 0,-4 6-216,-3 7 1,-5 5 0,-2 6-1,-1 5-127,-2 7 0,2 8 0,-1 4 1,0 7 112,1 8 0,-2 3 0,4 7 1,-1-1-12,1-1 0,-1-7 0,3 7 55,-1 0 0,0 1 0,5-7 0,2-7 1,0-6-275,0-4 1,2-8 0,-1-4-1,-1-6-261,2-5 0,-4-4 1,3-4-1,-1-4 229,0-2 0,-2-6 1,2-1-1,-5-1-3865,-2-3 4338,0 4 0,-1-6 0,-2 5 0</inkml:trace>
  <inkml:trace contextRef="#ctx0" brushRef="#br0">17558 9065 8938,'-17'-1'3911,"6"-4"0,11-7-2771,11-6 0,14-15 0,14-9 0,-14 16 0,1-2-888,4-5 0,0-1 0,4-2 0,1-1 1,2-4-1,2 0 0,0-2 0,0 2-433,0 1 1,-2 1 0,-4 4 0,-2 1 0,-3 4-1,-2 1 1,19-21-1633,-11 11 1,-11 15 0,1 4-1,-7 7-323,-4 6 0,-5 1 1,-2 9 2135,0 5 0,3 5 0,-3 10 0</inkml:trace>
  <inkml:trace contextRef="#ctx0" brushRef="#br0">18513 8499 7816,'-18'6'2440,"-1"-4"0,5 6-118,-2 1 1,6-2-696,6 1 1,5-6 0,6 2 0,6-1-1082,4 1 1,6-3 0,5 3-1,-1-3-1704,2-1 0,0 0 0,4-1 1,-2-2-156,2-1 1,-3-1 0,0 3-1,-1-2-463,-3 1 1776,-1-3 0,-1-1 0,-1-5 0</inkml:trace>
  <inkml:trace contextRef="#ctx0" brushRef="#br0">18572 8641 7816,'-24'12'550,"5"-3"0,0 1 1366,2 3 1,7 2-1,6-3 1,4-1-458,4 1 0,8-4 0,6-1 1,3-2-1363,3-3 1,-2 4-1,8-2 1,1-2-1499,4 0 0,-7-6 0,8-2 1,-2 1-352,0 0 0,1-4 0,1 1 1752,-1-3 0,11-6 0,2-1 0</inkml:trace>
  <inkml:trace contextRef="#ctx0" brushRef="#br0">19704 8311 7816,'-12'0'0,"-1"0"1070,-3 0 1,-1 0 0,-4 0 0,2 1 1386,-2 3 1,-4 4-1,-4 9 1,-4 8-1472,1 9 1,-1 8 0,-1 9-1,2 6-808,18-24 1,1 0 0,-6 30 0,13-29 0,1 0 0,1 29 42,6-6 0,11-15 0,10-5 0,6-11-1953,5-11 1,4-9 0,9-11-1,1-7 639,3-6 0,-5-11 0,1-5 1,-3-7 920,-8-4 0,-7-1 0,-3-8 1,-5 0 37,-5 1 1,-8 5-1,-5 0 1,-7 1-296,-8 2 0,-7 6 0,-8 4 0,-7 8-1817,-8 12 1,-3 11 2245,-10 4 0,-5 10 0,27-1 0,1 1 0</inkml:trace>
  <inkml:trace contextRef="#ctx0" brushRef="#br0">6568 10409 10657,'0'-6'2845,"0"10"1,0 9-2205,0 4 1,4 2-1,1 5 1,1-1-747,4 1 0,0 0 0,2-1 1,1 1-487,3-1 1,-2-3 0,4-3 0,1-3-418,-1-3 1,-2-7-1,2 0 1,1-4 53,-1-4 0,-2-4 0,3-9 0,1-5-182,-2-5 0,3-5 1136,-5 0 0,0-2 0,-5-1 0</inkml:trace>
  <inkml:trace contextRef="#ctx0" brushRef="#br0">6969 10350 7816,'0'-8'1218,"0"0"0,-2 6 0,0-1 103,-2 6 0,-5 5 0,2 9 0,-2 6-174,-3 7 1,3 10 0,-8 4 0,0 9-896,-3 10 0,9-31 1,-1 2-1,-1 5 0,-1 1 1,0 0-1,0 0-397,-1 1 0,-1-1 1,3-5-1,0-2 0,-13 27 1,6-9-778,9-9 1,4-14-1,7-8-2189,0-6 1,5-10 0,4-8 3110,6-10 0,3-13 0,6-3 0</inkml:trace>
  <inkml:trace contextRef="#ctx0" brushRef="#br0">7205 10574 7816,'-6'8'877,"-2"0"1754,-2 1 1,2-2-970,0 0 1,7 0 0,1 1-1298,6-4 0,5-3 0,2-1 0,1-1-1025,2-3 0,1 1 0,-2-3 0,2 0-204,1 4 1,-2-1 0,2 1 0,-1-2-4518,-3 1 5381,0 2 0,3-4 0,1-2 0</inkml:trace>
  <inkml:trace contextRef="#ctx0" brushRef="#br0">7582 10515 7816,'-15'13'423,"4"3"0,0 4 720,1 2 1,-2-1 0,1 1 0,2 6-397,1 4 0,2-3 0,-3 5 0,2-4-636,2-3 0,1-6 1,5-3-1908,3-1 0,3-7 1,5-7 1795,-1-6 0,1-8 0,0-8 0</inkml:trace>
  <inkml:trace contextRef="#ctx0" brushRef="#br0">7676 10138 7816,'-8'-4'0,"0"0"1793,-1 2 1,-1 0 0,-1 4-1162,3 1 0,2 5 0,3 7 0,-1 2-1264,2 1 0,0 2 0,4 3 1,2 1-156,4-1 0,1 5 787,-1-1 0,7 1 0,-2-4 0</inkml:trace>
  <inkml:trace contextRef="#ctx0" brushRef="#br0">7782 10598 7816,'-6'12'960,"1"-1"0,1 1 312,0 0 1,-4-3 0,4 2 0,0 2-701,-1 0 1,3 0-1,-2-1 1,2-1-527,-2 1 1,3 0-200,-3 0 0,4-7-27,4-5 1,2-7 0,6-8 0,0-6-9,0-5 0,1-1 1,1-3-1,2 0 60,-2 0 0,1 6 1,-1 0-1,2 1 92,-2 6 0,-1-1 0,-1 4 1,0 3-211,0 6 1,-2 5-1,-2 5 1,-4 7 151,-3 6 0,-1 6 0,0 3 0,-1 5-261,-3 2 0,3 1 0,-5-1 0,2-1-484,1-2 0,-1-6 1,4-1-1,0-7-1742,0-4 2581,0-7 0,10-11 0,3-8 0</inkml:trace>
  <inkml:trace contextRef="#ctx0" brushRef="#br0">8337 10150 8171,'-2'12'705,"-2"-1"0,2 2 0,-5 3 0,1 5 108,-1 5 0,3 6 0,-4 7 0,-1 6-357,-1 4 1,-4-3 0,0 4 0,-2 0-687,2-2 0,2-8 0,3-8 0,2-4-577,2-6 1,1-10-436,4 0 0,0-14 1,2-3-1,0-9 1242,2-10 0,5-5 0,-2-6 0</inkml:trace>
  <inkml:trace contextRef="#ctx0" brushRef="#br0">8160 10421 7816,'-12'4'984,"0"0"1,0 0 1849,0 1 0,6-2-1535,2 4 0,4-3 0,4 3-1544,4-2 0,4-1 1,3-4-1,5 0-612,2 0 0,-2-1 0,0-2 1,1-2-3725,1-2 4581,1-1 0,1-3 0,0-1 0</inkml:trace>
  <inkml:trace contextRef="#ctx0" brushRef="#br0">8643 10232 9516,'0'-11'3553,"-1"4"-1386,-3 3-2262,3 3 1,-5 2-1,6 3 1,2 4-1738,2 2 1,-3 2 1831,3 0 0,2 0 0,1-1 0</inkml:trace>
  <inkml:trace contextRef="#ctx0" brushRef="#br0">8631 10539 7816,'-11'6'1435,"0"0"0,2-2 2100,1-1 1,0 5-3035,-4-4 0,6 1-1026,2-1 0,4-2 525,4 2 0,2-3 0,6-1 0</inkml:trace>
  <inkml:trace contextRef="#ctx0" brushRef="#br0">9893 10114 7816,'-1'-7'0,"-2"-1"0,-2 0 1477,-2 1 0,0 1 1,-7 3 249,-1-1 0,2 2 1,-4 6-1,1 5-908,0 5 1,-5 2 0,0 7 0,-5 8-387,-5 5 1,-1 7 0,-2 8 0,15-22 0,0 1-317,-1 5 1,-1 0 0,2 1 0,0 1 0,-1 6 0,1 1 0,1-2 0,1 1-575,0 0 0,2 0 0,5-7 0,2-1 0,3-1 0,2 0 0,2 25-1211,5-11 1,7-10 0,10-11-1,6-6-243,4-6 1,7-7-1,3-6 1911,1-9 0,1-6 0,4-11 0</inkml:trace>
  <inkml:trace contextRef="#ctx0" brushRef="#br0">10153 10291 7816,'-24'5'674,"0"3"0,-1 3 0,1 2 1,-1 3 747,2 3 0,2 4 1,-2 1-1,-1 5-548,1 7 0,3 6 1,0 9-1,1 4-522,0 2 0,8-2 0,7-2 1,4-5-694,4-6 1,9-11 0,9-8 0,8-10-889,8-8 1,-3-10 0,13-7 0,-3-8 821,1-6 1,-6-7-1,-4-7 1,-2-6 470,-5-2 0,-4 2 0,-7-4 0,-4 4-46,-5 3 1,-7 8-1,2-2 1,-4 3-227,-4 5 1,-4 8 0,-6 7 0,-3 6 10,-1 8 0,-1 8 0,-2 10 0,3 7-1873,1 4 0,1 2 2070,5 4 0,-7 1 0,0-1 0</inkml:trace>
  <inkml:trace contextRef="#ctx0" brushRef="#br0">10518 10692 7816,'0'8'2278,"0"0"1,0 1-1458,0 1 0,-1 4 0,-2 1 0,-1 5-1087,2 2 1,-4 3 0,2 1 0,2 2-104,0-2 0,2-2 0,0-5 0,0-3 369,0-3 0,-5-1 0,-1 0 0</inkml:trace>
  <inkml:trace contextRef="#ctx0" brushRef="#br0">10931 10221 7676,'-7'11'-129,"-3"1"1,3 0 0,-1 1 1007,0 3 0,5 3 1,-4 9-1,0 3 1294,1 3 0,2 7 0,-3 2 0,1 4-1856,-1 4 1,3-5-1,-2 3 1,-1-2-1023,1-3 0,3-10 0,-1-2 0,3-7-100,1-6 1,0-5 804,0-7 0,0 1 0</inkml:trace>
  <inkml:trace contextRef="#ctx0" brushRef="#br0">11202 9890 9995,'12'7'813,"-4"3"1,0-2 0,1 4 828,1 4 1,3 5-1,2 9 1,2 9-1137,1 10 1,0 4 0,-7-19 0,-2 2 0,-1 0 0,0 1-373,-1 1 1,-1 0 0,-2-2-1,-2-1 1,1 1 0,-2 0-1,0-1 1,-2-1 149,-3 30 1,-7-6 0,-8-5 0,0-4-816,-1-3 1,0-8 0,-3-1-1,-1-4-1453,1-1 1,2-3-1,0-1 1984,0-4 0,-9-10 0,5-4 0</inkml:trace>
  <inkml:trace contextRef="#ctx0" brushRef="#br0">14881 10598 6449,'0'8'1243,"0"-1"0,-4-3-845,0 4 0,0-4 0,3 3 281,-3-2 1,3 0 363,-3-1 1,1 3-663,-1 4 0,3 1 1,-4-1-21,-1-3 1,5-2-1,-3-2 676,3 4-611,1-3 0,0-1 1,0-9-279,0-7 1,5-1 0,2-7 0,2-1-109,3-1 1,-6-3 0,9-1 0,-1-1 93,-1 0 0,2-3 0,-1 0 1,3 0-138,1 2 1,-3 4 0,1 1 0,-2 2-67,2 2 0,-7 8 0,3 1 0,-2 3-65,1 5 0,-4 2 0,1 3 0,1 5 59,2 3 1,-3 6 0,0 2 0,1 4 23,1 0 1,-2 6-1,0 1 1,1 2 160,2-1 1,0 1 0,1 2 0,0-2-272,0 0 1,0-6 0,-1 0 0,3-4-205,1-2 1,-4-9-1,3-1 1,1-3-206,-2-5 0,0 0 0,-1-4 1,-1-2-35,1-4 1,-4-2 0,-1-2 0,-1-1-781,1-3 1,-3-2 0,2-4 1383,-1 2 0,-1-7 0,-4 2 0</inkml:trace>
  <inkml:trace contextRef="#ctx0" brushRef="#br0">15046 10916 8439,'-10'8'1095,"2"0"1,3-7-450,5-1 0,6-6 0,6-12 0,8-5-169,6-7 0,5-12 0,9-9 0,-18 20 0,0-1-359,3-4 0,0 0 0,2-4 0,1 0 0,2-3 0,0 0 0,1-2 0,0 0-352,0 1 0,-1 1 0,-6 8 0,0 3 0,-2 2 0,-1 1 0,8-12-247,-14 18 0,-4 12-1468,1 7 1,-6 8 0,-2 5 1948,-3 6 0,-1 3 0,0 6 0</inkml:trace>
  <inkml:trace contextRef="#ctx0" brushRef="#br0">15766 10527 7816,'-15'7'1194,"3"-2"1,2-1 682,-1 0 0,3 0-1310,1-4 0,5 0 1,2 0-362,7 0 1,3 0 0,3 0 0,2-2-742,1-2 1,5 2-1,-3-5 1,2 1-526,-1-1 1,-3 4 0,2-2 0,1 1-2350,-1 0 3409,-4-5 0,9 3 0,-5-6 0</inkml:trace>
  <inkml:trace contextRef="#ctx0" brushRef="#br0">16155 10386 7816,'0'11'569,"0"1"0,0 0 0,-2 0-12,-2-1 0,-1 7 1,-4 2-1,1 7-59,-1 4 1,2 1 0,1 0-1,-1 4-772,1 0 1,3-7-1,-1 1 1,3-6-1046,1-5 1,1-9-1,3-2-1199,4-6 2518,-3-7 0,6-12 0,-5-8 0</inkml:trace>
  <inkml:trace contextRef="#ctx0" brushRef="#br0">16273 10055 7816,'-2'-10'-211,"-2"1"1628,-4 1 0,-2 7 0,-2 2-962,0 9 1,6 4 0,2 4-1,3 0-1002,1 1 1,0 0-1,1 5 1,3-1-901,4 1 0,2 0 1447,2-1 0,0 1 0,0-1 0</inkml:trace>
  <inkml:trace contextRef="#ctx0" brushRef="#br0">16426 10492 8403,'-8'11'0,"0"1"1237,-1 0 0,2 0 0,0 0-554,-3-1 0,4 5 1,-2 1-1,0 0 0,2 1-183,2 1 0,-2-5 0,2 2-401,2-3-209,1-1 0,6-7 1,3-6-1,2-10-202,2-7 0,1-4 1,3-2-1,2-1-28,0-2 0,5 2 1,-5-3-1,0 3 180,-2 2 0,1 5 0,-1 0 0,-2 3 89,-1-1 1,-1 6 0,-1 7-4,-3 6 1,-3 4-1,-5 10 29,0 7 1,0 4 0,-2 4 0,0-2 0,-3 1-270,-2-1 1,3-7-1,-2 2 1,0-3-1800,4-5 0,0-2 2113,2-3 0,0-6 0,6-11 0,0-8 0</inkml:trace>
  <inkml:trace contextRef="#ctx0" brushRef="#br0">17157 9938 7816,'-7'0'4345,"-2"1"0,4 4-3753,-2 7 1,4 5 0,-5 9 0,-2 6-513,0 7 1,-2 8-1,0 7 1,-1 6-654,-2 4-1,1-2 1,0-3 0,4-8-479,2-8 0,5-13 0,-1 0 0,3-7-257,1-8 1,-1-7 0,-2-5 500,-1-6 808,-5-3 0,2-17 0,-4-2 0</inkml:trace>
  <inkml:trace contextRef="#ctx0" brushRef="#br0">16874 10327 7816,'-12'6'1237,"0"-2"0,2-1 1215,2 1 1,4-3 0,8 3-1742,4-3 0,8-1 0,2 0 1,2-1-1196,-1-3 1,1 3 0,4-5-1,-1 2-399,1 1 0,-3-1 0,0 2 1,1 0-4450,-1-2 5332,-5 0 0,11-1 0,-2-2 0</inkml:trace>
  <inkml:trace contextRef="#ctx0" brushRef="#br0">17523 10150 7816,'0'-12'4483,"0"5"1,0 4-4848,0 6 1,-4 0 0,0 5-961,1 1 1,2 2 0,1 0-955,0 1 1,0 0 2277,0 0 0,0 0 0,0-1 0</inkml:trace>
  <inkml:trace contextRef="#ctx0" brushRef="#br0">17464 10444 7816,'-12'7'2033,"1"0"1,2-5-437,1 2 1,4 4-3067,-4-4 1,7 0 1468,1-4 0,5 0 0,7 0 0</inkml:trace>
  <inkml:trace contextRef="#ctx0" brushRef="#br0">19197 10020 6710,'7'-12'965,"-4"1"0,-1 3 1,-2 0 3494,0-1-3793,0 3 1,-2 1 0,0 6 30,-2 3 0,-5 3 1,1 6-1,-4 3-131,-4 3 1,-2 9 0,-6 5 0,-2 6-458,-5 8 0,-1 7 0,13-24 0,-1 1 0,1 2 0,0 0-141,-1 1 0,1 1 0,1 0 0,0 0 1,0 3-1,1 0 0,2-2 0,2 0-232,2-3 1,2-1 0,-7 30 0,8-6 0,4-4-1281,3-4 1,7-14 0,5-3 0,4-5 475,4-2 0,0-8 1,4-3-1,-2-3-172,-2-5 1,1-2 1238,4-3 0,-1 0 0,1 0 0</inkml:trace>
  <inkml:trace contextRef="#ctx0" brushRef="#br0">19586 10327 7816,'0'-12'0,"0"4"0,0 0 1603,0-1 1,-5 4-890,-3 1 0,-1 4 0,0 5 0,1 7-322,-1 6 1,2 6 0,-2 3 0,-3 5-311,-2 2 0,1 2 0,2 2 0,-2 4-180,0 4 1,0-1 0,1 4 0,0-3-1071,0-3 1,2-12-1,2-1 1,3-4-45,0-5 0,3-7 0,0-7 1212,4-2 0,5-6 0,5-6 0</inkml:trace>
  <inkml:trace contextRef="#ctx0" brushRef="#br0">19952 10692 8937,'6'5'1114,"-2"2"0,-8 5 1,-2 1-577,-1 2 0,-3 0 0,2 3 0,-1 1-1322,1-1 1,-3-4 0,5 2 0,-1-3-3715,3-1 4498,3 0 0,1-1 0,0 1 0</inkml:trace>
  <inkml:trace contextRef="#ctx0" brushRef="#br0">20435 10409 8338,'-12'1'917,"1"3"1,-1 3 0,0 5-1,0-1-355,0 1 0,-1 5 0,-1 3 1,-2 2-562,2 2 0,1 1 0,1 2 1,0 3-276,0 0 1,6 3 0,2-7 0,2-2-46,2-3 0,2-8 0,2-1 0,4-7 277,2-4 1,7-6-1,1-4 1,3-7 151,3-7 0,-3-2 1,6-7-1,-2 0 67,-1-2 0,-6-2 1,-1 1-1,-1-1-43,0 1 0,-4 4 0,-6 1 0,-1 1-189,-2 2 0,-3 8 0,-4 4 0,-4 6-427,-2 5 0,-2 6 0,-1 4 1,-2 7-682,0 4 1,-1 3-1,5 4 1163,4-1 0,-4 1 0,5-1 0</inkml:trace>
  <inkml:trace contextRef="#ctx0" brushRef="#br0">20895 10162 12109,'0'13'1907,"1"4"0,3 6-1236,4 7 0,3 11 0,-1 6 0,-1 8-339,-1 7 1,-6-29 0,-1 1 0,1 1 0,0 0 0,-2 0-1,0 0-103,-4 30 1,-8-9 0,-6 3 0,-2-4-1205,0-6 0,5-16 1,-5-5-1,0-3-2663,2-4 1,0-9 3637,2 0 0,3-19 0,-4-1 0</inkml:trace>
  <inkml:trace contextRef="#ctx0" brushRef="#br0">18997 5482 12642,'27'-55'0,"-12"24"0,0-1 281,2-3 0,0 0 0,-2 5 0,0 0 0,4 2 0,0 1 0,18-25 428,-4 4 1,-8 7 0,-11 0 0,-5 2-1135,-5 1 1,-13 2 0,-8-6-1,-9 0 678,-10 1 0,-8 0 1,16 19-1,-2-1 0,-4 0 1,-3-1 0,-3 0 1,-2 0-1,-4 1 1,-2 1 0,-8-2-1,-2 1 1,-5 2 0,-1 2-120,17 5 0,-1 2 0,0 1 1,-2 1-1,0 1 0,-1 2 1,-7-1-1,-2 1 0,0 1 1,-4 0-1,0 2 0,-1 1-107,0 1 0,-1 1 0,-1 1 1,16 1-1,-1 0 0,0 1 0,0 1 1,-1 0-1,-1 2 0,0 0 0,1 1 1,-2 0-1,0 1 0,0 0 1,1 1-139,-2-1 1,1 1 0,0 1-1,1-1 1,4 2 0,1 0-1,0 0 1,-1 0 0,-4 0 0,-1 0-1,0 0 1,1 0 0,2 1-1,0-1 1,0 1 0,0 1 111,0-1 1,0 1 0,1 1-1,0-1 1,-12 3 0,1 0 0,0 1-1,14-3 1,-1 0 0,0 1 0,1 0-1,0 0 1,-1 0 0,1 1 0,0 1 103,-15 4 1,0 1-1,1 0 1,1 1-1,2 0 1,-1 0-1,0 1 1,-1 0 0,1 2-1,1-1 1,1 2-1,0 0 94,1-1 1,0 1 0,2 1 0,5-1 0,2 0 0,0 1 0,-2 2 0,-1 0-1,2 2 1,2-1 0,1 0 0,1 1 123,1 1 0,1 1 0,2-1 0,5-3 1,1 0-1,2 1 0,1 2 0,1 2 0,1 0 1,-10 15-1,4 1-314,6-2 0,4 1 0,6 0 1,6 0-1,5-1 0,3-1 0,5-1 1,2 1-325,4-2 1,5-1 0,6-4 0,4-2 0,8 4 0,3-2 0,6-1 0,2-1 232,6 0 0,2-3 0,3-1 0,4-4 0,-14-9 0,3-1 0,1-2 0,3 2 0,1-2 0,1-1 82,3 1 0,1-2 1,0-1-1,4-2 0,0-1 1,2 0-1,6-1 0,1 0 1,1-1-1,-13-2 0,0-2 1,0 1-1,2-2 14,2 1 0,1-1 0,0-1 1,0 0-1,1-1 0,-1-1 0,1 0 1,1 0-1,-6-1 0,1-1 0,1 1 1,0-1-1,0-1 0,2 1 0,-1-1 1,2-1-1,-1 1 0,1-1-26,3-1 1,0 1 0,1-1 0,-1-1 0,0 0 0,-2-1 0,-1 0 0,1 0 0,-1-1 0,2-1 0,3 1-1,0-1 1,1 0 0,1 0 0,-1-1 0,0 0 0,0 0 0,0-1 0,0 0 0,0 0-16,-2 0 1,0-1 0,0 0 0,-1 0 0,0-1-1,-1 1 1,-1-1 0,0 0 0,0 0 0,0-1 0,-2 0-1,1 0 1,0 0 0,-1 0 0,0 0-6,-3 0 1,0 1 0,-1-1 0,1 1-1,0-2 1,3-1 0,0-1 0,1 0 0,-2 0-1,0-1 1,5-1 0,-1-1 0,-2 0 0,1-1-1,-2 1 1,-1-1 0,0-1 0,-1 0 0,-2 0-1,0-1 1,-1 0 0,-1-1 341,-2 0 0,-1 0 0,-1 0 0,-1-1 0,9-5 0,-1 0 0,-3-1 0,-1-1 0,-3-2 1,0 0-1,-4 0 0,0 0 0,-3-1 131,-4 1 0,-1 0 1,-3-1-1,10-14 1,-6-2-1,-7 0 1,-7-1-1,-5 0 0,-6 0-285,-6-1 1,-8 1 0,-7 5 0,-7 0 0,-9-4 0,-6 1 0,-8 1 0,-6 2-142,8 14 0,-2 1 0,-2 2 1,-6 3-1,-2 4 0,-2 0 1,4 5-1,-2 0 0,-2 2 0,0 0 1,-7 1-1,0 0 0,-3 2 1,0 1-134,9 2 1,-2 1 0,0 0 0,-1 1 0,-1 1 0,-3 0 0,-1 1 0,-1 0 0,-1 1 0,-1 1 0,7 1-1,-1 0 1,0 2 0,-1-1 0,0 1 0,0 0 116,0 0 0,0 1 0,-1-1 0,0 1 0,1 0 0,-2 1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6933 5988 27395,'-12'-5'-1259,"5"4"1,-1-3 1169,-1 3 0,-2-1 0,-1 0 0,1-2 111,-1 1 0,0 2 1,-1 1-1,-2 0 117,0 0 0,-2 0 1,2 0-1,0 0-47,0 0 1,2 0 0,1 0 0,0 0 39,1 0 1,3-1-348,0-3 0,4 1-935,-4-5 799,11 0 1,3-3 0,13-1 0</inkml:trace>
  <inkml:trace contextRef="#ctx0" brushRef="#br0">6733 5847 30685,'-5'-7'-4916,"3"-3"1,-2 2 2280,3-2 0,0 3 0,-2 2 2645,-1 0 0,-5-2 116,1-5 0,-2 1 0,-2 0 228,0 3 0,0-1 1,0 4-73,1-2 1,-1 3-1,0-2 1,0 0 37,1 4 1,3-3-1,0 1-715,-1 1 0,2-2 957,-1 1 0,2-1 109,-2 1 1,3 1 368,5-5-2403,0 6-325,0-4 620,0 6 0,5 0 1439,3 0 1,2 0-47,2 0 0,0 0-59,0 0 0,-5 0 1,1 0 56,1 0 1,-3 2 0,-1 0-444,0 2 1,-2 0-1,3-2 1156,0 1 0,3-1 127,-1 2 1,-2 1-585,2-1 1,-1 1-1,2-2-872,-1 1 1,-4 0-1,2-3-139,-1 3 1,4-3 49,-1 3 0,-1 1-117,1-1 1,-4 4 0,2-3 329,-1 2 1,1-5-1,-4 4 1,4-2 57,0 0 1,2 5 0,4-3 0</inkml:trace>
  <inkml:trace contextRef="#ctx0" brushRef="#br0">6627 5812 31191,'-7'-6'-3320,"2"4"0,4-5-4580,-3 2 6839,2 1 1472,-3 4 0,4 0 405,-3 0 1,3-1-1032,-3-3 1,4 1-446,4-5 0,-2 4 228,6-3 1,-1 3-1,2-3 433,-1 2 0,-4 0 833,3 1-374,-4 2 1,4-3-321,-3 5 1,-3-1-1499,3-3 1344,2 3 1,-4-6 0,3 4 1568,0-1-1421,-4 1 0,9 1 1,-5 0-105,1-2 1,2-2-1,4 4 326,0-2 1,0 0-1,-1 3 1,1-2-232,0-1 0,0-1 0,0 2 1,-1-2-84,1-2 0,0 4 1,0-4-1,0 0 197,-1 1 1,1 3-1,0-2 1,1 1-39,3 0 1,-3-4 0,3 3 0,-2 0-161,2 0 1,-2-3 0,4 4 64,-1 1 1,4-2 0,-1 0 0,1-1 0,0 0 29,-1-1 1,-1 5 0,5-3 0,0 1-110,-1 0 0,-5-2 0,-1 4 0,-1-2 45,0 1 1,1 2-1,-3 0 1,3-2 64,2-1 0,-4 0 1,5 4-1,1 0 63,1 0 0,-2 0 0,0 0 0,1 0-54,1 0 1,-2-1-1,-2-2 1,0-1-16,1 2 0,-1-1 0,3 0 1,-3 0-59,-1 0 1,0 2-1,-2-1 1,2 0-23,1-2 0,-2 0 1,2 4-1,0 0 20,1 0 1,-5 0-1,3 0 1,-1 0-45,0 0 1,1 0 0,-3 0 0,3 0-18,2 0 1,-4 0 0,5 0-1,1 0-54,1 0 0,-2 4 0,-1 0 1,2 0-38,2 1 0,-4-3 1,1 5-1,1 0 58,1-1 0,-2-2 0,-2 3 1,1-1 1,-1 1 1,-2-5 0,2 4-1,0-3 22,1 1 0,-5 2 1,3-4-1,0 3-56,3 2 0,-2-4 1,0 1-1,1-2 11,-1 2 0,2-1 0,3 3 0,1 0-7,0-4 0,-3 1 0,0-1 1,2 4-57,2 0 0,-1-3 1,4 2-1,0-1 127,-2 0 0,-6 0 0,6-3 0,0 2 57,-1 1 0,-3 0 0,-1-4 0,2 0 35,-2 0 0,0 0 0,1 1 0,-1 2-81,-2 0 0,-4 1 1,2-4-1,-1 0 51,-1 0 0,2 0 1,-2 0-1,2 0-56,1 0 1,-2 4 0,2 0 0,1-1-59,-1-2 1,2 3 0,2 1 0,-1 1-6,-2-1 1,-4 0 0,1-2 0,-3 2-264,-2 1 0,1-2-106,0 4-23,-5-5 0,-3 3-1658,-8-2 33,2-2 1680,-3 3 0,5-5 0,0 0 0</inkml:trace>
  <inkml:trace contextRef="#ctx0" brushRef="#br0">6756 7049 30409,'-17'-11'-2765,"4"-1"0,-2 1 0,1 2 2816,3 1 1,-1 6 0,0-2 0,-1 3 532,-3 1 1,2 0 0,-5 0-328,2 0 0,-4 0 0,2 0 0,-2 0 0,0 0-97,1 0 1,5 3 0,-4 1 0,2-1 49,3-2 0,1-1 0,1 0 134,0 0 0,4 0-175,0 0 0,7 0-238,1 0 1,5-4 0,7 0 167,0 2 0,1-3 1,1 1-1,3 0-160,2-2 0,-4 5 1,5-4-1,1 1-111,1 0 1,-1 0 0,2 3 167,1-3 0,7 3 0,-1-3 1,3 2-1,5 2 13,2 0 0,1 0 0,3 0-56,1 0 0,7 0 1,-3 0-1,1 0 1,2 0-27,2 0 1,-6 0 0,10 0 0,-3 0 409,-1 0 0,-2-1 1,6-2-1,3-1-224,3 2 1,1 1 0,1 1 0,-31 0 0,0 0-64,1-1 1,0 2 0,-2-1 0,0 1 0,6 0-1,0 0 1,-1 1 0,-1 0-19,1 0 0,0-1 0,-4 2 0,0-1 0,6 1 0,1 0 0,0-1 0,0 1-10,-1-1 1,-1 1-1,-3-1 1,1 0-1,-1-2 1,2 0-1,0 0 1,2 1-2,0 1 0,0 0 0,-2-1 0,1-1 1,1 2-1,2 0 0,-1-1 0,1 0 9,1-1 0,-1 0 0,-4 0 0,0 0 0,4 0 0,2 0 0,0 0 0,0 1-18,2 1 1,-1 0-1,-3-1 1,0-1-1,3 2 1,0 0-1,1-1 1,1 0-4,1-1 1,0 0 0,-1 0-1,1 0 1,3-1 0,1 2-1,-2-1 1,1 1-1,0 1 1,0 0-1,-6-2 1,1 1-1,7 1 1,2 0-1,-1-1 1,0-1-17,-1 0 1,0 0 0,-4 0 0,0 0 0,1 0 0,0 0 0,0 0 0,0 0 40,1 1 0,-1-2 1,-3 0-1,1-2 1,1 1-1,1 0 1,-3 1-1,-1-1 9,0-1 1,-1 0 0,-8 3 0,0-1 0,7-1 0,1 0 0,-2 1 0,-1 1-27,0 0 1,0 0-1,-6 0 1,0 0-1,1 0 1,-1 0-1,-2-1 1,1 0-22,-2-1 1,0 0 0,27 1 0,-27-1 0,0 0 0,29 1 6,-5 1 0,-6-1 0,1-2 0,-5-1-30,-6 1 1,-4-2 0,-4 1 0,-2 2 2,-5 0 1,-3 1 0,-4-2-1,-3-1-210,0 2 1,-8-3 0,3 1-83,-2 1 0,-5-3-486,-1-2 0,-8 1 1,-5 1-1,-5 0 670,-6 4 0,-5-4 0,-5 1 1,-7 0 100,-3 0 0,-5-4 1,-5 2-1,-3 0 9,-5 4 1,0-3-1,25 4 1,0-1-1,-3 0 1,1 1 27,-4-1 0,0 1 1,3-1-1,-1 0 1,-4 2-1,-2 0 1,-1-1-1,-1 0-13,-1 0 1,-1 1 0,0 0-1,-2 1 1,-2 0 0,0 0 39,2 0 1,-1 0 0,-7 0-1,1 0 1,4 0 0,1 0-1,-1 0 1,0 0 0,0-1-1,-1 1 45,1-2 0,-1 0 0,4 1 0,0 0 1,-4-1-1,-1 0 0,-1 2 0,0-1 277,0 1 0,1 0 0,-2 0 0,-1 0 0,2 0 0,-1 0 0,-2 0 0,-1 0-305,0 0 1,0 0 0,4 0 0,-1 0-1,-6 0 1,-1 0 0,4 0 0,-1 0-18,1 0 0,0 0 1,4 0-1,0 0 1,-3 0-1,0 0 1,-1 0-1,1 0 33,1 0 1,1 0-1,1 0 1,0 0-1,-1 0 1,0 0-1,-1 0 1,1-1 42,0-1 0,1 0 1,7 1-1,0-1 0,-4-1 1,-1 0-1,1 0 0,1 0 7,-3 2 0,0 0 0,7 0 0,0 1 0,-4-1 0,0 2 0,1-1 0,1 0-45,2-1 1,1 2-1,4-1 1,0 1-1,2 0 1,1 0-1,1 2 1,1 0-238,2 0 0,0 0 0,-26 5 0,2 4 1,5 1-573,2 3 1,11-2 0,0 6 0,6 1-531,6 1 1,7 8 0,4 3 1267,1 1 0,2 5 0,5-6 0,-2 1 0,-2-1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2181 3206 7845,'0'-11'784,"0"-1"0,0 0 892,0 0 1,-1 2-895,-3 2 1,1 4 0,-3 9 0,-1 7-330,1 6 0,2 11 1,-3 7-1,2 5 131,2 5 0,-2 8 1,0 2-1,0 5-247,-1 0 0,-2-3 0,3 5 0,-1-2-559,-4 2 0,4-12 0,-1-2 1,2-10-1212,2-9 0,2-8-110,1-2 0,1-11-2832,3-1 4375,3-11 0,5-8 0,0-8 0</inkml:trace>
  <inkml:trace contextRef="#ctx0" brushRef="#br0">2452 3572 9985,'0'-5'1673,"0"5"0,0 5 0,-1 8-1222,-3 3 0,1 2 0,-3 6 1,-1 0-249,1 4 1,2 2 0,-3 5-1,1 0-13,-1-4 0,5-2 0,-4-7 0,2-1 236,1-1 0,-1-10-209,4 2 0,0-9 1,1-3-1,2-7-37,0-3 0,3-4 0,-4-1 0,4-5-295,0-2 0,1-2 0,2 1 0,-1-2-183,1-3 0,1 3 1,2-3-1,0 0-9,0 1 0,3-5 0,1 6 1,0 2 137,1 3 1,-4 4 0,3 0 0,-2 7 127,2 3 1,-7 5 0,3 6-1,-3 5 210,-2 5 1,-1 5 0,-3 5 0,1 4 170,-2 3 1,0-1-1,-2 2 1,0 1-175,0 1 1,0-3 0,0-1 0,0-1-380,0-3 1,0-1-1,-2-4 1,0-4-4114,-2-5 2912,0-3 0,8-4 0,1-5 1414,2-6 0,0-10 0,5-2 0</inkml:trace>
  <inkml:trace contextRef="#ctx0" brushRef="#br0">3431 3006 13267,'-5'8'1380,"-3"0"1,-3 1 0,0 5 0,-2 3-478,-3 2 0,-1 2 0,-4 6 1,1 7-272,-1 8 1,-2 0-1,-2 10 1,0 5-352,3 2 0,1 0 0,9-27 1,1 0-1,-10 31-805,2-2 0,8-11 0,1 4 0,3-4-639,5-6 0,0-7 0,4-11 0,2-4-30,3-2 0,4-6 0,1 2 1,-1-4-66,1-4 0,1 1 1,2-5 1257,0-2 0,6 0 0,-2-2 0</inkml:trace>
  <inkml:trace contextRef="#ctx0" brushRef="#br0">3808 3383 10718,'0'-8'1886,"0"1"0,0 3-1343,0-4 0,0 4-146,0-4 0,-1 5 0,-2-2 199,0 0 1,-3 4-262,2-3 1,-3 2-1,-8 2 1,-1 0 28,2 0 0,-4 6 0,-3 1 0,-6 4-99,-4 1 0,1 1 0,-2 3 1,0 4 13,-2 7 1,2-1 0,3 4 0,3 0-373,4 0 1,7-2 0,4 2 0,5-1-175,5-3 0,8-5 0,3-3 0,7-2 26,5-6 0,1-2 0,7-5 0,0 1 65,0-2 1,-4-6 0,2-2 0,-2-3 339,2-3 0,-7 1 0,2-7 0,-1 0-80,1-1 1,-4-1 0,0-7 0,-1-2-355,0-1 1,-3 3-1,-1-3 1,-3 1 13,-3 3 1,-6 6 0,2 4 227,-3 3 0,-2 7 1,-2 3 314,0 6 1,-7 3 0,4 7 0,-2 3-45,0 4 0,0-1 0,-4 4 0,1 3-56,-1 3 0,0-2 0,2 3 1,0 0-80,3 1 1,0-5-1,-2 3 1,2-2-839,2 1 1,1-5 0,4-5-996,0 0 1,1-3 0,3-4 0,4-3-2399,3-5 4123,0-6 0,6-9 0,2-7 0</inkml:trace>
  <inkml:trace contextRef="#ctx0" brushRef="#br0">4044 3607 9905,'0'-12'5742,"0"5"-3789,0-1 0,0 4-1455,0-4 0,0 4-2691,0-4 1022,0 6 1,5-4-1,2 8-1478,0 2 1,3-3 2648,-2 3 0,2 2 0,2 1 0</inkml:trace>
  <inkml:trace contextRef="#ctx0" brushRef="#br0">4469 3124 7772,'-7'-12'1134,"2"4"0,5 0 1,-1 6-1,-2-3 364,-1-1 0,0 6-833,4 0 1,0 7 0,0 7 0,0 3-200,0 2 0,0 4 0,0 5 1,-1-1-131,-3 2 0,3 1 0,-3 6 0,1 0-20,-1 4 1,3-3 0,-3 5 0,1-1-151,-1-3 1,2-1 0,-5-3 0,2-3-90,2-3 1,2-9 0,1-3 0,0-3 117,0-1-97,0-6 1,0-2-1,1-8 30,3-3 0,3-5 1,5-3-1,-1 0-309,1 0 1,-4 2-1,0 1 1,2-1-200,5-2 1,-2 1 0,3 0 0,-3 4-165,-1 2 1,-1 4 0,1-3-1,0 2 181,0 2 0,-4 2 0,-1 1 1,1 1 269,-1 3 1,2 3 0,-5 5 0,-1 1 347,-2 2 1,-1-1-1,0 3 1,0-2 307,0 1 0,-1 1 1,-3-3-1,-4 4-141,-3 0 1,-1-4 0,1 3 0,-1-1-321,0 0 1,-4-1-1,1-3 1,0-1-1360,2-3 1,1 1 0,1-5 0,-1-2 280,0 0 1,4-2 0,2-2-1,-1-2 214,0-4 1,5-2 0,-2-2 0,3 0-616,1 1 0,1-5 0,3 0 1377,4 2 0,2-10 0,2-1 0</inkml:trace>
  <inkml:trace contextRef="#ctx0" brushRef="#br0">4999 2829 8127,'0'-12'2118,"0"1"-998,0-1 1,6 5-323,2 3 1,2 14 0,0 5 0,0 9 244,-3 7 0,0 2 0,1 12-408,-4 3 1,1 3 0,-1 8 0,-1 1-429,-2 4 1,-1-29-1,0 0 1,0 29 0,0-1-1,0-2-128,0-3 0,-4-8 0,-1-3 1,-2-5 7,-2-1 0,-1-9 0,-2 2 1,0-5-138,0-7 1,-1 2 0,0-6-1,-1 2-481,-1 0 1,5-7 0,-7 0 0,1-4-1121,0 0 0,-1-2 0,3-1 0,-2 0-430,2-4 0,-3-1 2081,1-1 0,-5-5 0,3-1 0</inkml:trace>
  <inkml:trace contextRef="#ctx0" brushRef="#br0">4068 3572 7606,'5'6'102,"-4"1"578,3-3-76,-2-3-165,-2 4 1,0-3 766,0 2-729,0-3 1,0 6-102,0-4 0,-2-1 223,-2 2-370,3-3 1,-4-2-97,5-3 1,0 1-426,0-5 0,1 2 1,2-3 12,1 1 1,1 5-1,-2-2-130,0 0 0,3 3-627,-2-2 0,-2 3 1036,6 1 0,0-5 0,4-2 0</inkml:trace>
  <inkml:trace contextRef="#ctx0" brushRef="#br0">5624 3430 7958,'-11'2'225,"-1"0"1,0 2 201,0-1 1,4-2 0,2 1 0,-1 0 957,1 2 0,3 1 1,0-2-1047,6 1 0,0 4 0,6-4 0,3 0-208,2 1 0,3-4 1,-2 3-1,2-3-308,1-1 1,-2 0 0,2 0 0,0 0-25,1 0 0,-4 0 1,4-1-1,-1-2-872,0-1-1,-2-1 1,2 3 0,-1-4-443,-2 0 1,-2 2 1515,-1-4 0,0 0 0,-1-4 0</inkml:trace>
  <inkml:trace contextRef="#ctx0" brushRef="#br0">5672 3572 7809,'-17'17'451,"-1"-4"0,-1 3 1,3-3-192,3-1 1,3-1 0,0 0 0,4-2 1675,1-1 0,1-4-1226,4 4 1,5-6 0,3 2 0,4-2-388,3-2 0,0 0 0,4-2 0,2-2-517,2-4 0,0 2 0,1-1 0,-1 1-156,1-1 1,1 3-1,0-2 1,1-1-805,0 1 0,-8 3 1154,6-1 0,2-2 0,4-1 0</inkml:trace>
  <inkml:trace contextRef="#ctx0" brushRef="#br0">6497 2982 7828,'-1'-6'1459,"-3"2"-281,-4 3 0,1 1 0,1 2 0,-1 5-308,1 5 1,3 11-1,-1 2 1,3 5-523,1 7 1,-1 5-1,-2 10-371,-1 7 1,-1 1 0,3-26 0,0-1 0,-6 31 0,-3-3-387,0-6 0,3-13 1,1-1-1,1-6-1940,-1-8 1,5-11 1001,-2-4 1,6-10 0,3-2 1346,2-6 0,1-10 0,4-2 0</inkml:trace>
  <inkml:trace contextRef="#ctx0" brushRef="#br0">6697 3407 8381,'-7'5'1045,"-1"3"0,4-3 1,-3 0-1,2 1-292,2 2 1,1 2 0,-1 3 0,-1 1-334,2 2 0,0 5 0,1-2 0,-2 0 163,-1 1 1,0-4 0,3 2 0,-1-1 38,-2-3 0,0-1-50,4-1-746,0-5 0,0-7 0,1-9 0,3-5 108,4-1 0,2-6 0,2 2 0,0 0-531,0-1 0,-1 1 0,1-5 0,1 2 283,3 2 0,-3-1 0,3 5 0,-3 2 229,-1 1 0,0 2 1,-1 4-1,1 3 46,0 2 1,-4 4 0,-2 3 0,0 5 58,-4 5 1,0 6-1,-2-2 1,0 5-82,0 3 1,0-2 0,0 3 0,0-5-764,0-3 0,0 1 1,0-5-1,0-2-3054,0-1 3878,5-6 0,1 3 0,6-3 0</inkml:trace>
  <inkml:trace contextRef="#ctx0" brushRef="#br0">7381 3277 7791,'0'-12'146,"0"5"1,0-1 0,-1 0 2277,-3 1 1,3 1-183,-3 2 1,-1 1-1212,1-5 0,-2 6 1,3-2-499,-5 2 0,1 2 0,-1 2 1,-1 0-279,-1 2 0,-2 5 0,0-1 0,-1 3-157,-3 1 0,2 1 1,-5 2-1,1 4-343,0-1 1,3 4 0,0-3-1,2 0-228,1 1 1,0-4 0,1 2-1,4 0-29,3 1 0,2-9 0,4 2 0,2-3 216,3-2 1,5-2 0,3-5 0,2-1 316,1-3 1,0 0 0,3-7 72,-1-2 1,-6-1 0,3 1-1,-1-2 1,1-2 41,2-1 1,-5 2 0,2-3-132,-3-2 1,-1-2 0,-1 0 0,0 0 0,-2 4 105,-1 3 0,-5 3 67,0 1 0,-1 7 1,-2 5-24,0 7 0,-4 8 1,0 4-1,0 2 36,-1 2 0,2-2 0,-3 7 0,0-2-28,4 1 1,-4-2 0,3 3 0,-1-3-1289,-2-2 1,5 1-1,-3-2 1,3-2-1617,1-5 0,0-5 2731,0-3 0,5 1 0,2 4 0</inkml:trace>
  <inkml:trace contextRef="#ctx0" brushRef="#br0">8112 3183 7773,'-5'-7'427,"3"2"0,-6 6 314,-1 3 0,-2 8-1,1 8 1,0 2-346,3 2 1,3 4 0,-4 3-1,0 0-355,1 0 0,1-4 0,3 0 0,-1-2-588,2-1 0,0-6 1,2-2-910,0-3 1,-1-8 442,-3-5 1,3-5 1013,-3-7 0,-3-5 0,1-1 0</inkml:trace>
  <inkml:trace contextRef="#ctx0" brushRef="#br0">7853 3371 14205,'12'0'529,"0"0"0,1 0 1,1 0-1,5 0-958,3 0 0,-4 0 0,8 0 0,2 0-721,1 0 1,-2 0 0,5-1 1149,0-3 0,2-2 0,2-6 0</inkml:trace>
  <inkml:trace contextRef="#ctx0" brushRef="#br0">8631 2900 7823,'-10'-1'0,"1"-2"530,1-1 1,0 1 0,-3 7 0,4 4 739,3 3 0,-2 7 0,1 6 1,0 7-834,0 7 0,-3 5 1,3 10-1,-1 6-561,1 6 1,-4 1 0,2-1 0,1-2-458,2-5 0,-1-10 0,1-11 1,1-7-716,2-7 1,1-7-1,1-1 1296,3-6 0,3-9 0,4-7 0</inkml:trace>
  <inkml:trace contextRef="#ctx0" brushRef="#br0">8796 3277 7823,'-5'12'681,"-1"4"0,-5 1 1,2 0 282,1 0 1,4 4 0,-2-3 0,0 3-145,4 3 1,-3-7 0,1 6 0,0-1-434,-2 1 0,5-5 0,-3-2-470,3-3-48,1-1 0,4-8 1,1-7-1,2-9-99,2-5 0,1 0 0,3-5 1,2-3-52,0 0 0,3-1 0,-4 1 0,2 0 76,-2 3 0,3 1 1,-1-1-1,-2 2-85,-1 4 0,-1 4 0,0 5 175,0 3 1,-4 9 0,-2 7-1,-1 7 141,-2 8 0,-3 3 0,-3 5 0,-1 0-147,2 1 1,-3-5 0,1-1 0,1-1-1925,2-3 0,2-6 2045,3-4 0,8-14 0,6-3 0</inkml:trace>
  <inkml:trace contextRef="#ctx0" brushRef="#br0">9504 2888 7823,'-5'7'1193,"3"-1"0,-2-2 0,2 4-152,-2 3 0,3 0 1,-3 1-1,2 1-271,2 3 1,0 2-1,0 7 1,0 3-291,0 3 1,-4 6 0,-1 3 0,0 5-194,0-1 0,-3 1 0,3-1 0,-1-3-60,1-6 1,-3-11-1,3-2 1,0-3 310,0-5-404,1-6 1,4-8 0,1-8-1,3-4-291,4-3 1,2 0 0,2-5 0,0 0-217,0-3 0,3 0 0,1 0 0,0 2-84,1 2 1,-3-1 0,5-1 0,-2 3 69,-3 2 1,-1 10 0,-1-5 0,0 5 144,-1 3 1,1 7 0,-1 4 0,-2 4 218,-1 3 1,-6 4 0,2 4-1,-2 1 585,-2-1 0,0 1 0,0-1 0,-2 1 548,-2 0 0,2-5 0,-7 0 1,-3-2-697,-3-3 0,-2-1 0,3-1 1,-3 0-763,-1 0 0,-2-5 1,-4 0-1,1-2 11,-1-2 0,5-2 0,0-1 0,1 0-1040,-1 0 1,1-1-1,-2-3 1,5-4-224,2-2 0,6 2 0,3 0 1600,3-1 0,1-7 0,0-2 0</inkml:trace>
  <inkml:trace contextRef="#ctx0" brushRef="#br0">1957 4715 7912,'0'-11'0,"-1"3"2675,-3 0-2316,3 0 0,-9 3 0,6 5-208,2 6 1,0 10 0,2 5 0,0 4-1,-1 5 153,-3 4 0,3 4 1,-4 9-1,-1 2-265,-1 2 1,0-2-1,-1 5 1,0-1-629,2-4 1,-3-1 0,3-7 0,1-5 50,0-7 0,1-10 1,5-3 537,3-3 0,3-1 0,5 0 0</inkml:trace>
  <inkml:trace contextRef="#ctx0" brushRef="#br0">2205 5057 7578,'-6'-6'3326,"4"-4"-2313,-6 7 1,0 0-1,-2 7-621,2 4 1,1 2 0,5 3-1,-2 2-188,1 0 0,0 6 1,1-2-1,-2 0-18,1 1 0,2-2 1,1 2-1,0-3 96,0 0 0,0-4 0,0 3 360,0-3-502,0-6 0,4-7 0,1-8 0,2-4-113,2-4 1,-3-2 0,2-7 0,1-1-205,2-2 1,2-1-1,1 2 1,3-5 44,2-2 1,-3 3-1,3 2 1,1 3-59,-2 4 1,-1 10 0,-5 1 0,0 5 29,0 3 0,-5 9 0,0 5 1,-2 9 170,-2 6 0,-2 6 0,-1 6 0,0 1-25,0-1 1,0-1-1,-1-2 1,-2 0-384,-1 1 0,0-5 0,3-2 0,-2-3-1772,0-4 1,0-7 2168,7-3 0,8-6 0,6-6 0</inkml:trace>
  <inkml:trace contextRef="#ctx0" brushRef="#br0">3136 4621 7924,'7'-5'0,"-1"3"0,-3-3 3970,1 0-666,0 4-2575,-4-5 1,-5 10-1,-3 2 1,-3 0 2,-1 3 1,-1 6 0,-1 2 0,-3 0-253,-1 0 0,-2 5 0,-4 0 0,1 6 147,-1 2 1,-5 3 0,-1 7 0,-1 8-586,-1 5 0,5 2 0,-3 4 0,15-28 1,2 1-263,2 0 1,0 0 0,0 1 0,1 0 0,-2 26 0,6-2-696,3-3 0,3-12 1,1 0-1,5-8 339,5-7 0,1-6 0,5-2-502,0-2 0,-4-3 0,4-5 1,-1-2-1,1-2-2872,1-2 3950,2-2 0,4-6 0,-1-2 0</inkml:trace>
  <inkml:trace contextRef="#ctx0" brushRef="#br0">3761 4668 7900,'0'-8'676,"0"0"389,0-1 0,0 3 11,0-2 0,-1 4-621,-3-4 1,1 2 0,-4-4 304,-3 3 1,4 4 0,-2-1-351,-1 3 1,-2 1-1,-1 0 1,1 0-323,-1 0 0,-1 1 0,-2 2 1,-2 3-325,-1 5 1,2-2 0,-2 8-1,0 0-99,-1 3 0,1-2 1,-2 1-1,3 2-167,0 2 1,8-4-1,-1 0 1,3-2-56,4-3 1,3-2 0,6-4 0,5-4 311,8-3 1,3-1 0,2-1 0,0-5 163,4-5 0,-2-2 0,4-7 1,-1-1 79,-3-1 1,-5 2 0,-2 0 0,-2 1 46,-3 0 0,-1-2 0,-2 6 0,-3 0 207,-4 2 1,-4 7-118,-4 2 0,1 4 0,-5 4 1,-1 4-25,-2 2 1,1 7-1,1 1 1,1 2-222,-1 0 0,0-1 0,-1 5 0,4 0-153,1-1 0,-3-1 0,4-1 0,1-2-347,2-2 1,1 0 0,0-3-1590,0 2 2198,0 0 0,0-5 0,0 1 0</inkml:trace>
  <inkml:trace contextRef="#ctx0" brushRef="#br0">3337 5104 7776,'-12'0'915,"0"0"0,0 0 3619,1 0-3862,4 0 1,3 0 0,8 0-1,5 0-247,6 0 0,3 0 1,7 0-1,2 0-103,5 0 1,7-4 0,3-1-836,0-1 0,8-1 1,-4-1-1,-1 3 1,-1 1-908,-4 0 0,0-1 0,-8 2 0,-3-1-2080,-5 2 3500,-8 0 0,6 2 0,-4 0 0</inkml:trace>
  <inkml:trace contextRef="#ctx0" brushRef="#br0">3584 5269 7124,'-8'0'6612,"1"0"-6026,4 0 1,-2 2 0,5 2-1,-2 3-229,-1 4 1,1 2 0,-2 3 0,3 3-38,1 4 0,-1 0 0,-2 1 0,-2 1 26,-2 2 0,3-2 1,-4 3-1,1-3-102,0-2 0,-2-5 0,5-2-366,1-3 232,2-6 1,2-7 0,3-8-1,4-3-67,3 0 0,0-1 1,1-1-73,0-3 1,4 3 0,-1-3 0,0 4 0,-1 3-192,2 1 1,-3 5 0,3-4 0,-2 2-443,2 2 0,-7 2 0,3 2 0,-2 3 656,1 4 1,-1 2 0,-2 3-1,-3 2 394,1 1 0,-5 3 1,3-3-1,-3 0 94,-1 1 0,-5-7 0,-3 3 0,-2-1-287,-2-3 0,-1-4 1,-2 2-1,-2-2-691,-1-2 1,2-2-1,-2-1 1,0-1-565,-1-3 0,5 1 0,-2-5 0,3-1 90,1-1 1,4-2-1,2 0 1,1 0 68,2 1 901,12-1 0,-1-10 0,9-3 0</inkml:trace>
  <inkml:trace contextRef="#ctx0" brushRef="#br0">4198 4515 7900,'6'-12'0,"-1"0"828,1 1 1,-4 3 0,6 1 215,1 2 1,2 6 0,1 8-1,-1 7-212,1 8 0,0 6 0,0 9 0,-1 7-319,1 8 1,-5 3 0,-5-23 0,0 2 0,-1 1 0,-1 0-301,0 3 0,0 0 0,-2 1 0,-1-1 1,-1 4-1,-1 0 0,-2-1 0,-1-1-81,-1 0 1,-1-2 0,-1-5 0,-1 0-1,1 0 1,0-2 0,-10 29-105,1-8 1,1-8 0,-2-7 0,2-4-783,4-5 1,4-10-1,-4 2 1,1-2-1081,3-2 0,-1-7 1,0-1-237,0-3 0,0-3 1,2-6 2069,2-2 0,-2-7 0,3-8 0</inkml:trace>
  <inkml:trace contextRef="#ctx0" brushRef="#br0">4905 5116 7900,'-12'1'680,"0"3"1,1-2 0,0 3 0,2-1 1950,1 0 1,4 0-1207,-4-4 0,7 0 0,1 0-996,7 0 1,4 0 0,4 0-381,1 0 0,5-4 0,-2 0 0,3 0 1,2 0-727,0 0 1,-1 0 0,1 3 0,-1-2-660,1-1 1,0 0-1,-1 3 1,1-2-1134,-1 0 0,-3-1 2469,0 4 0,-6-6 0,3 0 0</inkml:trace>
  <inkml:trace contextRef="#ctx0" brushRef="#br0">4929 5305 7900,'-7'12'600,"-3"-2"1,3-1 1204,1-1 0,2-1-1214,8 0 0,3-1 1,8-6-1,2 0-881,1 0 0,2 0 0,3 0 0,1 0-33,0 0 1,0-4-1,4-1 323,3-2 0,3-1 0,2-4 0</inkml:trace>
  <inkml:trace contextRef="#ctx0" brushRef="#br0">5848 4597 9833,'0'-3'2922,"0"5"1,0 11-2107,0 8 0,-1 7 0,-3 10 1,-2 4-333,-1 3 0,-3 8 0,2 12 0,3-29 1,-1 0-792,0 3 1,0-2 0,-5 29 0,0-3 0,2-7-810,1-8 0,6-8 1,-2-6-1,2-8-3473,2-5 4589,0-12 0,6 7 0,0-10 0</inkml:trace>
  <inkml:trace contextRef="#ctx0" brushRef="#br0">6072 5045 7816,'-7'-4'684,"-1"1"0,5 0 0,-2 6-228,0 0 1,3 7 0,-2-2-1,3 3 21,1 5 1,0-2-1,0 6 1,-1 1-180,-3 1 1,3 2-1,-3-2 1,2-1-190,2-1 0,0-6 0,0 2-66,0-3 0,0-8-69,0-5 0,4-5 0,1-8 1,2-2-154,2 0 1,2-8-1,2 3 1,1-5-133,2-2 1,1 5 0,-3-5 0,2 2 133,-2 1 1,1 2 0,-1 2-1,2 5-65,-2 1 0,0 4 1,-3 2 170,1 4 0,-1 12 0,-4 5 1,-3 6 213,-2 5 1,-2 1 0,0 5 0,0-1-226,0-3 0,0-1 0,0-2 0,0-2-853,0-2 0,0-4 0,0 0 935,0-2 0,0-1 0,0 0 0</inkml:trace>
  <inkml:trace contextRef="#ctx0" brushRef="#br0">6874 4869 7822,'0'-12'599,"0"0"0,-1 4 0,-2 0 691,-1-1 0,-1-1 0,1-2-206,-4 0 1,-1 4 0,0 2 0,1-1-652,-1 1 1,-1 3 0,-2-1-1,0 3-17,0 1 1,0 0 0,-1 1 0,-1 3-399,-2 4 0,-1 8 1,1 3-1,-2 3-118,0 2 0,-5 5 0,5 1 0,0 1-454,2 1 1,4-5-1,3 3 1,3-1-1,0-3 0,2-5 0,6-4 0,2-2 325,3-5 1,8-6-1,2 0 1,1-4 213,3-4 0,-1-4 0,1-6 0,1-3 466,-1-1 0,0-2 0,1-4 0,-1 1-120,-1-1 0,-4 1 0,2-1 0,-1 1-411,-3-1 1,0 0-1,-3 2-523,1 2 553,0 3 1,-6 16 0,-2 6 0,-2 8 43,-2 7 1,-2 4 0,0 3-1,-3 5-176,-2 2 1,3 1-1,-2-1 1,-1-1-1007,0-2 1,5-3-1,-2 1 1,3-3 1187,1-4 0,0-6 0,0 1 0</inkml:trace>
  <inkml:trace contextRef="#ctx0" brushRef="#br0">7334 4928 7836,'-12'0'1323,"1"0"0,-1 0-50,0 0 0,0 0 0,0 1 2804,1 3-3645,4-3 1,8 4 0,11-5-1,7 0 327,3 0 1,7-4 0,2-1 0,3-1-973,2-4 1,-1 4 0,0-2 0,1 0-595,-1 2 1,-2-4 0,0 5 0,1 0 243,-2 0 1,-3-1-1,0 4 1,-3-2 562,-3 1 0,-3-3 0,4-1 0</inkml:trace>
  <inkml:trace contextRef="#ctx0" brushRef="#br0">8301 4279 7843,'-12'5'671,"5"-3"0,0 3 1,2 0 290,2 3 1,-2 4 0,1 4-1,0 5-588,-1 5 1,3 5 0,-1 10 0,0 6-297,-1 7 1,-1 5 0,-4 1 0,1 1-127,-1 1 1,-2-10 0,-1 2 0,2-8-679,2-7 0,-1-7 1,5-6-1,1-5 726,2-6 0,1-1 0,0-3 0</inkml:trace>
  <inkml:trace contextRef="#ctx0" brushRef="#br0">8431 4739 8090,'0'12'676,"0"0"0,0 1 0,0 2 416,0 5 1,0-2 0,0 1-1,-1-1-681,-3 0 0,2 1 0,-2 2 0,2-3-217,-2-1 1,3-1-1,-3-5 1,2 1-633,2 0 254,0-5 0,2-3 0,0-10 0,3-5-101,2-8 1,2-3-1,6-2 1,0-2 89,0-5 1,2 3 0,0-6-1,0 3-19,0 1 0,4 3 1,-3 0-1,2 3 37,-1 5 1,-4 2 0,1 6 164,-3 3 0,-3 10 1,-2 9-1,-4 9 204,-3 6 1,-1 4-1,0 6 1,0 0-145,0 4 1,-1-6 0,-2 2-1,-1 0-568,2-3 1,1-10-1,1-1 1,0-3-1061,0-5 1580,0-6 0,10-8 0,3-7 0</inkml:trace>
  <inkml:trace contextRef="#ctx0" brushRef="#br0">9186 4185 10050,'-8'0'1884,"1"1"-892,2 3 0,1-1 0,4 6 0,-1 3-348,-3 2 1,2 7 0,-2-1 0,3 5-342,1 6 0,-4 0 0,-1 10 0,0 0-213,0 2 0,-1-1 0,4-2 0,-2-2-68,1-4 1,-2-5-1,1 0 1,0-4 106,-1-7 0,3-3 27,-1-3 1,1-7 50,2-5 0,0-5 1,2-7-1,0-1-198,2-3 0,5 1 0,-1-3 0,3 0-104,0-1 0,1 4 0,0-4 0,0 1 74,0 0 1,3 3-1,1 0 1,-2 2-413,0 1 1,-3 5 0,1 3 0,0 3 242,0 1 1,-1 6-1,0 6 1,-2 7 527,-1 3 1,-4 3 0,2 2 0,0 5 99,-4 2 1,0-3-1,-2-1 1,0 0 151,0 1 0,0-9 0,0 1 0,-2-2-67,-2-2 1,2-2 0,-6-7 0,-1-2-682,-2-4 0,-1-3 0,-1-1 0,-1 0-418,-2 0 1,-3 0-1,2-1 1,-2-3-387,-2-4 1,3-2 0,0-2-1,-1 0 62,1 0 0,2 1 0,-2-1 0,1 0-271,2 0 1,6 4 0,1 2 1170,-1 1 0,-1 1 0,-2 4 0</inkml:trace>
  <inkml:trace contextRef="#ctx0" brushRef="#br0">1969 6554 7752,'-5'-6'862,"3"-1"435,-2 3 434,3 3-789,1-4 0,-4 6-133,0 3 1,-4 4 0,4 8 0,0 5-425,-1 5 0,0 1 1,-4 9-1,1 6-203,-1 6 1,2 7 0,-1 7 0,-1 3-83,4-30 0,0-1 1,1 0-1,0 1 0,0 1 1,0 0-1,0-3 1,-1 0-288,-6 30 0,3-14 0,1 1 0,-1-7-311,1-5 0,1-15 0,3-4-353,-1-4 0,0-4 1,5-5-316,3 0 0,-1-2 0,5-6 1166,1-2 0,2-2 0,0-6 0</inkml:trace>
  <inkml:trace contextRef="#ctx0" brushRef="#br0">2146 7132 7770,'-4'8'822,"0"0"1,-4-4-1,3 3 1,0 3-399,-1 0 0,-2 6 0,4 1 0,1 1 248,-3 3 0,5 1 0,-3 2 0,3 0-298,1-1 1,0-3 0,0-2 0,-2-1 425,-1-2-564,1-2 0,-2-8-197,8-5 1,-2-7 0,3-7 0,0-4-277,3-5 1,2 2 0,2-6 0,0 1 24,0-2 0,1 2 0,1-4 0,2 0-37,-2 0 0,5 3 1,-1 0-1,2 2 111,-1 1 0,0 7 1,0 4-1,-2 5 92,0 3 1,-6 3 0,2 7 0,-1 7 262,-3 6 1,-5 9 0,0 4 0,-3 1-61,-1 4 1,0-4-1,0 8 1,-1-4-46,-3 0 0,1-5 0,-3-1 1,1-1-1080,2-3 0,-2-10-3833,1-4 4800,0-8 0,14-9 0,3-9 0</inkml:trace>
  <inkml:trace contextRef="#ctx0" brushRef="#br0">3124 6543 16052,'-7'6'1505,"-1"5"1,-3 4-889,-3 4 0,-1 3 1,-6 8-1,-3 8-399,-7 7 0,-3 6 0,17-21 1,-1 2-1,0 2 0,-1 1-161,-1 1 1,1 1 0,2-1 0,1 1 0,0 1 0,-1 0 0,3-1 0,1-2-577,1-1 1,2-2-1,-1 16 1,5-8-1,7-6-720,7-6 0,4-9 0,2 0 0,3-4 444,1-3 1,2-5 0,2 0-1,-1-2-1097,-1-2 0,0-3 1892,3-4 0,1-8 0,-1-6 0</inkml:trace>
  <inkml:trace contextRef="#ctx0" brushRef="#br0">3266 7097 7802,'-12'4'634,"-1"-1"419,-3 0 0,7 2 0,-3-1-513,2-1 1,3-2 0,1-2-1,1-3 216,2-4 1,2 0 0,1-2-1,1-3-71,3 0 1,2-6 0,6 1 0,0-2-565,0 1 0,1-1 0,1-4 0,2 1-285,-2-1 0,3 6 1,-1 2-1,-1 3-155,-2 1 0,-1 6 1,-1 2 90,1 2 1,0 4 0,0 2 0,-2 5 0,-1 7 108,-1 7 0,0 2 0,4 5 1,0 2 184,-1 2 1,1-6-1,0 7 1,0-5-396,0-4 0,-1 3 0,1-3 0,0-4-85,0-5 1,0-4 0,-1-2-1598,1-3 1,-4-3 2010,0-5 0,0-5 0,4-2 0</inkml:trace>
  <inkml:trace contextRef="#ctx0" brushRef="#br0">3372 7273 8123,'-12'0'2720,"4"0"-1640,1 0 0,4-5 1,0-4-635,6-5 0,5-9 0,8-7 0,5-4 1,5-6-138,5-5 0,5-2 0,0 1 1,1 1-737,-3 2 1,-7 13 0,0 1-1,-6 6-1665,-6 6 1,-5 8 2091,-3 5 0,-4 8 0,2 2 0</inkml:trace>
  <inkml:trace contextRef="#ctx0" brushRef="#br0">3926 6389 8086,'-6'6'1115,"-1"-5"1,5 4-456,-2 0 0,0-2 0,4 5-320,0 1 1,0-1 0,0 2 0,0 3 55,0 1 0,0 4 1,-2 0-1,0 3-398,-2 3 1,-1-3 0,2 6 0,-1-2-474,1-1 1,-2-1 0,1-1 0,2-1-670,0-1 1,-2-6 0,1 2-58,0-3 1,3-6 8,4-3 1192,2-8 0,6-8 0,0-6 0</inkml:trace>
  <inkml:trace contextRef="#ctx0" brushRef="#br0">4103 6578 6882,'0'6'6865,"-1"4"-5909,-3-6 0,1-1-487,-5-3 1,2 2 0,-3 0-183,1 2 1,4 0-1,-4-4-81,-1 0 0,2 0 0,0 0-189,-3 0 0,4 0 0,-2 0-369,-1 0 1,0 2 0,-1 0 385,3 2 1,0 1 389,-1-1 1,-1-1-309,5 5 1,-1-6 0,2 4 12,-1-1 0,0-3-15,4 6 0,4-4 0,1 3-66,2-2 0,-3 0 0,4-2 6,1 1 1,1 4 0,2-4-369,0-2 0,0 1 0,0 0 0,-1 0-786,1 0 1,0-2-1,0-1 1,0 0-60,-1 0 1,1 0-1,0 0 1,0 0 91,0 0 1,-5 0 0,1 0 1066,1 0 0,2 0 0,1 0 0</inkml:trace>
  <inkml:trace contextRef="#ctx0" brushRef="#br0">4339 6342 7802,'-10'1'1166,"2"3"1,2 3-1,6 5 1,0 1 245,0 3 0,6 2 0,2 7 0,3 4-675,5 6 1,-3 8 0,4 11 0,-1 6-341,0 4 0,-5-1 0,-4 3 0,-4-33 0,-1 0-220,0 2 0,-1 0 1,-1 28-1,-4 1 0,-4-8-171,-2-5 0,-2-14 0,0 0 1,0-8-628,0-7 0,5-7 0,-1 1 1,-1-4-1310,-2-4 1,3 1-1,0-5-2662,-1-1 4592,4-7 0,-11-3 0,3-5 0</inkml:trace>
  <inkml:trace contextRef="#ctx0" brushRef="#br0">5117 6778 7893,'-13'0'147,"-3"0"0,7 0 0,-2 0 0,0 0 437,1 0 0,-2 0 0,0 2 0,0 0 1794,0 2 0,1 1 0,-1-2-85,0 1 1,4 4-1216,0-4 0,7 4 0,1-3-776,7 1 0,4-3 0,4 2 1,2-1-463,1 0 0,3 0 0,5-4 1,3 0-861,1 0 0,-2 0 1,2 0-1,-1 0-969,-3 0 0,0-4 1,-1-1-1,1 0 356,0-1 0,-9-1 0,3 3 1633,-5 1 0,-4-4 0,1 1 0</inkml:trace>
  <inkml:trace contextRef="#ctx0" brushRef="#br0">5106 6955 7650,'-18'12'205,"4"0"0,-4 0 0,1-2 2188,2-2 1,6 1 0,3-4-1038,0 2 1,4-3 0,6 2 0,4 0-651,2-4 0,7-1 1,3-1-1,2-1 98,2-3 1,-1 2-1,2-6 1,1 0-1480,2 1 0,1-3 1,-3 3-1,1-1-1868,-1 1 1,-1 3 2542,-1-4 0,5 0 0,1-4 0</inkml:trace>
  <inkml:trace contextRef="#ctx0" brushRef="#br0">6367 6378 8037,'0'-12'789,"0"0"0,2 0 1,0 0 128,2 1 1,0-1-1,-4 0 1574,0 0-2151,0 6 1,0 3 0,-1 11 0,-2 9 27,-1 8 1,-5 6 0,2 10-1,0 7-155,-1 10 1,-1 7 0,2-28 0,-1 1 0,0 2 0,0 0-291,1 2 0,0 1 1,0-2-1,1-1 1,0 2-1,0-1 1,1-2-1,0-1-21,1-3 0,0-2 1,-3 21-1,5-11 1,-2-9-1699,1-12 0,3-7 0,4-7 392,4-4 0,1-8 0,0-4 1403,-1-3 0,0-11 0,4-3 0</inkml:trace>
  <inkml:trace contextRef="#ctx0" brushRef="#br0">6721 6613 7810,'0'-12'1534,"0"5"343,0-1 2273,0 0-2951,0 1 1,0 3-1,0 8-468,0 4 0,-1 3 1,-3 2-1,-4 1-150,-3 2 0,0 1 0,-1-1 0,-1 2-301,-3 0 0,2 5 1,-5-5-425,2 0 1,-4 7 0,2-4 0,-4 0 0,0 0-233,-1-3 1,5 3 0,-1-5 0,-1-2 201,-1 0 0,2-3 0,3 1 1,1 0 336,2 0 0,7 0 0,-3-1 0,3 1 160,5 0 0,2-4 1,4-2 11,3 0 1,5-3 0,3-3 0,2 0 14,1 0 0,2 0 0,3 0 0,1 0-500,-1 0 0,1 0 0,0 0 0,-1 2-573,1 2 0,-5-3 1,0 3-1,-1-3-934,0-1 0,-3 4 0,1 0 1,-3-1-409,-2-2 0,1-1 2065,0 0 0,5 0 0,1 0 0</inkml:trace>
  <inkml:trace contextRef="#ctx0" brushRef="#br0">7240 6130 7768,'-12'1'6,"2"3"0,0 5 1552,3 6 0,3 3 0,-3 7 0,1 5-811,-1 9 1,3 6 0,-4 14 0,4-26-1,-1 1-552,0 4 0,0 0 1,-1-2-1,0 0 1,0 3-1,1 2 1,1-2-1,-1 0-139,1-1 0,0-1 0,-2 27 0,-2-9 0,3-8-782,-1-9 0,5-10 0,-3-5-1483,3-6 0,6-9 2209,3-4 0,2-8 0,2-2 0</inkml:trace>
  <inkml:trace contextRef="#ctx0" brushRef="#br0">7429 6672 7798,'0'8'3216,"0"0"0,0 0 0,0 4-2481,0-1 0,-2 1 0,0 3 1,-2 3-1,0 5-243,-1 2 0,2 5 1,-5 1-1,0 0-479,2 0 1,-4-8 0,7-1 0,-1-2 480,-2-2-842,5-9 0,-3 0 0,7-14 1,2-7-1,2-7-156,2-8 0,2 0 1,4-6-1,2-2 123,1-2 1,-2 3 0,2-4 0,1 4 172,-1 3 1,-2 8-1,2 1 1,-1 4-29,-2 3 1,-6 8 0,-1 5 114,1 9 0,-4 6 1,-1 12-1,-3 2 198,-1 5 1,0-2 0,0 1 0,0 2-362,0 1 1,0-4 0,0-4 0,0-3-1354,0-4 0,5-4 1,5-1 1636,4-5 0,-1-9 0,4-6 0</inkml:trace>
  <inkml:trace contextRef="#ctx0" brushRef="#br0">8112 6708 7798,'-11'11'633,"3"1"1,0-1 0,-1-2 2764,-2-1 0,3-6-2294,1 2 1,4-8 0,-1-4 0,4-3-380,4-5 0,-1-2 0,4-6 1,3-1-367,0-2 0,2 0 1,1-3-1,1 1-397,2 3 1,1 0 0,-2 1 0,0 0-214,0 3 0,-1 5 1,1 0-1,2 3-233,1 3 0,-4 7 0,2 2 0,-3 5-50,-1 9 0,0 5 0,0 8 0,-1 4 481,1 6 0,-3 2 1,0 6-1,2 2 32,-2 1 1,-1-3 0,1-1-1,-1 0 70,1 0 0,-2-8 0,-1-2 0,1-4-1361,-1-6 1,2-10 192,4 0 1,0-10-1,0-2 1,-2-7 0,-1-9 1118,-1-8 0,0 1 0,4-6 0</inkml:trace>
  <inkml:trace contextRef="#ctx0" brushRef="#br0">8195 6979 7798,'-22'12'0,"1"-2"1922,1-2 0,11-4-710,1-8 0,11-8 0,6-9 0,7-5 0,7-7-189,7-5 1,6-4-1,2-5 1,4-3-896,-20 23 1,2-1 0,21-19 0,-18 20 0,0 0 0,-1 2-1,0 1-2357,24-21 2229,-6 8 0,7 3 0,-3 4 0</inkml:trace>
  <inkml:trace contextRef="#ctx0" brushRef="#br0">11025 2900 8232,'-5'-7'1940,"2"3"-1569,-5 8 0,4 11 1,-2 12-1,-1 15-90,1 15 0,2-23 1,0 4-1,-2 10 1,0 4-1,0 11 1,-1 3-150,2-15 0,0 3 0,-1 1 0,1 2 0,0 1 1,0 2-1,-1-9 0,1 1 0,-1 1 0,0-1 0,0 3 1,0-1-1,-1 1 0,0 0-278,0 1 0,0 0 0,0 0 0,-1 0 0,1 0 0,-1 0 1,0 0-1,0 0 0,-1 1 0,1-1 0,-1 1 0,1 0 0,-1 0 1,1 0-1,0 0 0,0 0 113,0 0 1,0 0 0,0 0 0,1-2 0,-3 12 0,1-2 0,0 1 0,2-14 0,-1 0 0,1 1 0,-1-2 0,-2 15 0,1-2 0,-1 0-55,1-1 0,0-1 0,1-1 0,1-7 0,0-2 0,0 1 0,1-1 0,0 0 0,1-1 0,0-2 0,0-2 0,1 0-571,-2 18 1,1-3 0,3-12 0,0-2 0,0-2 0,0-1 657,1-8 0,1-1 0,-1 30 0,4-15 0,7 0 0</inkml:trace>
  <inkml:trace contextRef="#ctx0" brushRef="#br0">12334 3006 7894,'0'-12'282,"0"0"0,0 1 1,0-1 1479,0 0 0,-1 2-1151,-3 2 0,1 3 0,-3 7 0,-1 6-147,1 8 1,-2 11-1,-3 9 1,2 8-158,1 10 0,0 3 0,3-22 0,-2 0 0,1 2 0,-1 1-268,0 1 1,-1 1 0,1-1 0,1 0 0,-2 3 0,0 1 0,1-1 0,2 0-372,1-2 0,0 0 1,-1-3-1,1-1 0,0 25 1,1-6-780,2-9 0,1-16 0,0-2 0,1-10-1580,3-5 2691,3-6 0,5-2 0,0-5 0</inkml:trace>
  <inkml:trace contextRef="#ctx0" brushRef="#br0">12511 3560 7894,'-4'12'254,"-1"0"0,0 1 675,-1 2 1,-2 4 0,3 4 0,0 1-113,0 0 1,-4 0-1,2 3 1,-1 0-346,0-1 1,4 1-1,-2-3 1,1 0 377,2-6-701,2-3 1,2-10 0,3-5 0,4-8 4,2-6 1,2-6-1,1-6 1,3-3-301,3-1 1,2-3-1,0-3 1,-1-2 10,1 0 1,1 7 0,2-4 0,-1 2-125,1 3 0,1 0 0,0 6 0,-2 4-31,-4 5 1,-5 11 0,-3 4-1,-2 9 334,-1 10 0,-6 3 1,2 13-1,-4 6 61,-4 3 0,-2 4 1,-5-3-1,2 0-344,1-2 0,2-6 0,-2-2 0,4-6-1831,3-4 1,2-12-69,3-5 2138,2-11 0,11-9 0,2-6 0</inkml:trace>
  <inkml:trace contextRef="#ctx0" brushRef="#br0">13560 2912 8244,'7'-8'2139,"-3"0"1,-9 7 0,-6 1-1330,-3 6 0,-2 9 0,3 3 0,-3 3-72,-3 4 0,0 6 0,1 2 0,-2 6-514,-2 8 1,1 7-1,7-23 1,0 1 0,2 2-1,0 0-148,0 3 0,0 0 0,0-3 1,0 0-1,1 0 0,0 1 1,1-1-1,0-1-705,2 0 0,1-1 1,-1 17-1,4-5 0,3-6-640,1-5 0,5-9 0,3-3 1,2-6 313,2-4 0,1-7-1,3 0 1,3-3-1274,4-1 2229,-5-5 0,10-2 0,-3-5 0</inkml:trace>
  <inkml:trace contextRef="#ctx0" brushRef="#br0">13808 3313 8506,'0'-12'2352,"1"7"1,2 6-2061,1 9 1,1 3 0,-2 7-1,1 1-101,-2 1 0,0 6 1,-2 1-1,0 2-59,0 6 0,0-5 1,0 6-1,0 0 77,0-1 0,-4-2 1,0-3-1,0-6 402,-1-5 1,3-4-270,-2-5 1,3-11-1,1-6 1,1-9-130,3-10 0,2-1 0,3-6 0,-1-3-307,1-4 1,-3 0 0,2-6 0,1 0-256,2-2 0,-3 1 0,0 1 0,-1-2-39,0 2 1,-1 0 0,-3 2 0,1 6 216,-1 3 0,-2 12 0,-1 1 884,0 6 1,0 9-250,0 5 0,0 5 0,-1 7-73,-3 0 1,1-1-1,-3 1 1,-1 1-24,0 3 1,0-2-1,-5 5 1,0-1-172,0 0 0,0-2 1,1 2-1,-1-1-277,0-2 0,0 2 0,0-1 1,1-2-519,-1-1 0,4-1 1,1 0-1,1-1-1340,-1 1 1,5-4 0,-2 0 465,2 1 0,2-2 0,2-1-904,2-1 2376,-3-1 0,10 2 0,-5 0 0</inkml:trace>
  <inkml:trace contextRef="#ctx0" brushRef="#br0">13725 3725 7810,'-11'17'1356,"3"-4"0,1 3 21,2-3 0,1-5 0,5-2 0,3 0-801,4-4 0,4 0 1,2-4-310,2-2 0,5-1 1,-1-4-1,1 2 0,0 1-899,-2-1 1,0 1 0,2-3 0,-2 1-1616,2-1 1,-2 2 2246,0-1 0,-4 0 0,2-3 0</inkml:trace>
  <inkml:trace contextRef="#ctx0" brushRef="#br0">14292 2841 7840,'-6'-12'233,"4"4"2433,-6 0 0,5 7-1652,-1 1 1,3 7-1,1 10 1,1 6-632,3 7 0,3 3 0,6 5 0,1 8 141,2 5 0,1 7 0,-4 6 0,-6-30 0,-1 1-368,0 2 0,-1-2 1,0 27-1,1 3 0,0-2-132,-4-2 0,-6-14 1,-2-7-1,-2-3 77,0-4 1,-1-6 0,-4-1 0,-2-3-1986,1-4 1,6-3 0,-6 1 0,1-2-58,3-5 1,-1-5 0,3 2 1940,-3-2 0,0-6 0,-1-6 0</inkml:trace>
  <inkml:trace contextRef="#ctx0" brushRef="#br0">14681 3289 14854,'11'5'-330,"-3"-3"0,1 3 0,3-1-723,3 0 0,0 1 1,-2-3-1,2 4 229,1 0 824,-1-3 0,2 7 0,2-3 0</inkml:trace>
  <inkml:trace contextRef="#ctx0" brushRef="#br0">14716 3466 7751,'-18'12'2006,"1"-1"0,5 1 1,1 0-773,4 0 1,3 0 86,8-1 1,3-4 0,8-3 0,2-3-828,1-1 0,3 0 0,5 0 0,2-1-943,-2-3 0,-1 3 0,-1-3-2199,-1 2 0,3 2 2648,-2 0 0,7-5 0,-6-1 0</inkml:trace>
  <inkml:trace contextRef="#ctx0" brushRef="#br0">15966 2947 7788,'0'-12'2140,"0"3"-1224,0-3 0,0 3 0,0-7 0,0 3 216,0 2 0,-1 4 0,-5 3-797,-5 3 0,-4 11 0,-7 7 1,-4 9 222,-3 10 0,-3 6 1,-3 9-1,17-23 0,-1 1-478,-1 4 1,1 0-1,3-1 1,1 0 0,-2 4-1,2 0 1,3-1-1,1 0-697,-5 29 0,5-3 0,14-6 0,5-7 41,8-13 0,11-14 0,9-9 0,5-8 219,5-7 0,3-14 0,2-12 0,3-9 248,-27 15 1,-1-1 0,-1-2 0,-1 0 0,-4-3-1,-1 0 1,-1 0 0,-2 0-196,10-30 0,-14 8 0,-4-2 0,-8 5-379,-8 5 1,-8 5 0,-14 0 0,-6 7 288,-5 7 1,0 7-1,-4 9 1,-5 7-1061,-3 8 1,2 7 1453,-4 13 0,5 4 0,-2 4 0</inkml:trace>
  <inkml:trace contextRef="#ctx0" brushRef="#br0">14716 3313 7789,'4'-8'1011,"0"0"1,0 4 168,-4-4 0,1 5-408,3-1 0,-1 3-311,5 1 1,-5 0-1,5-1-35,1-3 1,-2 3 0,1-3-305,1 2 0,2-2 0,0 1 0,1 0-88,0 2 1,-4-1 0,0 0 0,2-2-333,5 1 1,-5-2 0,4 1 0,1 0-134,-2-1 0,1 3 0,-1-3 0,2 1-774,-1 0 0,-6 0 0,7 3 247,-1-3 1,0 3-1,-2-3 958,0 3 0,0-5 0,0 0 0</inkml:trace>
  <inkml:trace contextRef="#ctx0" brushRef="#br0">12228 4692 12092,'-11'5'741,"4"3"0,0 4 1,4 5-1,-1 8-344,2 9 0,1 14 1,1 14-1,0-27 0,0 2-314,0 2 0,0 2 1,0-3-1,0 1 1,0 2-1,0 0 1,-1 0-1,0-2-344,-1 0 0,0-2 1,1 20-1,-3-5 1,3-10-1604,1-8 1,0-10 0,1-2 1863,3-4 0,3-2 0,4-4 0</inkml:trace>
  <inkml:trace contextRef="#ctx0" brushRef="#br0">12440 5152 8032,'0'11'664,"0"1"1,0 0-1,0 0 1,-1 1 231,-3 2 1,3 4-1,-3 4 1,2 2-315,2 3 1,-4-3-1,1 2 1,0-1-197,2 2 1,1-7 0,0 1 104,0-4 0,0-6-341,0-4 1,1-8 0,2-3 0,2-8-156,1-6 0,2-4 0,4-7 0,0-3-338,0-3 1,1-2 0,1 0 0,2-2 95,-2-2 1,3 1 0,0 5 0,0 1 92,0 2 1,0 6-1,-2 1 1,0 9 14,0 6 1,-2 3 0,-1 8 0,-2 2 366,-2 3 0,3 10 0,-5 6 0,1 4 233,-3 3 1,1 2 0,-1 3 0,-2 0-423,0 1 1,-2-1 0,0 1 0,0-1-580,0 0 1,0-5 0,0-2 0,0-5-596,0-3 0,1-3 0,2-5-2293,1 0 3428,5-6 0,-3 0 0,6-6 0</inkml:trace>
  <inkml:trace contextRef="#ctx0" brushRef="#br0">13289 5116 7799,'-8'0'268,"0"0"1149,-1 0 0,3 0 1763,-2 0-2107,0 5 1,1-2-145,4 5 0,1-4-700,2 4 0,5-4 0,3 2 1,3-1-109,1-2 1,-1-2-1,2-1 1,2-1-40,1-3 0,5 1 0,-3-4 0,2-3-82,-1 0 0,-3-6 1,4 1-1,-1-1-7,0-1 1,-1-2-1,-5-3 1,0 1 185,-2 2 0,-2-1 0,1-2 55,-2 2 1,-3-1 0,-5 4 0,0 0 85,0 0 1,0 1 0,-1 6 0,-3 1 0,-4 2 57,-2 2 0,-2 1 0,0 4 0,0 0 56,1 0 1,-5 1-1,-1 3 1,-1 4 18,-3 2 1,2 2 0,0 1 0,-2 3-271,-2 4 1,0-2-1,0 2 1,4 2-184,3 4 0,2-4 0,-1 6 0,1 2 0,3 3 0,1-2 0,6-1 0,1 2 0,2 2 0,1-5 0,1 5 0,3-3 0,4-1 0,7-6 0,2 1 0,1-2 0,3-2 0,1-5 0,2-2 0,-1-4 0,1 0 0,0-3 0,-1-1 0,2-2 0,3-3 0,-6-2 0,3-2 0,-2-2-794,-2-1 0,0-1 0,1-2 1,-2 1-419,-4-1 1,-2 2-1,-1 0 1212,-1-3 0,8 0 0,-7-2 0</inkml:trace>
  <inkml:trace contextRef="#ctx0" brushRef="#br0">13808 4385 7698,'0'-12'-369,"0"5"1319,0-1 0,-1 5-683,-3-1 1,2 4 0,-1 4-1,1 4-38,2 2 1,-4 2-1,0 0 1,2 1-140,0 3 1,1-2 0,-1 6-375,-2 1 0,0-4 0,4 0 1,0 0-1050,0 3 1,0-7 1332,0-1 0,5-3 0,1 2 0</inkml:trace>
  <inkml:trace contextRef="#ctx0" brushRef="#br0">14079 4939 7837,'-12'4'859,"1"1"70,-1 2 0,4-4 1,0 2 1425,-1 0-2035,4-4 1,-1 6 0,8-4-348,2 1 0,2-1 0,6-3 1,0 0-331,0 0 0,1 0 0,1 0 1,3 0-449,2 0 1,-5 0 0,3 0 0,-1 0 37,-1 0 1,2 0 766,-1 0 0,-3-5 0,4-1 0</inkml:trace>
  <inkml:trace contextRef="#ctx0" brushRef="#br0">14115 5128 8384,'-7'0'1822,"2"5"1,6-4 0,3 3 0,4-4 0,2-2-2318,2-2 1,5-4 0,2 3 0,0 0-999,1-1 0,-2-2 1493,2 5 0,7-7 0,-2 4 0</inkml:trace>
  <inkml:trace contextRef="#ctx0" brushRef="#br0">13843 4385 8346,'0'-12'-193,"0"1"0,0-1 0,0 0 452,0 0 1,0 4-1,0 1 103,0-3 0,0 0 1,0-2 273,0 0 0,0 5 463,0-1-690,0 5 1,-4-1-342,1 8 0,-3-1 1,4 6-1,-2 3 0,1 3-142,2 4 0,-3 0 1,0 5-1,1-1-141,2 1 0,1 0 0,0-1 0,0-1 125,0-2 1,0 1 0,0-5 0,0-2-51,0-1 578,0-6 0,0-5 0,1-8 0,2-7-104,1-4 0,0-4 1,-3-5-546,3-2 0,-3-3 1,3 2-1,-1 0 1,0 0-613,0 3 0,1 6 0,-4 5-1,0 2 824,0 6 0,0 2 0</inkml:trace>
  <inkml:trace contextRef="#ctx0" brushRef="#br0">15093 4715 8346,'0'-8'815,"0"1"0,0 5 1,0 4-527,0 8 1,0 7 0,0 8 0,0 4-162,0 6 0,0 7 1,0 8-1,0 4-127,0 3 1,0-2-1,-1 4 1,-2-6 22,0-5 0,-3-11 0,4-6 118,-2-5 1,0-14 0,2-8 427,-1-9 1,1-7 0,-2-5 0,3-7 108,1-6 0,0-5 0,-1-4 0,-2-5-530,-1-1 0,0-9 1,4-2-1,0-5-144,0 0 1,0 2 0,0-7 0,2 2-58,1 3 0,0 8 0,4 6 0,-1 5 272,1 9 1,-5 11 343,2 6 0,-2 10 0,-2 6-237,0 6 0,0 9 0,0 0 0,0 1 26,0 1 1,0-2-1,-2 4-227,-2 2 1,2 5 0,-6 3 0,-1 0 0,-3 1-194,-4 0 0,3-2 0,-3 3 0,3 1-294,1-2 1,5-1 0,-1-6 0,0 1-954,1-1 0,-2-4 0,5-4-423,2-1 0,2-4 740,4-2 1,-2 1 0,6-5-1,0 0-2320,-2 1 3317,5 2 0,-5 4 0,6 1 0</inkml:trace>
  <inkml:trace contextRef="#ctx0" brushRef="#br0">14881 5446 8346,'0'17'1560,"0"-4"0,0 3 139,0-3 1,0-1 0,1-2-1,3-2 269,4-4 0,5-9 0,6-5 1,7-6-2212,7-3 1,1 4 0,9-5 0,1-1-3204,2-1 1,3 4 3445,2 2 0,-13 3 0,1 1 0</inkml:trace>
  <inkml:trace contextRef="#ctx0" brushRef="#br0">12381 6378 7961,'-12'0'1300,"1"5"1,0 5 0,2 10-444,1 11 1,0 13-1,-4 13 1,7-23-1,0 2-630,1 2 0,0 2 0,-1 1 0,0 1 0,1 3 0,1 1 0,0 1 1,0 1-319,1 0 1,0-1 0,-1-7-1,0-1 1,1-1 0,-1-1 0,-2 24-375,0-11 1,1-15 0,4-3 0,0-7-2973,0-6 0,5-7 3437,3-8 0,2-8 0,2-3 0</inkml:trace>
  <inkml:trace contextRef="#ctx0" brushRef="#br0">12676 6861 7887,'-5'12'0,"2"5"0,-5 1 0,0 2 955,2-1 1,-5 1 0,5 5 0,-2 2 176,0 5 1,2-2 0,-4 0 0,4 0-703,1 0 0,-1-6 0,4 2-249,-2 0 1,0-9 0,5-6 152,3-5 1,-1-3 0,5-7 0,-1-5 75,0-6 0,5 0 0,-2-8-254,5-1 1,2-12 0,-3-1 0,3-2-1,2-3-182,1 0 1,-1 3-1,0-3 1,2 2-666,2 2 0,-4 6 0,1 6 472,1 5 1,-8 9 0,-1 11 0,-3 7 135,-2 10 0,-2 6 1,-5 6-1,1 5 62,3 5 0,-3 1 0,3 5 0,-2 2-152,-2-1 1,0-6 0,0 0-1,0-2-753,0-2 0,0-7 0,0-3-2737,0-3 3663,0-2 0,5-19 0,1-2 0</inkml:trace>
  <inkml:trace contextRef="#ctx0" brushRef="#br0">13431 6967 7869,'-12'0'357,"0"0"1,0 0 2107,1 0 0,-1 0-1350,0 0 1,5 1-1,5 2-537,4 1 1,5 0-1,6-4 1,3 0-253,3 0 0,4 0 1,2 0-1,2-2-224,5-2 1,-2-3-1,1-8 1,2-3-174,1-4 1,1 3-1,-1-8 1,-1-3-359,-1-3 1,-6-2 0,0 0 0,-5 3 429,-5 0 1,-8 5-1,-5-2 1,-3 3 543,-3 4 1,-5 10-1,-8 1 1,-4 5 19,-2 3 1,-7 7-1,-1 5 1,-3 6-137,-2 4 1,5 5 0,-8 3 0,-1 6 3,-2 5 0,7 5 1,0 7-1,2 4-35,2 3 0,8 1 1,1 5-1,7-4-727,7-5 1,7-11-1,8 1 1,8-6 4,5-8 0,3-3 1,3-6-1,1-4-1353,3-6 0,-1-7 0,2 0 1,0-4-1265,1-4 1,-3-4 2940,1-7 0,1-9 0,3-6 0</inkml:trace>
  <inkml:trace contextRef="#ctx0" brushRef="#br0">14162 6165 7853,'-12'0'491,"0"0"1,0 4-1,1 0 1,-1 0 482,0 1 1,0-3 0,0 2 0,2-2 820,2 2 0,-2-3-712,2 3 0,3-4 0,2-2-561,6-2 0,2-5 0,4 2 0,-1-1-255,1 0 1,3 1 0,2-5-1,2 0-225,-2 0 0,3 0 1,-1 2-1,0 1-232,1 1 0,-3 1 0,5-1 1,-2 5-84,-3 1 0,-1 2 0,-1 0 1,0 2-91,0 1 1,-1 9 0,0 8-1,-2 2-14,-1 2 1,0 3 0,3 2 0,1 0-339,0 0 0,0-2 1,0-3-1,1-2 361,2-2 0,-4-3 0,3-7 0,1-1-1679,-2-1 1,-4-5 0,-1-1 2032,1-4 0,2-5 0,0-4 0</inkml:trace>
  <inkml:trace contextRef="#ctx0" brushRef="#br0">14185 6401 7877,'7'-1'211,"-2"-2"1,0-2 776,3-2 0,3 0 0,2-7 0,4-3-409,6-6 0,6-6 0,8-8 0,2-2-500,5-4 1,-3 0-1,0-1 1,-2 1-762,-1 3 0,-9 9 1,1 1-1148,-7 8 1,-13 12 1828,-10 10 0,-5 5 0,-7 7 0</inkml:trace>
  <inkml:trace contextRef="#ctx0" brushRef="#br0">14740 6625 7967,'-17'5'1456,"3"-3"0,-1 2 2147,2-3 1,7-1-3097,6 0 1,7 0 0,9 0 0,3 0-750,4 0 0,5 0 1,3 0-1,0 0-956,0 0 1,1 0-1,2 0 1,-1 0-576,-2 0 0,-3 0 0,1 0 435,-5 0 0,1 0 1338,-9 0 0,0-5 0,-4-2 0</inkml:trace>
  <inkml:trace contextRef="#ctx0" brushRef="#br0">14704 6802 7894,'-12'0'1407,"5"4"1,-1 0-1,0 0 1504,1 1 0,2-2-2059,5 4 0,11-4 0,6 1 1,7-3-1,9-1-1279,5 0 1,0 0-1,4 0 1,-1 0-1114,-3 0 0,4-1 0,-2-2 1540,-2-1 0,12-5 0,-7 3 0</inkml:trace>
  <inkml:trace contextRef="#ctx0" brushRef="#br0">16096 6708 8457,'-7'5'2920,"1"-4"-1696,2 3 1,2-4 0,-2-5-750,3-7 0,2-1 0,3-7 1,4-2 347,3-4 0,0-4 0,3-6 0,1 0-575,5-4 1,0 6-1,2-4 1,3-1-255,0-2 1,-4 9 0,-3 2 0,0 7-35,1 8 0,-5 7 0,2 4-5,-3 2 0,-5 13 0,-2 5 0,1 6-55,-1 5 0,1 4 0,2 5 0,-1 4-175,1 3 1,6 4 0,2 1-1,1 1-106,3-3 1,3-7 0,2-1 0,3-5 92,1-6 0,-4-8 0,1-8 1,-2-5-57,-1-5 1,-2-1 0,-2-1-1,-4-3-276,-3-4 1,-4-3 0,0 0 0,1-3-655,0-1 0,-1-4 0,1-3 1274,-2 2 0,3-7 0,-5 2 0</inkml:trace>
  <inkml:trace contextRef="#ctx0" brushRef="#br0">16284 6884 7915,'-23'0'4304,"1"0"-2721,2 0 0,9-11 1,13-9-1,11-10-649,13-8 0,13-11 0,-11 20 0,3-1 0,4-3 1,1 0-741,3-4 1,1 0 0,1 1 0,1-1 0,0-1 0,-1 1 0,-1 2 0,0 1-1089,-3 2 1,-1 2-1,-7 8 1,-1 2-1,19-12 1,-13 12-5534,-8 12 6427,-13 6 0,3 12 0,-10 3 0</inkml:trace>
  <inkml:trace contextRef="#ctx0" brushRef="#br0">11650 9030 8668,'-16'4'0,"-1"0"1389,-1-2 1,4 4 0,-2-1-1,3 0 587,1 0 0,4 1 0,2-3-724,0 5 0,4-2 0,6-2 0,5-3-524,5-1 0,6 4 1,7 0-1,6-2-579,5 0 0,0-8 0,5 0 0,3-3-245,4-3 0,0 1 0,4-7 0,-1-2-76,1-2 1,-3 0 0,3-10 0,-2-2-1205,-2-4 0,-11 4 0,-6-2 0,-7 0 952,-7 4 0,-6 3 0,-5 0 0,-5 4 565,-1 7 0,-9 7 1,-5 3-1,-6 1-343,-4 0 0,1 2 0,-3 5 641,-5 0 1,-3 5-1,-5 4 1,-1 4-1,-4 6-7,-4 3 1,3 1 0,-9 11 0,23-15 0,0 0-90,-3 1 1,1 1 0,3 1 0,0 1-1,-5 2 1,0 1 0,1 1 0,0 2-244,0 1 0,0 2 0,1-1 0,0 0 0,1 2 0,0 1 0,3 0 1,2 0-101,2 1 0,2-2 0,-10 25 0,19-26 0,2 2 0,-4 28 0,9-1 0,12-9 0,7-3 0,11-2-4,8-3 1,6-8 0,11-4-1,4-4-28,3-6 0,1-11 1,7-4-1,0-4-1103,-4-3 0,0-5 1,-5-3-1,-4-4-21,-5-4 1,-11-2 0,-2-5 0,-4-1-5027,-4 0 6182,-6-4 0,-2 3 0,-5-5 0,-1-3 0,-3-4 0</inkml:trace>
  <inkml:trace contextRef="#ctx0" brushRef="#br0">12829 7769 12271,'-1'20'2333,"-2"4"1,-2 8-1842,-1 8 1,2 7 0,-4 15 0,3-28 0,1 1-387,-1 2 0,-1 1 1,-1-1-1,-2 1 1,2-1-1,-1 0 1,0-1-1,0-1-579,-1-2 1,1-1 0,-5 17-1,-2-5 1,5-11-2426,2-9 0,5-12 2898,0-1 0,6-12 0,4 0 0</inkml:trace>
  <inkml:trace contextRef="#ctx0" brushRef="#br0">12947 8216 10130,'-1'12'820,"-3"0"0,3 0 0,-3 0 1,1 1-18,-1 2 1,2 0 0,-5 5 0,2 0-177,2 3 1,-2-1-1,0-1 1,-1-3-474,1-1 0,1-1-228,4-4 1,2-6 0,1-4 0,5-9 49,3-9 1,2-5 0,1-3 0,3-4-306,2-3 0,-1 1 0,3-1 0,-1 1-53,1 0 1,-3 8-1,0 0 1,-1 2 48,-2 2 1,-2 7 0,-1 2 127,-1 6 0,-4 11 1,-3 13-1,-3 5 192,-1 6 0,0 2 1,0 1-1,-1 2 127,-3 2 1,1-5 0,-3 3 0,-1-3-1407,1-5 1,3-3-1,-1-4-2746,3-2 4038,1-8 0,5-12 0,2-7 0</inkml:trace>
  <inkml:trace contextRef="#ctx0" brushRef="#br0">13419 8323 7915,'-12'0'0,"0"0"5168,1 0-3768,4 0 1,2-6-1,6-2 1,2-3-633,1-5 0,7-2 1,0-6-1,1 0 0,2 1-371,-1-1 0,2 5 0,-1 0 0,2 1-332,-2 0 1,-1 7 0,-1 1 0,0 3-131,0 5 1,-1 0-1,1 5 1,0 3-198,0 6 0,-4 12 0,0 1 0,1 3-379,1 5 1,-2 1 0,0 2-1,1-1-548,2 0 1,0-4 0,0-5 0,-2-4-260,-1-2 1,0-10 0,3 1 653,1-5 1,-1-3 0,-2-7 0,-3-4-1262,0-3 2055,3-6 0,-3 4 0,6-4 0</inkml:trace>
  <inkml:trace contextRef="#ctx0" brushRef="#br0">13549 8452 7915,'0'-12'1914,"0"1"1,0-2 0,1-3-335,3-4 1,5-5 0,9-5-1,9-8-1210,5-6 0,6-6 1,-15 21-1,1-1 0,1 0 1,-1 1-478,1-1 0,1 1 0,-3 3 0,1 1 0,2 1 0,1 1 0,24-19-1671,-8 9 0,-8 16 1,-16 11 1777,-8 7 0,-4 11 0,-7 6 0</inkml:trace>
  <inkml:trace contextRef="#ctx0" brushRef="#br0">13914 9089 9200,'-12'0'2150,"1"0"1,-1 0 5073,0 0-6670,0 0 1,11 0 0,6 0-1,8 0-301,7 0 0,2-1 0,3-2 1,1-1-1058,2 1 0,5 1 1,-3-1-1,1-1-622,1 2 1,-1-1-1,3 0 1,-1-2-1031,-2-1 1,-7 3 0,1-2 2455,-3-1 0,3 5 0,-7-4 0</inkml:trace>
  <inkml:trace contextRef="#ctx0" brushRef="#br0">13914 9195 7915,'-23'10'1166,"3"-6"1,2 8-1,1-3 1340,2-2 0,9 2 0,6-4-1117,6 2 0,7-5 0,6 2 0,5-1-732,5 1 0,5-3 0,7 3 0,5-4-2215,2-4 0,-4 3 0,5-4 0,4 1-5882,3 0 7440,-5-5 0,-17 5 0,0 1 0,27-9 0</inkml:trace>
  <inkml:trace contextRef="#ctx0" brushRef="#br0">15683 9042 7915,'-12'0'0,"0"1"375,1 3 1,3-3 0,0 3 0,0-4 2774,1-4 0,2-8 0,7-7-2312,1-3 1,9-11 0,9-5 0,5-5-1,7-9-775,-14 24 0,0 0 0,19-26 0,-17 24 0,0 0 0,0 1 1,0 1-402,0 1 0,0 1 1,14-20-1,1 7 1,-5 5-28,-6 8 1,-8 10 46,-1 4 0,-8 8 0,-4 12 0,-3 8 0,-1 6-3,0 6 0,1 8 1,2 10-1,1 7 399,-2 4 1,1 2 0,-2-25 0,1 2 0,0 0 0,1 0 219,0 0 0,0 0 0,7 27 1,5-7-1,6-6-163,5-8 1,2-11 0,7-9 0,7-9 234,7-7 0,-2-8 1,4-4-1,1-7-1166,0-4 1,-11-3 0,1-4-1,-6 1-7106,-5-1 7902,-5 1 0,3-6 0,-5-1 0</inkml:trace>
  <inkml:trace contextRef="#ctx0" brushRef="#br0">15978 9442 7915,'-23'-13'0,"4"-2"829,3-5 0,8-5 0,7-6 0,9-13 459,11-12 0,-2 23 0,3-2 1,5-7-1,4-1 0,5-3 0,3 0-1070,5-4 1,2-1 0,-14 19-1,1-1 1,1 0 0,5-4 0,1-1-1,1 0 1,0 3 0,0 0-1,0 1-1038,-2 2 0,1 2 1,-1 1-1,12-6 1,-1 4-1,-5 5 1,0 3-1,-4 3 0,-1 2 820,-4 4 0,0 2 0,26-8 0,4 8 0</inkml:trace>
  <inkml:trace contextRef="#ctx0" brushRef="#br1">2051 11765 9370,'7'21'241,"-3"2"0,1 7 0,-1-2 0,-1-3 0,-1-2 623,2 1 0,-1-11 1,3 5-1,1-3-100,-1-6 1,-2-4-1,4-10 1,0-7 269,-1-6 1,3-11-1,-3-6 1,1-9-536,-1-5 1,-3-2 0,3-7 0,-2-4-372,-2-2 1,-1 0 0,0 30 0,-1-1 0,1-2-1,0-1-353,-1-2 1,1 0-1,-2 0 1,1-1-1,-1-2 1,0-1 0,0 3-1,0 0-316,0 2 0,0 1 0,1-24 0,2 3 0,1 11-456,-2 10 1,1 14 1278,1 4 0,2 11 0,6 7 296,0 4 0,1 6 0,2 7 0,3 2-762,4 1 1,0-2-1,9 3 1,-1 2-49,0 2 1,1-1 0,2-3 0,-3-2-304,-2 0 0,-10-7 0,6 0 0,-3-2-4110,-3-1 3199,-6-5 1,-12 7 1466,-8-5 1,-8 5 0,-2-2-1</inkml:trace>
  <inkml:trace contextRef="#ctx0" brushRef="#br1">2028 11340 9370,'-5'23'-16,"-2"-4"0,0-3 1355,4-3 1,1-5 0,4 0 1117,1 1 1,9-4-1,8-1 1,3-4-1311,5-4 1,2-2 0,6-6-1,-1 0-1319,0 0 1,1 1 0,-1-3 0,0 0 307,1-2 1,0-1 0,1 4 0,0-1-9761,-3-1 9635,-1 5 1,-3-12 0,-1 3 0</inkml:trace>
  <inkml:trace contextRef="#ctx0" brushRef="#br1">3160 10727 9370,'0'-7'1010,"0"-1"0,-1 1 586,-3-1 0,1 4 1,-5 8-1,-2 5-633,-5 6 0,1 10 0,-7 11 0,-3 10-584,-2 8 0,9-20 1,0 1-1,0 4 0,0 1 1,-3 5-1,1 2-281,-3 5 1,2 0-1,1 0 1,1 1-1,0 5 1,1 0-1,2-3 1,1 0-170,0-2 0,3-2 0,3-7 1,3-1-1,0-2 0,2-1 1,2-3-1,1-2-1703,4 24 1,3-12-1,8-10 1,3-7 36,4-7 1,-1-8 0,7-3 0,-2-7-155,2-4 1,-2-11 1890,5-6 0,-2-9 0,4-2 0,0 0 0,-2 3 0</inkml:trace>
  <inkml:trace contextRef="#ctx0" brushRef="#br1">3466 11694 9466,'0'12'1213,"0"0"0,0-5 444,0 1 1,2-6-1,2-2 1,4-7-570,2-3 1,-2-7 0,0-3 0,1-4-529,1-3 0,2-3 0,-1-7 0,-2-1-326,-1-1 0,-6-7 0,2 0 0,-2-5-653,-2-3 1,0-1-1,0-4 1,-2-1-451,-2-3 0,2 12 1,-5 1-1,1 10 64,-1 10 0,4 2 718,-1 12 0,4 6 0,4 6 0,4 3 73,3 1 1,1 0-1,-1 0 1,1 1-13,0 3 0,4 3 1,1 4-1,1 2-504,3 3 0,-3-1 1,1 3-1,-1 0-292,0 1 1,-2-4 0,2 4 0,-1-2 242,-2-3 0,-2-5 0,-1-2 0,0-2-2245,-1-2 2822,-4 3 1,-2-5 0,-5 5 0</inkml:trace>
  <inkml:trace contextRef="#ctx0" brushRef="#br1">3337 11352 9092,'0'20'0,"-2"-1"1972,-2-1 1,4-5 0,0-6-540,7-3 0,9-2 0,3-4 0,5-3-327,4-7 0,2-1 0,5-5 0,0 0-1516,1-1 0,-5 4 1,-1-4-1800,-1 2 1,1 1 0,-3 5 2220,-1-1 0,-4-5 0,7-1 0</inkml:trace>
  <inkml:trace contextRef="#ctx0" brushRef="#br1">4091 10963 9838,'-5'12'2457,"4"-5"1,1-2-1,8-5 1,2 0-2707,2 0 1,4-4-1,-1-1 1,1-2-657,1-2 0,-2 0 0,3 0 0,-1 1-1152,-3-1 0,0-1 1,-3 1 2064,1 1 0,0-5 1,0-5-1</inkml:trace>
  <inkml:trace contextRef="#ctx0" brushRef="#br1">4410 10692 15769,'6'5'2527,"-2"4"1,-2 7-1710,-2 8 0,0 2 0,0 8 0,0 4-1479,0 3 1,-6-2 0,0 1 0,-1-2-1697,3-3 0,2-8 0,-1-1 2366,-1-5 1,-5-4-1,2-5 1</inkml:trace>
  <inkml:trace contextRef="#ctx0" brushRef="#br1">4952 10881 9370,'-5'-8'1886,"-3"1"-800,-2 2 0,0 1 1,0 5-1,-3 3-128,0 4 0,-6 5 0,0 6 1,-5 6-211,-3 3 0,2 9 1,-3 8-1,3 4-372,2 6 1,11-23 0,0 0-1,1 2 1,0 1-567,0-1 0,2 1 0,2 1 0,3-1 0,0 26 0,2-3 0,2-3-512,0-7 1,9-16 0,5-7 0,3-8-1418,4-7 1,1-6 0,0 0 0,0-4-2214,2-4 4355,-8-8 0,16-11 1,-7-7-1</inkml:trace>
  <inkml:trace contextRef="#ctx0" brushRef="#br1">4999 11317 8393,'-11'0'3867,"-1"0"0,4 0-2649,0 0 0,5-5 0,1-2 0,4-2-658,6-3 0,4 2 0,3-9 0,2 1-361,1 0 0,0 3 0,3-1 1,-1 5-119,1 3 1,-4-1 0,-1 5 0,-2 1-331,2 2 0,-2 7 0,4 6 0,0 6-460,-4 5 0,0 2 1,2 1-1,2 1 244,1 0 1,3-4-1,-4-3 1,2-3-1211,0 0 0,-1-8 0,4 1 356,-4-3 0,2-4 0,-5-6 0,-2-2 1324,-1-2 1,-1-6 0,0-5 0</inkml:trace>
  <inkml:trace contextRef="#ctx0" brushRef="#br1">5141 11541 9370,'-12'5'2088,"6"-4"1,3-2 0,9-11 0,8-6-902,3-4 0,6-7 0,6-3-1463,1-2 0,0-4 0,3 0 1,-3 2-948,-1-2 0,4 0 1,-3 2-1,-1 2 1228,-6 3 0,1-3 1,-6 4-1</inkml:trace>
  <inkml:trace contextRef="#ctx0" brushRef="#br1">5589 10845 9370,'8'0'570,"0"2"1,1 2 1402,1 3 1,2 5 0,1 4 0,3 6-773,4 8 1,-2 4-1,2 12 1,-1 5-714,0 6 1,-4-5 0,-7 6-1,-4-5-1015,-3-3 0,-2-5 0,-3-5 0,-4-3-945,-2-7 0,-2-5 0,0-5 0,1-5-853,-1-2 0,0-6 2331,0-3 0,0-3 0,1-1 0</inkml:trace>
  <inkml:trace contextRef="#ctx0" brushRef="#br1">5919 10574 11525,'12'0'1614,"-2"1"1,0 3 0,-3 6-600,3 4 0,1 7 0,5 10 0,4 10-129,2 7 1,2 14 0,-12-27 0,-1 2 0,1 3 0,0 0-725,0 2 1,-1 0 0,-1-2 0,-3 0 0,0 1 0,-2 0 0,-1-3 0,-1 0-420,0-1 0,-1-2 0,-2 23 0,0-6 0,-7-5-747,-3-6 1,-3-7 0,-1-5 0,-2-4-3181,1-7 1,6-9 4170,1-5 1,0-18-1,-3-6 1</inkml:trace>
  <inkml:trace contextRef="#ctx0" brushRef="#br1">6403 10963 20443,'15'7'0,"4"-3"468,3-3 0,0-1 0,10 0 0,2 0-388,4 0 0,0 0 0,4 0-2421,-2 0 0,-2 4 1,-5 1-1,-4 0 2336,-4 1 1,6 3 0,-6-3 0</inkml:trace>
  <inkml:trace contextRef="#ctx0" brushRef="#br1">6721 11105 10960,'-17'18'1550,"3"-1"0,-3-5 0,2 0-677,5-1 1,6 1-37,0 0 0,8-6 0,5-2 0,5-2 0,7-2-1694,5 0 0,2-6 0,5-3 0,2-4-890,2-2 1,-7-1 0,4 5 1752,-4 3 1,8-7-1,-1 2 1</inkml:trace>
  <inkml:trace contextRef="#ctx0" brushRef="#br1">7464 11046 9370,'-8'-2'2023,"0"-2"0,7-6 0,1-7 0,8-3-1075,6-5 1,5 1 0,4-8 0,2-1-634,3-1 0,-6 3 0,3 1 1,-2 1-90,-2 3 1,-5 10 0,0 6 0,-3 3 28,-1 4 0,-5 9 0,1 5 0,1 9-489,2 6 1,2 4 0,1 7-1,2 2-375,-1 5 0,2 1 1,0 1-1,1-1-459,3-2 0,-3-5 1,2 0-1,1-5 267,1-6 1,2-7 0,-2-6 0,-2-5-7,-5-5 0,-1-4 0,-4-5 0,-1-5 803,-1-5 1,0-6-1,4 3 1</inkml:trace>
  <inkml:trace contextRef="#ctx0" brushRef="#br1">7782 11364 7823,'-10'-1'728,"2"-3"1,-1-4 0,6-9 0,6-7-124,7-6 1,10-10-1,11-8 1,-11 21-1,1-1-251,3-2 0,0-1 0,2-2 0,1-1 0,2-2 0,1 0-317,0 0 1,0 1 0,4 1 0,-1 1 0,-5 6-1,-1 1 1,-2 2 0,0 2 0,17-12-38,-11 13 0,-15 9 0,-6 12 0</inkml:trace>
  <inkml:trace contextRef="#ctx0" brushRef="#br1">2488 13439 7747,'0'13'382,"0"3"1,0-7 0,0 3 1172,0-2 1,0-6 0,0-5-622,0-10 0,0-7 0,1-10 0,2-4-459,1-6 0,-1-6 0,-3-7 0,0-4-256,0-2 1,0-4 0,0-2-1,0 29 1,-1-1-283,-1-3 0,0-1 1,2-1-1,-1-1 1,-2-4-1,1-1 1,0 1-1,0 0-154,0 0 0,0 2 1,0 6-1,0 1 1,2 0-1,0 1 0,1-25-107,3 10 1,-1 20 0,3 6 0,1 10 108,-1 6 1,2 3 0,3 6-65,-3 3 0,3 3 0,0 6 0,5 2-187,2 5 1,-1 4 0,5 2 0,3 3-172,0 1 1,5-4 0,0 1-1,0-2-34,-2-1 1,-3-4 0,-2-2 0,0-1-78,-4-3 1,-6-5 747,-5-1 0,-10 0 0,0 4 0</inkml:trace>
  <inkml:trace contextRef="#ctx0" brushRef="#br1">2323 12908 7747,'-7'12'1353,"-3"0"0,7-4-242,-5 0 0,7-6 0,2 2 1,10-3-1,7-1-306,4 0 0,3-1 0,1-3 0,4-4-1487,4-2 0,-5-2 0,7-1 0,-1-3-45,3-3 1,-1 0 0,2 0-1,-2-2 727,-2-2 0,-5 0 0,-1-1 0</inkml:trace>
  <inkml:trace contextRef="#ctx0" brushRef="#br1">3042 12543 8509,'-5'17'1253,"-1"-7"0,-3 3 1715,1-2-2077,6-3 0,2-10 1,8-1-1,2-5-801,2-3 1,0-1-1,0 1 1,-1 0-945,1 3 1,0-2 0,0 2-1,-1-3 177,1 0 1,0 3 0,0 0 0,0 0-3687,-1 2 4363,1-5 0,5 5 0,2-6 0</inkml:trace>
  <inkml:trace contextRef="#ctx0" brushRef="#br1">3431 12236 16717,'0'12'0,"0"1"235,0 3 0,0 4 0,0 7 0,1 5-201,3 2 0,-2 1 1,2-1-1,-3-1-1994,-1-2 1,4-5 0,0 1 1959,-2-6 0,5 1 0,-1-4 0</inkml:trace>
  <inkml:trace contextRef="#ctx0" brushRef="#br1">4056 12166 12045,'-8'4'0,"2"1"1152,0 1 0,-3 2 1,1 5-1,-3 3-244,-5 4 0,1 3 1,-6 6-1,-2 8-596,-3 9 0,-8 5 0,17-21 0,0 1 0,-3 4 1,0 1-227,-1 3 1,0 1-1,2 0 1,0 1 0,0 2-1,2 0 1,1-1-1,1-1-183,3-2 0,1-1 0,5-4 0,1-1 1,1 0-1,1 1 0,1 25-779,6-10 0,4-12 1,8-6-1,5-6-811,5-6 1,0-9 0,4 2 0,0-7-515,1-4 0,-5-2 2201,1-3 0,3-13 0,1-8 0</inkml:trace>
  <inkml:trace contextRef="#ctx0" brushRef="#br1">4315 13227 7747,'0'15'1069,"0"1"0,-3-7 1,-1-10-164,1-10 0,6-7 0,2-9 1,0-6-660,0-5 0,3 0 0,-4-4 0,-1-1-337,-2-3 0,-1-1 0,0-12 0,0-7-106,0 30 1,0 0 0,-2 0 0,-1-1-1,0-1 1,-1 0 0,0 2 0,0 0-318,-3-30 0,4 15 0,-1 11 0,3 10 394,1 10 1,5 11 77,3 5 1,2 2 0,2 4 0,0 0 0,1 4 299,3 0 1,2 2-1,4 3 1,1-2 88,0-1 1,-5-1 0,9 5-1,-1 1-618,-1 3 0,-4-2 0,-3 5 0,0-2-464,1-3 1,-5 3 0,2-1 0,-3-3-2212,-1-4 2945,-6-4 0,0 1 0,-6 0 0</inkml:trace>
  <inkml:trace contextRef="#ctx0" brushRef="#br1">4233 12755 7747,'0'20'923,"0"-1"0,5-6 0,4 1 0,6-7 1,6-1 59,5-4 1,4-6 0,5-4-1,1-3-1070,-1-5 0,-3 2 1,-2-6-1,-1 0-299,-3 2 1,-3 0-1,-3 3 386,-4-1 0,-3 1 0,-1 3 0</inkml:trace>
  <inkml:trace contextRef="#ctx0" brushRef="#br1">5106 12366 7747,'-18'5'435,"4"-2"0,-6 5 1,-1 2 526,-1 5 0,3-1 0,-1 7 0,-1 4-233,-1 5 1,-1 11 0,2 4 0,2 8-619,-2 4 0,2 1 0,11-25 0,-1 0 0,2-1 0,0 1-217,-3 33 0,6-10 0,1-4 1,7-9-621,8-7 1,1-13 0,8 0 0,2-5-426,4-4 1,3-6 0,-1-5 0,5-7-1219,2-8 2369,-7-10 0,16-13 0,-9-7 0</inkml:trace>
  <inkml:trace contextRef="#ctx0" brushRef="#br1">5271 12814 7747,'-12'7'928,"0"-4"0,-1 3 0,-1-2 468,-2-2 1,5-7-1,7-5-819,3-5 1,2-2-1,5 1 1,4-3-461,5-4 0,2 4 0,-3 0 0,3 2-301,1 3 0,2 6 0,2 4 0,-1 3 47,-1 1 1,-4 1 0,3 3 0,2 5-156,1 6 1,2 3 0,-2 6 0,-1 1-360,-1 2 0,-4-1 1,3 4-1,1-1-26,-2-3 0,1-2 0,-5-4 1,2-5-617,-2-2 0,-1-6 1293,-1-3 0,0-13 0,0-4 0</inkml:trace>
  <inkml:trace contextRef="#ctx0" brushRef="#br1">5436 12955 7747,'-6'12'0,"1"-4"1230,-3 0 1,3-7-1,5-2-85,0-10 1,9-3-1,3-8 1,2-4-868,4-3 0,-1 1 0,4-2 1,-3-1-1047,-1-3 0,0 5 0,-3-7 0,3 1-1037,2-3 0,-5 4 0,1-3 1805,-6 3 0,6-8 0,-1 6 0</inkml:trace>
  <inkml:trace contextRef="#ctx0" brushRef="#br1">5754 12331 7747,'0'11'510,"4"1"0,1 0 1,2 1 385,2 3 0,1 2 0,4 7 0,1 4-241,5 6 0,2 7 1,2 9-1,-2 4 461,-2 3 1,-3 1-1,-7-3-1452,-2-5 1,-3-2 0,-5-14 0,0-5 0,-1-4-905,-3-2 1,1-10-1,-4-3 1,-3-5-497,0-3 1,-2-4 1735,0-7 0,1-5 0,-1-11 0</inkml:trace>
  <inkml:trace contextRef="#ctx0" brushRef="#br1">6143 12142 7747,'4'12'431,"0"0"1,0-1 1315,1 1 1,2 5-1,6 4-718,3 5 1,2 6 0,6 10 0,-1 6 0,2 10-712,-11-26 0,0 0 1,-2-1-1,0 1 1,2 3-1,-1 1 0,-2-4 1,-1 1-427,5 31 1,-7-13-1,-4-2 1,-3-9-1361,-1-6 1,-1-10 0,-3-3 0,-2-5-2201,-1-6 3668,-3-6 0,-2-4 0,-7-6 0</inkml:trace>
  <inkml:trace contextRef="#ctx0" brushRef="#br1">6638 12437 7747,'0'12'740,"0"-5"0,2 0 0,2-1 493,4 1 0,3-4 0,5 1 0,5-3-1011,5-1 1,6 0 0,7-1 0,4-2-788,3-1 1,-4-4 0,-3 4-1,-2 2-1123,-2 0 0,-8 2 1688,-4 0 0,-12-5 0,-1-1 0</inkml:trace>
  <inkml:trace contextRef="#ctx0" brushRef="#br1">6827 12708 7747,'-12'12'1058,"1"-1"0,4-3 206,3 0 0,8-5 1,5-1-1,7-4-1042,8-6 0,0-6 1,8-4-1,2 0-763,4-3 1,4 3 0,5-2 0,1-1-4199,4-1 4739,1-2 0,-21 12 0,0 1 0,1-1 0,0 0 0</inkml:trace>
  <inkml:trace contextRef="#ctx0" brushRef="#br1">7605 12484 7747,'-5'6'2670,"3"0"-1581,-6-6 0,6-7 0,2-5 0,7-6-476,3-4 0,4-3 0,0-1 0,3-3-278,1-1 0,2 4 0,2-2 0,-1 3-84,-1 2 0,-2 4 0,2 3 0,-3 5-141,0 3 0,-3 3 0,5 6-167,-2 3 0,2 4 0,-2 9 0,0 5 0,3 7-299,2 5 0,-1 0 0,7 9 1,-2 2-183,2 1 0,-4-3 0,5-3 0,-1-2-613,-1-4 1,-2-10 0,-4-3 0,0-5-2083,-4-6 3233,-2-6 0,-4-4 0,1-7 0</inkml:trace>
  <inkml:trace contextRef="#ctx0" brushRef="#br1">7947 12731 8100,'-6'-11'625,"1"1"1,6 0 0,4-6-163,7-5 0,12-9 0,11-16 0,-14 18 0,1-1 159,3-4 1,0-1-1,2-1 1,0 1 0,1-4-1,1 1 1,-1 1 0,-1 1-777,-1 1 0,-1 3 1,17-13-1,-8 8 1,-9 15 153,-8 13 0,-14 11 0,-4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7063 8818 8012,'-12'0'1078,"0"0"0,1 0 0,-1 0 3810,0 0-3563,5 0 0,2-2 0,7 0-974,1-2 1,8-5-1,6 2 1,1-1-207,3 0 0,2 4 1,0-2-1,1 1-958,-1 2 1,1-2 0,0 1 0,0 0-851,4-1 0,-7 3 0,2-2 402,0 3 1,-2 1-1,-2 0 1,-3 0 1260,-3 0 0,-1 0 0,0 0 0</inkml:trace>
  <inkml:trace contextRef="#ctx0" brushRef="#br0">7146 8912 7747,'-20'8'0,"2"0"0,1 1 2052,2 1 0,2 2 1,3 0-1243,2 0 1,2-4-1,8-2 1,2-1 528,4-2 1,3-2 0,5-1-1,4 0-926,2 0 1,7-1-1,1-3 1,1-4-1175,1-2 1,-2 2 0,3 1 760,-2 2 0,6-4 0,5 2 0</inkml:trace>
  <inkml:trace contextRef="#ctx0" brushRef="#br0">10742 1108 7896,'0'-8'1696,"0"0"319,0-1-1454,0 4 0,0 1 0,0 8 1,0 6-98,0 9 0,-1 12 0,-2 16 0,-2 8-383,-2 7 0,3-27 0,-1 2 1,-1 3-1,-2 1 0,-1 2 0,-1 1-243,-1 0 0,0 1 1,3-3-1,-1 0 0,-2-1 1,0-1-1,1-4 0,2 0-722,-7 28 1,6-22 0,2-9-1,2-8-1379,3-8 2263,0-3 0,7-2 0,2 0 0</inkml:trace>
  <inkml:trace contextRef="#ctx0" brushRef="#br0">10907 1662 8096,'-5'17'237,"-2"-2"1,-3 4 0,1 4 769,1 3 1,4 4-1,-3 4 1,2-1-526,3-2 1,-4-1 0,2 2 0,2-5 103,0-2 0,2-7 0,2-3-455,2-6 0,2-5 0,6-8-277,0-4 1,0-8 0,-1-3 0,1-5 138,0-3 0,0-3 0,1-6 0,1 1-258,2-1 0,1 0 1,-3-1-1,2 0 192,-1 3 0,-2 7 0,-2 1 0,1 3 118,0 4 0,-4 10 0,-2 2 0,0 8 42,-4 7 0,0 9 0,-2 7 0,0 7 85,0 7 1,0 0 0,-2 4-1,-2 0-461,-3 0 0,0-7 0,0 2 1,2-3-1237,3-5 0,0-8 1525,2-5 0,0-3 0,0-2 0</inkml:trace>
  <inkml:trace contextRef="#ctx0" brushRef="#br0">11815 967 8193,'-12'0'85,"5"0"0,-1 2 1,-3 5 2207,-3 5 0,-5 14 0,-4 5 0,-2 12-1514,-3 11 1,13-24-1,-1 0 1,-3 7-1,0 2 1,-1 4-1,1 1-645,-1 2 0,2 1 1,1-6-1,1-1 1,1 1-1,1 1 1,1-3-1,1-1-726,2-2 1,2-1 0,-1 25 0,5-5 0,2-8-1034,2-9 1,7-13 0,3-3 0,6-4-3419,3-3 5043,0-7 0,10-8 0,1-7 0</inkml:trace>
  <inkml:trace contextRef="#ctx0" brushRef="#br0">12169 1108 7794,'0'-12'682,"-1"1"0,-3 0 0,-3 2 1603,1 1 0,-5 4 0,3-2-1295,-2 0 1,-2 2 0,0 4 0,0 0-634,1 0 0,-2 6 0,-2 1 0,-1 5-194,2 4 0,0-2 1,-1 6-1,-1 1-779,2 1 1,5 2 0,2-1-123,2 1 0,-3-2 0,4-1 0,2-2 260,0-2 1,9-3 0,3-6 0,6-4-1,2-3 350,3-1 0,2-5 1,0-3-1,1-4-2,-1-4 0,-3 3 1,0-4-1,-1 2 218,0-1 1,-2-1-1,-5 2 1,-1 0 32,1 0 1,0 2 0,-2 1-96,-2 1 1,-3 5 0,-6 6-123,-3 7 1,-2 9-1,-6 3 1,0 5-25,0 3 1,-1 2 0,-1 4 0,-2-2-675,2 2 1,1-3 0,1-1 0,1-3-2126,3-3 2919,-2-8 0,3 8 0,-4-5 0</inkml:trace>
  <inkml:trace contextRef="#ctx0" brushRef="#br0">11768 1650 8654,'-18'16'0,"2"-2"3012,3-3 1,8 1-1312,5-4 1,10-3 0,10-3 0,2-3-489,2-3 0,4-5 0,3 1 1,0-2-1004,0-2 1,2 0 0,4 2 0,0 1-272,-3 1 0,-6 1 1,3-2-1,-3 2-1363,-1 2 0,-6 0 0,-3 2 0,-1-1-2958,-3 2 0,-1 0 4382,-1 2 0,-5 6 0,-2 0 0</inkml:trace>
  <inkml:trace contextRef="#ctx0" brushRef="#br0">12063 1756 7820,'-12'6'1420,"4"-5"1,2 4-1,-1-1 104,1 0 1,2 5 0,-3 0-780,2 6 0,-3-2 1,4 4-456,1 0 0,-2 1 1,1 6-1,2 0 0,-1-1 7,-1 1 1,3-5 0,-5 1 0,3 0-2,-1-2 1,0-1 0,4-5-238,0 0-113,0-6 0,5-6 0,3-8 1,2-2-149,2-2 1,1-4 0,2 1 0,0 0-126,0 2 0,2 1 0,-2 0-57,0 1 0,2 4 1,-1 2-1,-2 1 1,-1 0 187,-1 1 1,0 6 0,-2 4 0,-2 2 624,-4 4 1,-3 3 0,-1-2 0,0 3-38,0 1 0,-5 1 1,-3 0-1,-4-2-441,-3 0 0,0-4 1,-4 3-1,-2-3-625,-2-1 1,4-5 0,-1-2 0,0-1-561,2 0 1,1-6-1,5-5 1,2-5-1263,2-4 0,3-4 2496,5-7 0,5-3 0,1-6 0</inkml:trace>
  <inkml:trace contextRef="#ctx0" brushRef="#br0">12534 1026 7881,'-11'0'2457,"-1"0"1,15 6-1,6 6 1,6 8-2012,6 6 0,3 7 1,3 10-1,4 10-370,-16-21 1,0 1 0,-1 3 0,-1 1 0,-2 4 0,-3 2 0,-2-1 0,-1 1-22,-1 0 0,-2-1 1,-4-5-1,-2-1 1,-1 3-1,-1-2 1,-3-1-1,-1-1 103,0-2 0,-2-2 1,-13 22-1,0-9 0,0-6-903,3-8 1,2-5 0,1-5 0,3-6-1020,3-5 1,5-5-1,2-9 1764,0-7 0,8-10 0,4-8 0</inkml:trace>
  <inkml:trace contextRef="#ctx0" brushRef="#br0">13077 1485 9487,'-7'6'1446,"3"-5"262,8 3 1,3-3 0,6-1 0,3 0-1264,3 0 0,5-1 0,2-2 1,3-2-1160,1-2 0,-4 5 0,2-2 1,-3 3-842,-2 1 1,-4 0 0,-4 0 0,-1 0 1554,-3 0 0,-4 0 0,-2 0 0</inkml:trace>
  <inkml:trace contextRef="#ctx0" brushRef="#br0">13101 1674 7792,'-6'8'624,"0"0"811,-1 1 1,3 0-1,8 0-801,4-1 0,8-5 0,3 1 0,5-3-1001,4-1 1,-4 0 0,4-1 0,-2-2 366,2-1 0,-3-5 0,3 2 0</inkml:trace>
  <inkml:trace contextRef="#ctx0" brushRef="#br0">13820 1073 7770,'-12'8'724,"0"-1"1,2 3 313,2 0 0,-3 3 1,5 3-1,-2 5-399,0 5 0,0 8 1,-5 12-1,-3 12-520,7-25 1,-1 0 0,-1 2 0,0 1 0,-1 3 0,0 1 0,0-1 0,-1-1-407,-1-1 1,1-2-1,-12 25 1,-2-5-1,6-8-1360,6-9 1,7-18 581,4-4 0,4-11 1,3-2 1064,1-6 0,10-9 0,-1-6 0</inkml:trace>
  <inkml:trace contextRef="#ctx0" brushRef="#br0">13902 1568 7770,'-11'17'406,"3"1"0,0 6 0,-1-1 892,-2 1 1,3-3-1,0 0 1,-1 1-166,-1-1 1,-1-1-1,2-1-250,1-3-841,6-3 1,-2-11 0,8-8 0,5-7-63,5-6 1,1-5-1,3-2 1,2-3-514,2-1 1,-4 2 0,9-2 0,-1 0 92,-1 0 1,0 4 0,-2-2 0,1 3 188,-1 2 1,1 4 0,-2 5 0,-2 5 147,-5 5 0,-3 9 1,-4 7-1,-4 8 120,-3 6 0,-1 4 0,-1 5 0,-3 1 351,-4-1 1,-2 0 0,-2-1 0,0-1-170,0-1 0,1-9 0,-1 2-1985,0-3 1,5-2 1785,4-8 0,6-11 0,4-2 0</inkml:trace>
  <inkml:trace contextRef="#ctx0" brushRef="#br0">14799 1391 8559,'-2'-12'1650,"-2"0"1,2 5 0,-5-1-221,2-1 0,-4 2 0,0-1 0,-5 0-415,-1 2 0,-1 1 0,3 5 0,-1 1-479,-2 3 0,-5 2 0,2 7 0,0 3-793,-1 4 1,1 2 0,-4 2-1,2 0-633,2 4 1,3-3 0,-2 2 408,1-2 0,5-1 0,5-1 1,2 1 413,2 0 0,3-10 0,4-4 0,4-3 4,3-4 1,4-2-1,2-2 1,2-3 373,2-4 1,1-7 0,0-2-338,-2-1 1,5 0-1,-4-3 1,0 1-1,0-1-62,-3-1 1,0 4 0,-3 2 0,0 3 169,0 1 1,-2 5 16,-1 3 1,-6 10-1,-2 6 1,-2 7-214,-2 7 0,-6 1 0,-2 3 0,-2-1 140,-2-3 1,0 3 0,1-2 0,-1-1-1293,0-1 1,2-3 0,0-2 0,4-4-3475,1-3 4740,1-7 0,4 0 0,0-6 0</inkml:trace>
  <inkml:trace contextRef="#ctx0" brushRef="#br0">15282 1509 7903,'-13'0'1228,"-1"0"1,-2 0-200,1 0 1,6 0 901,1 0 1,11 0 0,2-1 0,10-3-1016,8-4 1,7-3 0,10 0 0,4-3-723,6-1 0,-2 2 0,4-2 0,-4 5-490,-1 2 0,-4 5 0,1-1 0,-1 3-1506,-1 1 0,-4-1 1802,-3-3 0,-7 2 0,6-3 0</inkml:trace>
  <inkml:trace contextRef="#ctx0" brushRef="#br0">16284 861 8594,'-11'3'675,"-1"1"1,1 2 0,2-2 0,1 3 0,-1 5 23,-1 4 0,-1 8 0,2 8 0,0 9-59,-4 10 1,0 9-1,4-24 1,-1 0-1,1 0 1,-1 0-675,-1-1 0,-1 0 0,2-3 0,-2 0 0,-3 0 0,0-1 0,-14 26-523,3-7 0,6-14 1,4-6-1,3-7 411,2-3 0,4-6-3967,3 2 4113,3-8 0,6-3 0,2-5 0</inkml:trace>
  <inkml:trace contextRef="#ctx0" brushRef="#br0">16343 1403 7891,'-13'12'1095,"-3"-1"1,-2 2 512,0 3 0,-1-1 0,5 4-1201,-2 2 0,1 1 0,3 2 0,0 0 0,0-2 386,0-2 0,2 1 1,2-6-644,4 0 1,3-6 0,2-4-456,3-4 1,4-3 0,6-11 0,3-3-71,2-4 0,0-2 0,5-2 0,0 1-67,-1-1 0,2 1 1,0-1-1,0 2-213,-3 2 1,-2-1 0,1 7 0,-3 2 364,-1 3 0,-5 8 0,-6 1 0,0 7 102,-4 8 0,-6 7 0,-5 7 1,-4 1 21,-3 3 1,-1 1 0,3 0-344,-2-3 0,0 1 509,5-9 0,-1 9 0,0-7 0</inkml:trace>
  <inkml:trace contextRef="#ctx0" brushRef="#br0">17074 943 7985,'-11'12'0,"-1"0"0,0-1 1272,0 1 0,4 5 0,1 3 0,-1 3-594,1 5 1,-3 3-1,3 7 1,-1 3 284,0 1 0,1 0 1,-7 2-1,0-2-223,-2-1 0,1-7 0,3-8 1,1-5-37,3-5 0,2-3-450,2-1 0,3-7 1,-2-5-1,6-7-205,4-3 0,5-3 1,3-2-1,2-2-395,1-1 1,2-2-1,3-2 1,1 1 162,-1 2 0,2 3 0,2-3 0,0 2-688,-1 3 0,-5 6 0,-1 4 0,0 3 246,-2 1 0,-1 3 0,-7 4 733,-2 9 1,-2 9-1,-6 5 1,-2 3 0,-3 4 662,-7-1 1,-1 1-1,-7-4 1,-1-3 378,-1-3 0,-1-8 1,-1 3-1,-1-4-1455,-2-3 0,4-8 1,-3-3-1,0-2-1501,1-2 1,0-6-1,3-3 1,0-4-3122,-2-2 4927,3-6 0,-13-8 0,4-8 0</inkml:trace>
  <inkml:trace contextRef="#ctx0" brushRef="#br0">8054 8452 7819,'0'-18'533,"0"2"0,0 3 1217,0 1 0,0 1-853,0-1 0,0 7 0,-2 6-590,-2 9 1,2 14-1,-6 13 1,-1 10-1,-1 13-134,7-24 1,-1 1 0,-2 2 0,1 1 0,1 5 0,0 0 0,0 0 0,-1 1-263,1-2 1,0 1-1,1-1 1,0-1 0,1-3-1,1-1 1,-1-2-1,0-2-822,0 28 0,0-18 0,4-10 0,0-13-342,2-7 0,7-10 0,-1-5 0,4-8 474,1-6 0,3-10 1,1-7 778,-1-4 0,9-10 0,-2-4 0</inkml:trace>
  <inkml:trace contextRef="#ctx0" brushRef="#br0">8289 8959 7819,'-4'17'0,"-1"3"832,-1 2 1,2 2 0,-3-1 0,1 1 286,-1-1 1,1 1-1,-4 0-689,2-1 0,5 3 1,-4-1-1,2-4 0,2-2-285,2-5 0,2-2-22,3-4 1,3-4 0,4-8 0,1-6-100,0-4 0,0-6 0,0-7 0,1-5 7,2-2 0,0-5 0,3 0-110,-1 1 1,3-3-1,-3 2 1,0 2-1,1 3-201,1 3 0,-5 14 1,2 2-1,-3 7-111,-1 6 1,-2 8 0,-2 10-1,-3 12 91,0 8 0,-3 11 0,2 7 0,-3 1-73,-1 0 1,0-9 0,-1 0 0,-2-4-1067,-1-4 1,0-6-1103,4 0 2541,0-16 0,5-6 0,2-16 0</inkml:trace>
  <inkml:trace contextRef="#ctx0" brushRef="#br0">9327 8028 7819,'-8'-8'1770,"0"1"-114,-1 2 1,3 1 0,-2 4-1100,-1 0 0,-2 2 1,-1 2-1,1 6 308,-1 8 1,-4 9 0,-1 12 0,-1 8-502,-3 11 0,9-26 1,0 1-1,-1 9 0,0 1 1,-1 4-1,-1 2-201,0 4 0,0 0 1,1-1-1,0 1 0,-1 5 1,0 0-1,1 1 0,-1 0-407,2 0 0,0-1 0,3-8 0,2-1 0,1 0 0,2-2 0,2-7 0,1-1-20,1 22 1,7-20-1,6-3 1,6-8-1167,5-8 0,0-4 1,-1-7-1,1-3-1565,0-4 0,-3-3 2995,3-1 0,6 0 0,-4 0 0</inkml:trace>
  <inkml:trace contextRef="#ctx0" brushRef="#br0">9716 8476 7819,'7'-12'680,"3"5"1,-7-3 1448,5 2-1032,-6 3 1,2 1 0,-6 9 0,-4 6-236,0 3 0,-3 7 0,-6-1 0,-2 3-490,-1 5 1,2 2-1,-3 7 1,-2 2-313,-2 4 0,-2 8 0,0 4 0,1 4-83,1 4 1,8-8 0,-1 0-1,4-6-1332,4-6 0,3-8 0,6-9 0,3-5-85,4-5 0,8-8 0,2-4 0,3-3-137,3-1 0,-2-9 1577,9-3 0,-4-8 0,1 2 0</inkml:trace>
  <inkml:trace contextRef="#ctx0" brushRef="#br0">9881 8995 7819,'-18'5'1401,"5"-4"1,5 3 0,0-4 0,2-4-301,2-4 1,2-4 0,4-3 0,0-5-672,2-2 1,7-3 0,-1-3 0,6-4-178,2-6 1,-2 5 0,2-1 0,-1 4-361,-2 4 0,-1 2 0,-1 4 0,0 5-231,-2 2 0,-2 7 0,3 6-41,0 7 0,-5 9 0,0 4 0,0 7-326,-1 4 0,2 8 0,4 3 0,0 2 317,-1-1 1,1-4-1,0 3 1,0-1-120,0-3 1,-1-10 0,1-4-1,0-4-214,0-7 0,-1-4 0,1-3 196,0-6 0,-4-9 1,-2-8-1,0-1 525,-4-3 0,5-1 0,-1-2 0</inkml:trace>
  <inkml:trace contextRef="#ctx0" brushRef="#br0">9976 9124 7819,'-12'0'2119,"7"-2"1,5-6-1,7-9-1458,8-8 1,8-7 0,9-7 0,3-4-412,5-3 0,-2-1 0,2 1 0,0 3-1887,-2 3 1,-10 13 0,4 6 1636,-6 7 0,-13-1 0,-2 9 0</inkml:trace>
  <inkml:trace contextRef="#ctx0" brushRef="#br0">10777 8629 7852,'-11'8'0,"-1"0"0,0 1 0,2 5 0,0 5 1410,3 3 0,-1 0 0,-4 11 0,1 4-200,4 5 0,-3-4 1,5 0-1608,-1 0 1,3-6 0,-1-4-1,3-5-2290,1-3 0,-2-4 2687,-1-8 0,-9-8 0,-7-7 0</inkml:trace>
  <inkml:trace contextRef="#ctx0" brushRef="#br0">10530 8900 7852,'-5'-6'3276,"-2"0"1,2 6 0,5 0-2629,6 0 0,6 0 0,4 0 0,4 0-881,2 0 1,3-3 0,2-3-361,5 0 1,2-2-1,1-4 1,0 0-1,1 0 593,-1 1 0,-5-6 0,-1-2 0</inkml:trace>
  <inkml:trace contextRef="#ctx0" brushRef="#br0">11143 8535 7852,'-12'0'1247,"0"0"292,1 0 1,-1 4 713,0 0-1630,6 0 0,6-4 0,7 0 0,4 0-804,1 0 0,1 0 0,1 0 1,3 0-170,2 0 1,-4 0 0,4 0 0,-2 1 86,-3 3 0,-1-2 1,-1 5-1,0 0 351,0-1 1,-5-2 0,0 4 0,-2 1 271,-2 2 0,-2 0 0,-1 1-120,0 0 1,-1 0 0,-3-1 0,-4 1 0,-2 0-23,-2 0 0,-1-4 0,-2 0 1,0-1 66,0 0 1,6-2 0,1-5-20,-1 0 1,0-1-460,1-3 0,4 1 0,8-5 0,4 1-284,2 0 1,2-2 0,1 5-1,2 1 257,0 2 1,1 1-1,-4 1 1,0 3-63,-1 4 0,1 4 1,0 4-1,-2 3 524,-2 4 0,-2 1 0,-6 3 0,0 1-5,0 3 0,-2-4 0,-2 2 0,-4-2-669,-2 0 0,-2-10 0,0 2 0,-1-4-203,-2-4 1,1-3 0,-1-2-3110,2-5 3744,1-4 0,0-14 0,0-1 0</inkml:trace>
  <inkml:trace contextRef="#ctx0" brushRef="#br0">11638 8193 7852,'0'12'0,"0"-1"0,0 3 0,0 0 883,0 2 0,0 6 0,2 0 0,0 7 1268,2 5 1,5 4 0,-1 9 0,3 3-1497,0 5 1,-4-1 0,-3 10 0,-3 3-411,-1 0 1,-1-11-1,-3-1 1,-4-1-21,-2-3 0,-3-9 0,-2-2 0,-1-10-2915,2-10 0,1-10 0,1-3 408,0-2 1,2-3 0,1-10 2281,1-8 0,0-10 0,-4-4 0</inkml:trace>
  <inkml:trace contextRef="#ctx0" brushRef="#br0">11898 7886 8350,'-12'0'1086,"1"-1"0,2-2 2054,1 0 0,2-7-414,-2 3-2557,3 1 0,10 1 1,3 5-220,2 0 0,2 0 0,0 0 0,0 1-155,0 3 0,-1-1 0,1 3 0,0 1 15,0 0 0,-1-4 0,1 5-111,0 2 1,-4 0 0,-2 2 0,0 0 117,-4-1 0,1-1 0,0 1-47,1 6 0,-6-1 196,-6 0 1,-2-3 0,-3-1-1,-2-2 1,0-1-57,0-1 0,2-5 1,1 1 167,1-3 1,-1-1 0,1-1-98,3-3 0,3 1 0,6-3-229,3 0 1,3-1-1,5 3 1,1 0-761,3-2 0,-2 5 0,4-3 1,1 4 239,-1 4 0,-4 3 768,2 4 0,2 1 0,1 0 0</inkml:trace>
  <inkml:trace contextRef="#ctx0" brushRef="#br0">12346 8535 8506,'-12'-5'1631,"0"3"0,0-2-955,1 3 1,4 2-1,3 3 1,3 5-53,1 6 0,0 3 0,1 6 1,3-1-377,4 1 1,2-1 0,2 1 0,1 0-306,3-1 0,4-10 1,6-5-1,3-5-228,1-3 1,3-11 0,5-4 0,1-8 119,-1-4 1,-1-3-1,-3-6 1,-3 1 89,-3 0 1,-9 4 0,-4 5 347,-6 5 1,-5 6 0,-9 9-16,-7 10 0,-3 8 0,-7 14 0,-4 6-60,-3 7 0,2 8 1,-5 8-1,15-23 1,0 0-168,-2 4 0,0 0 1,2 1-1,1 0 0,-1 1 1,0 0-1,2-1 1,0-1-651,2 0 0,0-3 0,-7 17 1,6-5-1,5-10-446,5-10 0,4-11 1,4-10-1,4-2 76,2-2 1,3-11 0,3-6 0,3-9 988,4-9 0,6-6 0,1-6 0</inkml:trace>
  <inkml:trace contextRef="#ctx0" brushRef="#br0">13065 7816 10798,'-12'0'1497,"6"0"1,-3 1-1,3 3-1276,0 4 0,3 4 1,-1 2-1,2 2-191,-2-2 0,1 3 0,-3 0 0,0 0-18,4 0 0,-1 3 0,0-4 0,0-2-177,0-1 0,2-1 202,1 0 0,1-6 0,3-2-88,4-3 1,1-6 0,0-1-1,-1-2 72,1 0 0,2 0 0,0-4 1,1 2-265,0 2 0,0-1 1,0 5 99,-1 1 1,1 2 0,0 1 93,0 0 0,-4 6 0,-2 5 0,-1 3 257,-2 1 0,-2 3 0,-1 0 0,0 2 1,0 0 1,0-6 0,-1 3 0,-3-1-412,-4 0 1,-4-1 0,-2-4 0,-2-2-539,2-1 0,-5-6 0,1 2 0,-2-2-124,1-2 1,0 0-1,-1 0 1,1-2-471,2-2 0,1-3 1334,5-9 0,-1-2 0,0-6 0</inkml:trace>
  <inkml:trace contextRef="#ctx0" brushRef="#br0">12971 7839 14696,'17'-8'1283,"2"1"1,5-1-1344,4 1 1,-2-2-1,5 5 1,2 1-1010,1 2 0,-2 1 0,-2 1 0,-2 5 1069,-1 5 0,-2 1 0,-2 5 0</inkml:trace>
  <inkml:trace contextRef="#ctx0" brushRef="#br0">13655 7710 8093,'-12'-7'470,"4"-2"1,2 6 307,0 5 1,2 3 0,6 9 0,2 6 1035,3 7 1,4 9 0,2 8 0,4 15-1427,-5-22 1,0 2 0,0 4-1,1 2 1,2 8 0,0 1 0,-1 3-1,1 0-109,-2 3 1,0-2-1,-3-6 1,-1 0 0,-1-1-1,-1 0 1,-2-4 0,-1-1 20,-1-3 0,-2-2 1,-5 22-1,-5-7 0,-7-5-967,-8-3 0,0-6 1,-7 3-773,3-7 1,-5-7-1,1-10 1,-2-4-1,-1-4-858,0-6 1,3-7 2296,1-8 0,5-5 0,-3-11 0</inkml:trace>
  <inkml:trace contextRef="#ctx0" brushRef="#br0">14421 8358 8897,'-23'10'0,"-1"0"3946,0-3 0,5-3-1594,-1 4 0,12-5 1,4 1-1663,10-3 1,15-1 0,7 0 0,9-3-470,6-4 1,8-1 0,3-8 0,2 3-1414,3 1 0,-7 4 1,3 0-1,-4 1-1445,0 0 0,-11 2 0,1 5 2637,-6 0 0,2 0 0,-7 0 0</inkml:trace>
  <inkml:trace contextRef="#ctx0" brushRef="#br0">15636 7733 7945,'-11'12'0,"2"1"1130,1 3 1,0 3 0,-3 9-1,-1 5-98,0 5 1,0 6-1,0 10 1,-1 7-780,6-27 0,-1 1 1,1-1-1,-1 1 0,-1 2 1,-1 1-193,-1-4 1,1 0-1,1 0 1,1 0-1,-9 18 1,1-6-1,1-5-785,5-7 1,2-16 0,5-2-674,0-4 0,0-8 0,7-4 290,4-7 0,2-10 0,3-7 1,3-6 721,4-4 1,2-4-1,2-2 1,-1-6 384,1-3 0,1 7 0,-1-3 0,1 3-95,-2 4 0,-2 5 0,1 4 0,-2 4 304,-5 7 1,-7 10 0,-4 9 0,-3 10 205,-1 7 0,0 4 0,0 2 0,0 1-11,0 2 0,0-2 0,0 3 1,0-3-120,0-2 1,0-3 0,0-2 0,0-1 37,0-2-1342,0-2 1,0-8 62,0-5 1,0-7 955,0-8 0,0 2 0,0-4 0</inkml:trace>
  <inkml:trace contextRef="#ctx0" brushRef="#br0">15718 8169 7945,'0'8'0,"-1"0"368,-3 1 0,3-2 0,-4 1 1,1 1 639,0 1 0,-2 3 0,4 2 1,-3 2-454,-2 1 1,3 2 0,-2 3 0,-1 1 17,0 0 1,4-1 0,-4-1 0,2-1-182,2-1 0,2-6 0,1 2 1560,0-3-1621,0-6 0,4-3 0,1-10 0,2-4 0,2-6-213,1-2 1,3-3 0,2-5 0,2-3-254,1-1 0,-2-2 0,2-2 0,0 2 12,1 0 0,-3 5 0,2-3 0,0 1-184,1 2 1,-9 8 0,2 4 103,-2 6 0,-3 5 0,-1 8 0,0 5 39,-4 6 0,0 4 0,-2 9 0,0 3 81,0 3 1,0 3 0,-2 1 0,0 1 294,-2-1 1,-2-1 0,4-3 0,-2-1-376,1-2 0,1-10 0,-1-1 0,-1-6-1976,2-2 0,2-7 0,2-6 2139,2-9 0,5-7 0,-2-7 0</inkml:trace>
  <inkml:trace contextRef="#ctx0" brushRef="#br0">16768 7651 7945,'-1'-11'0,"-3"3"0,1 2 0,-5 3 0,-1-1 1903,-2 2 1,0 0-1,-2 2 1,-2 3-686,-1 5 1,-5 2 0,2 14 0,-3 6-841,-2 7 0,-1 3 1,-1 9-1,-4 7-403,12-25 0,2 1 0,2 2 1,0 1-1,-2 6 0,-1 1 1,3-1-1,0 0-47,-1 1 0,2-1 0,1-4 0,2-1 0,1-1 0,2-2 0,-5 28-1616,4-12 0,3-5 0,6-12 0,3-2 185,4-2 1,8-11 0,2 1-1,3-7 1503,3-7 0,-3-3 0,8-1 0</inkml:trace>
  <inkml:trace contextRef="#ctx0" brushRef="#br0">16909 8181 6379,'-11'-4'571,"-1"0"0,4 0 0,0 4 211,-1 0 0,0-1 0,0-2 2242,1-1 0,4 1-572,-4 3 1,5-2-1564,-1-2 0,4 3 0,4-3-693,4 3 0,7-3 0,2 0 0,1 0-312,3-1 1,6 2-1,4-5 1,1 0-564,4 2 0,-2-5 0,8 5 1,0-2-239,-1 0 1,-3 5-1,0 0 1,-5 1 445,-5 2 0,-10 2 0,-6 1 1,-7 5 245,-4 3 0,-3 5 0,-5 1 0,-7 1 517,-7 3 0,-1 2 0,-10 4 1,-1 1-70,-1 3 0,2-4 1,-1 3-1,-1 0-250,1 0 1,4-3-1,2 0 1,3-3-603,6-5 1,11-2 0,-1-5-21,6 0 0,12-5 1,6-5-1,5-4-1024,2-6 1,6-4 0,3-3 1672,2 0 0,1-11 0,1 1 0</inkml:trace>
  <inkml:trace contextRef="#ctx0" brushRef="#br0">17664 8287 7945,'-18'4'866,"2"0"1,3 0 1489,1 1 0,6-2-1352,2 5 1,5-6 0,5 2-1,8-2-1033,3-2 0,4 0 0,5-2 0,1-2-800,-1-4 1,3 2 0,-1-1-1,-1 1 617,2-1 0,-7 5 0,3-2 212,-2 2 0,1-3 0,-5-1 0</inkml:trace>
  <inkml:trace contextRef="#ctx0" brushRef="#br0">18478 7957 8548,'-2'8'3210,"0"0"-2483,-2 1 1,-4 7 0,3 5 0,-2 6-268,-2 9 1,-1 0 0,-2 7-1,0 3-931,0 4 1,4-7 0,0 1 0,1-8-1674,0-4 0,-2-7-1347,5-6 3491,0-10 0,9-3 0,2-13 0</inkml:trace>
  <inkml:trace contextRef="#ctx0" brushRef="#br0">18737 7639 8532,'7'0'2221,"2"6"1,-4 8 0,0 8 0,2 9-1166,-1 7 1,1 9 0,2 10 0,-2 7-850,-5-27 0,1 1 0,-1-1 0,0 0 0,-2 5 0,0 0 0,0-1 0,0 1-135,0-2 0,0-1 0,-5 23 0,-3-6 1,-4-7-182,-4-9 0,-1-7 0,-2-7 1,2-5-671,-1-5 1,5-7 0,-2-2 0,0-2-1267,0-2 1,5-2 0,-1-4-1,1-5-2835,4-7 4880,-5-6 0,10-13 0,-4-3 0</inkml:trace>
  <inkml:trace contextRef="#ctx0" brushRef="#br0">19103 7344 7945,'-8'7'0,"0"-3"0,-1-3 636,-2-1 1,3 0 1565,1 0 1,4-1-362,-1-3 1,4 2-1721,4-2 0,2-1 0,6 1 0,0 2-244,0 0 1,0 2 0,-1 0 0,1 0-111,0 0 1,0 4 0,0 2 0,-1 0-144,1 3 0,0-2 0,0 1 1,-2 1 244,-2 1 0,1 2 1,-5 0-1,-1 0 271,-2-1 1,-1 1-1,0 0 1,0 0 42,0 0 1,-5-1 0,-3 0 0,-2-2-69,-2-1 1,0 0-1,0 2 1,0-1 90,1-1 0,-1-5 86,0 1 0,4-3-194,0-1 1,11-5 0,1-2-33,5 1 0,-1 1 0,0 5 1,1 0-364,1 0 0,2 0 0,-1 1 0,-2 3 410,-1 4 0,-4 2 0,2 2 0,-1 0 743,-2-1 1,-2 3-1,-1 0 1,0 2-171,0-2 0,-5 3 1,-4-1-1,-4-2-1175,-3-1 0,-4-1 1,3-1-1,-1-2-660,-3-1 0,-1-2 0,-2 3 0,2-1-2221,2 1 3370,-2-3 0,-2 4 0,-6-3 0</inkml:trace>
  <inkml:trace contextRef="#ctx0" brushRef="#br0">12063 8747 8841,'-13'-1'678,"-3"-3"0,7 1 0,-3-3 0,3-1 837,2 0 0,2 4 0,5-5 660,0-1-2546,0 3 0,1 1 1,3 6-1,4 3 371,3 4 0,0 3 0,1 0 0</inkml:trace>
  <inkml:trace contextRef="#ctx0" brushRef="#br0">10601 2947 7784,'0'-17'645,"0"3"0,0-5 0,-2 2 1974,-2 3 1,2 2-1906,-6 4 1,4 15 0,-4 14-1,-2 13-459,-5 12 0,1 9 1,4-23-1,0 1 0,0 3 1,-1 0-184,0 2 1,0 0-1,-1 2 1,0 0 0,1 1-1,0 1 1,1-2 0,0 1-589,2-2 0,1-1 0,-6 28 0,2-2 0,3-9-1502,4-8 1,3-17-1,2-4 2018,3-6 0,3-4 0,5-5 0</inkml:trace>
  <inkml:trace contextRef="#ctx0" brushRef="#br0">10719 3407 7846,'-12'19'-161,"1"0"1,2-1 1310,1 0 1,4-2-1,-4 4 1,-1 1-4,-1 1 0,3 2 0,2-1 0,1 0-340,0-4 0,0 2 1,4-5-509,0-2 0,0-7-281,0-7 1,5-5-1,3-9 1,4-3-426,4-6 0,-2-5 0,6-4 1,1-1-131,1-4 1,-2 6-1,-1-5 1,2 4 181,2 2 1,-4 1-1,0 6 1,-1 4 189,0 3 1,-7 8 0,1 6 0,-3 6 158,-3 7 0,1 9 0,-4 10 0,0 5 173,0 2 1,-2 4 0,-2-2 0,-2 0-383,0 2 1,-7-4-1,4 1 1,-1-4-1389,3-3 0,-1-10 1603,1-1 0,0-6 0,4-2 0</inkml:trace>
  <inkml:trace contextRef="#ctx0" brushRef="#br0">11568 2782 8579,'-6'-6'2457,"-2"2"1,-2 5-1,-2 5 1,-1 9-1069,-3 6 0,2 1 1,-6 11-1,-2 3-878,-4 6 1,-2 15 0,12-26 0,0 1-1,-2 2 1,0 2-588,0 3 0,-1 1 0,3-3 0,0 1 0,-2 2 0,0 1 0,3-2 0,2-1-1072,-1-1 1,3-1 0,-4 23-1,5-6 1,4-7-696,8-10 0,3-4 1,8-11-1,3-4 1843,4-6 0,7-7 0,3 2 0</inkml:trace>
  <inkml:trace contextRef="#ctx0" brushRef="#br0">11886 3183 7740,'-12'-8'0,"0"1"0,1 1 1855,-1-1 1,0 5-1,0-2 1,-1 2-305,-3 2 1,3 0 0,-4 2 0,2 2-1019,-1 4 1,-4 6 0,3 3-1,0 1-397,0 3 0,-3 6 1,5 0-1,0 1-595,2 0 1,5-1-1,2 3 1,0-2-176,4-1 1,2-6 0,4-4 0,5-3 80,5-3 0,1-8 0,4 0 0,2-7 396,2-8 1,2-6 0,1-8-1,3-3 18,1-1 1,-8 4 0,2-2-1,-2 2 76,0-1 1,-2 2 0,-3-2 0,-3 5 216,-3 3 1,-3 4-69,-1-1 1,-1 10 0,-8 7 0,-2 10-65,-3 7 1,0 4 0,-1 3 0,-1 3-210,-1 3 0,-2-1 0,0 0 0,0 0-541,0 1 0,4-5 0,2 0 1,1-4-2221,2-2 2948,2-6 0,1 3 0,0-5 0</inkml:trace>
  <inkml:trace contextRef="#ctx0" brushRef="#br0">12240 3407 7995,'-8'0'2786,"0"0"1,1-1-2422,0-3-3525,1 2 3160,6-3 0,6 10 0,0 2 0</inkml:trace>
  <inkml:trace contextRef="#ctx0" brushRef="#br0">12617 2876 7780,'-8'0'556,"0"0"0,2 6 1,-2 1 571,4 4 1,1 2-1,1 3 1,-2 3-498,1 4 0,2 5 1,1 5-1,0 5-578,0 5 0,0 5 0,-1 1 0,-3 2-25,-4-1 1,1-3-1,-1-6 1,0-7 255,2-5 0,-3-16-348,5 3 1,0-12 0,4-4-1,0-8 100,0-7 0,4 1 0,1-6 0,3-1-95,5-1 0,-1 1 0,4 0 0,-2-1-150,2 1 0,-2 4 0,4-1 0,1 1 40,-1 2 1,-3 2-1,0 3 1,0 2-42,0 4 1,-5 8-1,1 4 1,0 3 518,-1 5 0,-3 4 0,-3 6 1,-3 3 606,-1 1 0,0-3 1,0 3-1,-1-1-482,-3-3 1,-3-1 0,-4-2 0,-1-2-231,0-2 0,0-8 1,-1-1-1,-1-2-889,-2-1 0,-1-5 0,2 2 0,0-3-753,0-1 1,1-5-1,1-3 1,0-3 40,2-5 1,7 1 0,0-3 1396,3 1 0,6-9 0,2 1 0</inkml:trace>
  <inkml:trace contextRef="#ctx0" brushRef="#br0">12994 2629 7795,'7'-2'1577,"-2"0"-202,0-2 1,-2 1-1,5 7 1,1 5-549,2 6 0,0 8 0,1 9 1,0 6-370,0 9 1,0 4-1,-2 15 1,-6-33-1,0 0-275,-2 2 0,0 0 0,-1 29 0,-1-29 0,0-1 0,-1 32-152,-3-5 0,-3-13 1,-6-8-1,-1-2-430,-2-1 1,-5-7 0,3 3-1,-2-6-850,0-5 0,5-6 0,-4 0 0,2-4-352,3-4 1,5-3 1600,1-5 0,0-11 0,-4-2 0</inkml:trace>
  <inkml:trace contextRef="#ctx0" brushRef="#br0">13631 2994 8746,'-6'2'2025,"2"1"0,4-1 0,4 2 1,3-3-2120,4-1 1,6 0-1,3 0 1,2-1-36,1-3 1,1 2-1,0-1 1,-1 1-2434,1 2 1,-2 0 2561,-2 0 0,2 0 0,-4 0 0</inkml:trace>
  <inkml:trace contextRef="#ctx0" brushRef="#br0">13596 3218 7716,'-12'0'4252,"7"-1"-2626,5-3 0,12 1 1,10-3-1,5-1-1528,3 1 0,2-2 1,3-3-99,1 4 0,-1-4 0,0 4 0</inkml:trace>
  <inkml:trace contextRef="#ctx0" brushRef="#br0">14905 2393 8229,'0'-16'0,"0"-1"2425,0-1-2021,0 4 0,-2 8 1,0 15-1,-3 14 21,-2 11 1,-1 16-1,-5 14 1,6-26 0,0 1-313,-1 4 1,0 0 0,-3 2 0,1 0 0,1 4 0,0 1 0,-1-1 0,0 0-251,0 0 1,0-1-1,2-5 1,1-2 0,-2 1-1,1-1 1,0-5 0,1-2-116,-3 24 0,6-23 0,1-11 273,6-8 0,8-15 0,8-2 1</inkml:trace>
  <inkml:trace contextRef="#ctx0" brushRef="#br0">15117 2876 7845,'-12'29'578,"-1"1"1,-1 4 0,-2 0 448,2 2 1,2-7-1,3 6 1,1-1-538,-1 0 1,3-4 0,2-2 221,3-3 0,1-7 0,1-4-252,3-4 1,-1-7-1,5-6 1,0-7-227,-2-4 1,6-2-1,-2-6 1,6-4-580,3-3 0,-2-4 0,3-3 1,3-2-88,-2 0 1,0 3-1,2-3 1,1 4-37,-1 3 1,-3 9 0,-2-1-1,1 6-60,-1 7 1,-7 5 0,-1 11 0,-2 10 331,-1 10 0,-5 8 0,1 4 0,-5 4-77,-1 4 0,-3-5 0,4 4 0,-2-3-155,1-4 1,-2-5 0,1-4 0,1-4-832,2-7 1259,1-3 0,5-9 0,2-1 0</inkml:trace>
  <inkml:trace contextRef="#ctx0" brushRef="#br0">16037 2829 12155,'0'-12'1075,"-2"6"0,-2 1 1,-3 1-678,-4 0 0,-1 0 1,-1 4-1,-2 0 71,-5 0 1,0 5-1,-2 4 1,-3 6-407,0 4 0,-1 4 0,0 1 0,0 3-336,3 0 0,5 2 0,7-4 0,4 0-387,3-3 0,4-6 1,6-2-1,9-5 489,7-5 0,9-8 0,1-5 0,3-7 155,4-7 1,-6-2-1,1-5 1,-4 1 127,-3 3 1,-4 2-1,-4 5 1,-6 3-55,-4 3 1,-8 6 0,-1 6-221,-6 7 1,-10 8 0,-2 9 0,-2 2 18,0 3 1,2 2-1,-2 4 1,3-2-400,0 0 0,8-6 0,-3 2 0,3-4-741,2 0 1,2-6 1282,5-2 0,5-3 0,2-1 0</inkml:trace>
  <inkml:trace contextRef="#ctx0" brushRef="#br0">16626 2582 7782,'-8'19'464,"1"1"0,-1 0 1,-3 4-1,1 4 467,-2 3 0,3 5 0,-7 2 1,4 2-907,4 2 0,-2-4 0,3 2-816,1-4 0,-3-7 1,5-5-1,1-7-2184,2-4 2975,1-7 0,-5 5 0,-2-5 0</inkml:trace>
  <inkml:trace contextRef="#ctx0" brushRef="#br0">16308 2876 8750,'-11'8'2163,"4"0"1,-3-4-1170,6 4 1,11-6 0,9 2 0,7-2-704,9-2 1,1-4 0,10-1 0,1-2-954,2-2 0,1-2 0,-1 0 0,-3-1-3549,-3 0 4211,-9 5 0,3-3 0,-4 3 0</inkml:trace>
  <inkml:trace contextRef="#ctx0" brushRef="#br0">17440 2275 7786,'0'-12'0,"0"1"0,0-1 0,0 0 0,1 0 543,3 0 1,-2 5 0,1-1 0,-1-1 63,-2-2 0,0 3 0,1 2 100,3 0 1,-3 1-231,3 1 1,-2 8-1,-2 0-108,0 5 0,0 8 0,-2 3 1,0 4-146,-2 3 1,-9 4-1,-1 9 1,-3 4-178,-4 6 0,-1 5 0,-1 7 1,10-30-1,1 1-240,-2 2 0,0 0 0,0-3 0,-1 0 0,0 1 0,0 1 0,-10 24-848,4-8 0,12-14 0,1-6 0,6-8 317,2-6 0,1-10 1,4-6 723,7-6 0,0-10 0,5-2 0</inkml:trace>
  <inkml:trace contextRef="#ctx0" brushRef="#br0">17581 2664 8678,'-7'0'1312,"-1"0"0,1 5 1,-2 3-1,2 4-865,2 4 1,-4-2-1,3 6 1,-2 2-178,0 4 1,0-5 0,-3 3 0,2-2 2,1 0 0,4-6 0,-2-2-35,1 1 1,2-7-271,7-8 1,0-5 0,6-7 0,4-1-274,-1-3 0,1 2 0,0-6 0,3 0 76,2 2 1,-3 0 0,2 3 0,-1-1-241,-3 2 0,-1 6 0,-1 4 0,0 3 125,0 1 1,-4 1 0,-2 4 0,-1 6 15,-2 3 0,-2 9 1,-1-2-1,0 2-193,0-1 1,0-2-1,0 1 1,0-3-632,0-1 1,2-5 1151,2-4 0,2-11 0,6 2 0</inkml:trace>
  <inkml:trace contextRef="#ctx0" brushRef="#br0">18265 2145 7773,'-7'8'1356,"0"0"0,0 1-425,1 2 1,2 1 0,-3 2 0,1 4-237,-1 6 1,3 9 0,-3 2-1,-3 8-151,0 7 0,-2 0 0,0 4 0,0-2-79,1-2 0,-1-7 0,1-6 1,2-7 1994,1-7-2062,6-12 1,-3-6 0,5-14 0,1-6-287,3-4 0,4-3 0,6-2 0,3 0-83,1 1 0,-2-1 1,2 1-1,1-1-355,-1 0 1,2 6 0,2 2-1,-1 3-114,-1 2 1,-5 4 0,5 4 285,1 6 0,-8 10 0,-2 11 0,-5 6 250,-3 4 0,-2 3 1,-2 2-1,-3 4 198,-4 3 1,-2-4 0,-4-4 0,0-4 455,-2-3 1,-5-5 0,3 1 0,-2-6-1219,1-6 0,-1-5 1,-4-4-1,1-1-1886,-1-2 1,5-3 0,-1-5-1,-2-7 2354,-4-6 0,-5-10 0,-4-2 0</inkml:trace>
  <inkml:trace contextRef="#ctx0" brushRef="#br0">7216 10268 7802,'-27'0'0,"-1"1"1031,2 3 0,5-3 0,3 3 0,1-1 3010,2 1-2703,2-3 1,8 4-1,5-5 1,8 0-843,6 0 1,2 0-1,6 0 1,4 0-627,3 0 0,3 0 1,3 0-1,2 0-638,2 0 0,-5-1 1,4-2-1,0-1-326,-1 2 0,1 0 0,-3 2 1094,-3 0 0,4-5 0,-11-1 0</inkml:trace>
  <inkml:trace contextRef="#ctx0" brushRef="#br0">7334 10397 8305,'-17'12'659,"0"0"0,-3-2 0,6 0 3824,5-3-4070,4-4 1,15 2 0,5-5 0,4 0-607,5 0 1,3-1 0,11-3-1,3-3-3348,1 1 3541,1-5 0,10 0 0,0-8 0</inkml:trace>
  <inkml:trace contextRef="#ctx0" brushRef="#br0">11933 8712 7802,'-12'-6'0,"4"5"0,1-3 946,-3 3 1,4-3 0,-2 0 220,-1 1 1,2 1-837,-1-2 0,6 1 0,-1-3-83,6 0 0,3 1 1,6 3-71,0-2 0,0 0 0,0 4 0,-1 0-474,1 0 0,0 0 1,0 0-175,-1 0 1,1 1-1,0 3 379,0 4 0,-2-2 0,0 2 657,-3 1 0,-4-2 0,1 1 46,-3 1 0,-6-4 0,-3-1 0,-2-1-116,-2 1 1,0-3-1,0 3 1,0-3-165,1-1 1,-1-1 0,0-2 0,0-2-279,1-2 1,3 4 0,1-5-135,2-1 0,1-2-32,4-1 0,5 2 0,3 2 0,3 3-173,0-1 0,1 5 1,1-3-1,2 3-16,0 1 0,1 1 0,-4 2 0,-2 2 567,-2 2 0,3-3 0,-5 3 397,1 3 0,2 0 0,-5 2-92,-1 0 1,-3-5-1,-4 0 1,-4-2-295,-3-2 1,2 2 0,-1-1 0,-4-1-371,1-2 0,0-1 0,1-1-583,1-3 0,3 2 0,1-3-2219,2 0 0,1 2 1003,4-5 0,5 6 0,5-1-574,4 6 2466,-1 3 0,9 6 0,-3 0 0</inkml:trace>
  <inkml:trace contextRef="#ctx0" brushRef="#br0">8419 9890 10206,'-10'6'833,"2"2"1,-3 9-1,3 6 1,-2 10-555,-2 9 1,0 12 0,6-21 0,1 2 0,-1 1 0,0 1-352,0 2 0,0 1 0,2-6 0,0 0 0,-2 29 0,0-7-959,4-8 0,0-11-517,2-2 1,6-10 0,1-5 1547,4-11 0,1-12 0,0-3 0</inkml:trace>
  <inkml:trace contextRef="#ctx0" brushRef="#br0">8655 10362 7802,'-17'12'389,"4"1"0,-3 1 0,3 2 859,1-2 1,4 3-1,0-1 1,1-1 742,0-2 0,-2-2-1472,5 1 0,1-5-617,7-3 1,3-8-1,5-5 1,1-4-123,2-3 1,0-6-1,4-1 1,2-4-350,2-3 1,2 3 0,1-1 0,0 1 46,-4 4 1,2-3 0,-6 9 0,2 1 253,0 4 1,-2 8 0,0 2 0,-5 5 78,-4 9 0,-6 11 0,1 8 0,-3 3-50,-1 1 1,-1 5 0,-3-1 0,-2-1-199,-1-1 0,-2-3 0,5-3 0,1-3-2060,2-3 2497,1-12 0,10-3 0,4-10 0</inkml:trace>
  <inkml:trace contextRef="#ctx0" brushRef="#br0">9657 9773 7802,'5'-12'1204,"-3"4"1,2 0 2175,-3-1 1,-2 4-2289,-3 1 1,-3 5-1,-6 6 1,-3 7-747,-3 7 1,-1 3 0,-2 11-1,-4 7-247,-3 6 0,13-18 0,0 1 0,-1 3 0,-1 2 0,0 3 0,-1 1-183,-1 2 0,1 1 1,2-1-1,1 1 1,-1 0-1,0 1 1,2-4-1,0-1-527,1-3 1,2-2 0,-3 14 0,8-11 0,5-7-473,6-4 1,3-11 0,6 2 0,3-5-87,3-7 1,5-4 0,3-5 0,5-5-5,2-5 1,3-7 0,-1-8 1172,0-3 0,7-15 0,-7 4 0</inkml:trace>
  <inkml:trace contextRef="#ctx0" brushRef="#br0">9787 10256 7802,'-13'0'689,"-2"1"1728,0 3 1,-1-3-1516,4 3 1,6-4 0,2-4-1,2-3-510,2-4 0,6-5 0,2-1 0,2 0-223,2 0 1,1-4 0,1 3 0,3-2-183,2 1 0,-8 7 0,4-1 0,-1 2-197,-1 6 0,1 2 0,-3 3-166,1 0 1,0 11-1,-2 5 1,0 5 191,-3 2 1,1 5 0,4 1 0,0-1-178,0 1 0,-1-1 1,1-5-1,0 1-379,0-1 0,0-8 0,-1-3-429,1-2 1,0-5 0,-2-2-1709,-2-6 2877,-2-3 0,-1-6 0,1 0 0</inkml:trace>
  <inkml:trace contextRef="#ctx0" brushRef="#br0">9822 10421 8228,'-11'6'1799,"4"0"1,2-8 0,7-2 0,5-6-1332,5-8 1,9-3-1,1-11 1,5 0-529,4-3 0,-4 0 1,5 1-1,-1 1-1675,-1 2 0,4 5 0,-5-1 0,-1 8 1735,-5 7 0,-2 0 0,3 6 0</inkml:trace>
  <inkml:trace contextRef="#ctx0" brushRef="#br0">10601 10008 8730,'-12'4'0,"0"1"1036,0 2 0,0 1 0,2 5 0,1 3-494,1 3 1,4 8-1,-3 1 1,2 3-663,3 1 0,-4-2 0,2 0-235,2-1 0,0-6 0,4-8-5081,2-2 5436,2-6 0,1-2 0,-2-5 0</inkml:trace>
  <inkml:trace contextRef="#ctx0" brushRef="#br0">10365 10221 9352,'-13'0'1685,"-3"0"1,8 1-1,-1 1-324,2 2 1,11 0-1,2-4 1,7 0-979,6 0 1,6-1 0,4-3 0,5-2-1310,3-1 1,-6-4 0,6 4-1,0-4-2233,-1-1 1,-6 5 3158,6-1 0,-9 0 0,2-4 0</inkml:trace>
  <inkml:trace contextRef="#ctx0" brushRef="#br0">11013 9890 7802,'-11'0'1952,"-1"0"0,1-1 0,2-1 1898,1-2 1,4 0-1281,-4 4-2654,6 0 1,6 0 0,8 0-300,1 0 0,0 0 1,-1 0-1,-1 1-896,1 3 1,4-1 0,0 3 0,-2 1 1025,-1-1 1,-1 2 0,-2 4 0,0 0 572,-3-1 0,0 1 0,1 0 0,-4 0-326,-3 0 1,-1 1 0,-1 0 0,-3 1 637,-4 1 0,-6-5 0,-4 6 1,1-3-340,0-1 0,-2-5 0,3 0 0,2-2-167,1-2 1,1 2-199,0-1 0,5-5 0,5-6-103,4 1 0,6-5 1,7 5-1,0-1-136,0 3 1,-1-1 0,1 1-1,0 1 223,0 2 0,-2 6 0,-1 3 0,-2 3 513,-2 0 1,1 6 0,-5 3 0,-1 4 94,-2 3 1,-1-2-1,0 3-554,0-4 1,-5 3 0,-2-2 0,-1-5 0,1-1-985,-3-5 0,-1-1 0,-4-2 0,-1-2-139,2-1 1,1-6 0,1 2 0,0-2 266,1-2 1,3-6-1,1-3 890,2-5 0,1-10 0,4-6 0</inkml:trace>
  <inkml:trace contextRef="#ctx0" brushRef="#br0">11261 9631 8392,'7'-12'1141,"3"2"1,-2 2 0,2 4 41,2 3 0,0 2 0,1 4 1,3 7-154,3 6 1,0 10-1,-1 5 1,-1 5-551,-2 5 1,-2 4 0,-2 4 0,0 5 217,-3 6 1,-3-2 0,-6 2 0,-5-6-346,-5-5 0,-2-6 0,-7-5 0,-1-2-865,-1-4 0,-2-9 0,1 0 0,-1-3 38,0-5 1,2-2-1,2-5 1,5-2-2627,2-4 0,2-9 0,3-7 3100,4-6 0,3-10 0,1-2 0</inkml:trace>
  <inkml:trace contextRef="#ctx0" brushRef="#br0">11674 9442 9210,'-6'-6'9560,"0"1"-8484,-1-1-837,2 5 1,6-4 0,3 5-1,4 0-212,3 0 0,-3 4 0,-1 1 0,3 0 119,0 1 0,-2 3 0,0-1 0,0 2-178,-2 2 0,3 0 0,-5-1 0,0 1 224,1 0 1,-3 1-1,0 3-103,-4 3 1,-1-2 0,-5-1-1,-1-3-110,-1-1 0,-2 0 0,0-2 0,2 0-77,2-3 0,-3-3 0,3 3 90,-2-2-448,3-1 0,3-4 0,8 0-286,4 0 1,4 0 0,2 0 0,3-1-312,2-3 0,-3 2 1,3-1-1,1 1 1053,-2 2 0,4 5 0,-3 2 0</inkml:trace>
  <inkml:trace contextRef="#ctx0" brushRef="#br0">12157 9867 8325,'0'6'6000,"0"1"-5550,0-3 1,-4-1 0,0 4 0,0 3-339,-1 0 0,3 4 0,-6 5 0,-2 7-257,0 7 1,-2 1-1,2 8 1,1 1-603,1 3 0,1-7 1,-1 3-1,3-7-1355,0-3 1,3-14 826,-1 2 0,0-14 1275,-1 2 0,-3-16 0,-4-5 0</inkml:trace>
  <inkml:trace contextRef="#ctx0" brushRef="#br0">11910 10126 7802,'-14'0'0,"0"0"0,-2 0 0,4 0 1887,5 0 1,5 0 0,4 0 0,8 0 0,8 0-1158,5 0 1,7 0 0,4 0 0,5-1-1715,3-3 1,-3 1 0,3-3 0,2 1-925,1 2 0,0 2 0,5 1 1908,-6 0 0,2-6 0,-4 0 0</inkml:trace>
  <inkml:trace contextRef="#ctx0" brushRef="#br0">12865 9655 7802,'-8'5'0,"0"1"0,-1 4 1105,-2 1 1,0 0-1,0 9-223,3 1 0,-2 7 0,2 9 0,-3 9-800,0 8 1,0 4-1,2 7 1,5-31-1,0 0 1,0 1-1,-1 1-464,0-1 1,-1-1 0,-1 22 0,0-5 0,2-10-195,2-8 0,2-10 576,1-7 0,-5-3 0,-2-1 0</inkml:trace>
  <inkml:trace contextRef="#ctx0" brushRef="#br0">13042 10044 8307,'-11'11'0,"2"3"999,1 1 0,1 0 1,-2 3-1,1 2-336,-1 2 0,3-1 0,-1 6 0,2-2-329,2-1 1,-2-1 0,1 0 0,2-4 178,0-3-361,2-3 1,2-8 0,0-6 19,2-9 1,7-7 0,-1-7-1,6-1-721,2-2 1,-2-2 0,3-4 0,2 2 245,2-2 1,-4 8-1,1 1-132,1 2 1,-4 5 0,0 3-1,-1 5 196,0 5 1,-2 13 0,-6 8 0,-4 8 303,-3 6 0,-1 3 1,0 2-1,0-1-629,0 0 1,0 1-1,0-4 1,0-3-541,0-5 0,5-6 1104,3-2 0,8 0 0,2-10 0</inkml:trace>
  <inkml:trace contextRef="#ctx0" brushRef="#br0">13643 9843 8257,'-1'11'0,"-2"-2"815,-1-1 1,-4 0 0,4 3 0,0 3-159,-1 1 1,4 4-1,-3 4 1,3 2-362,1 3 1,1-4 0,3 3 0,5-5-417,5-2 1,1-11-1,4-1 1,2-6-25,2-2 1,2-6-1,1-6 283,1-6 0,1-5 1,-5-2-1,0-1 1,-4-1 169,-3 0 0,-3 7 0,-2 1 1,-2 2 521,-1 3-690,-6 1 1,4 7 0,-9 8 0,-4 10-64,-4 10 0,-5 4 0,0 9 0,-4 7-65,-2 7 1,-3 6 0,12-25-1,-1 1 1,-2 2 0,0 0-266,-1 2 0,0-1 1,0-2-1,0 0 1,2 2-1,0-1 1,-9 26-1371,7-9 1,6-20 710,3-6 1,9-15 0,10-11 0,4-9 910,4-12 0,6-16 0,5-9 0</inkml:trace>
  <inkml:trace contextRef="#ctx0" brushRef="#br0">14386 9313 7802,'-8'0'1645,"0"0"1,4 0-1,-2 1-1091,0 3 0,-1-1 0,3 5 0,1 1-421,2 1 0,-3 2 1,0 1-1,0 1-80,-1 2 0,3 5 1,-2-3-1,2 2 59,-2 0 1,3-6 0,-3 2 0,2-3-76,2-1 1,0-4-151,0 0 0,6-6 0,1 1 25,4-6 0,1-3 0,-1-6 1,1 1-52,0 3 0,0-2 1,0 3-1,-1 1-30,1 2 1,-4-1 0,0 1 152,1 1 0,0 3 0,-1 4 0,-4 4 173,-3 2 1,-1 4 0,0 0 0,0 3 71,0 1 0,-5 2 1,-3 4-1,-2 0-160,-2 4 1,-1-3 0,-2 2 0,-2-2-583,-1-1 0,2-5 0,-3 0 0,-1-2-1060,2-3 0,-1-6 0,5-4 488,-2-3 1,2-7 0,6-6 1084,4-6 0,-2-10 0,-1-2 0</inkml:trace>
  <inkml:trace contextRef="#ctx0" brushRef="#br0">14280 9336 7802,'1'7'2457,"3"-3"1,4-3-1,8-1 1,5 0-1868,5 0 0,10-5 0,10-3 1,5-1-1093,3 1 1,-4-1 0,-2 4-1,-6-1 502,-6 1 0,-9-4 0,2 2 0</inkml:trace>
  <inkml:trace contextRef="#ctx0" brushRef="#br0">14787 10008 7802,'-19'0'791,"4"0"1,2 2 1165,1 2 1,5-2-1,5 5-1288,4-2 1,11-1-1,11-4-6,6 0 1,9-1 0,6-2-1,3-2 1,5-1-1642,1 1 0,-1-3 0,8 4 1,4 1-85,-31 0 0,-1 0 0,27 1 562,3-6 1,-16 0-1,4-4 1</inkml:trace>
  <inkml:trace contextRef="#ctx0" brushRef="#br0">16084 9325 12990,'-5'11'767,"2"6"0,-5 6 1,-1 8-550,-1 12 0,-4 16 1,7-23-1,-1 2 1,-2 3-1,-1 1-227,-2 4 1,0 0 0,0-3 0,-1-1 0,0 3 0,-1-1 0,2-1 0,0-1-616,2-1 1,0-3 0,-5 22 0,2-6 0,5-15-648,5-10 1,2-13 1270,2-4 0,0-8 0,0 1 0</inkml:trace>
  <inkml:trace contextRef="#ctx0" brushRef="#br0">16225 9855 7802,'-11'34'660,"-1"-2"0,0-5 1,0 6-1,2-3 619,2-1 1,-1-6-1,5-3-806,1 1 1,3-5 0,4-5 0,4-7-553,2-6 0,7-6 0,3-8 0,2-3-66,2-4 0,0-2 0,-1-1 39,1-1 1,-1-1-1,1 5 1,-2 0 0,-1 4-159,-1 3 1,-6 3 0,2 2 0,-3 4 23,-1 3 0,-6 5 0,-2 7 93,-2 7 1,-4 8-1,-2 3 1,-3 4-89,-4 4 1,-5-1 0,1 6 0,0-2-700,2-2 0,1-3 1,2-4 933,2-3 0,-3 2 0,5-9 0</inkml:trace>
  <inkml:trace contextRef="#ctx0" brushRef="#br0">17334 9242 15374,'-12'0'1610,"0"5"1,0 4-1,-1 7-1234,-2 8 0,-6 9 1,-9 14-1,11-17 1,0 1-282,-3 6 1,-1 1 0,-1 4-1,-2 1 1,-2 4 0,-1 0-1,1 0 1,1-1-374,0-1 1,2-1-1,4-6 1,1-1 0,2 0-1,1 1 1,4-4-1,2-1-525,-6 23 1,9-14 0,4-9 0,5-7 77,7-8 1,1-4 0,11-3-1,2-3-626,4-4 0,7-13 0,9-7 1351,5-5 0,8-13 0,-1-3 0</inkml:trace>
  <inkml:trace contextRef="#ctx0" brushRef="#br0">17546 9643 7802,'-8'0'865,"0"0"2146,-1 0 1,0 1-1957,1 3 1,4-3 0,8 3-1,5-2-619,6-2 1,8-2 0,9-2 0,3-3-122,4-4-1,-1 3 1,6 0 0,0 1-638,2 0 1,-3 0 0,-1 5 0,-1-2-483,-3 1 1,-11 3 0,-4 4 0,-5 4 65,-4 3 0,-6 0 1,-4 2-1,-4 2 682,-4 1 0,-4 1 0,-7-3 0,-5 2 297,-2-2 1,-2 4 0,1 1-1,-2 0-98,-3 1 0,-2 1 0,-5 5 0,-2 2 210,-2-2 1,6 0 0,-1 0-1,5 1 26,7-5 0,3 0 0,9-6 0,3-2 104,7-1 1,7-6-1,9-3 1,5-3-194,5-1 0,4-5 0,5-3 0,2-3-384,2 0 1,-2-5 0,1 0 0,-4 2-1716,-2 1 0,-6 5 0,1 1 1,-2 2-543,-1 2 2352,-11-3 0,3 5 0,-10-5 0</inkml:trace>
  <inkml:trace contextRef="#ctx0" brushRef="#br0">18501 9796 7802,'-12'0'966,"5"0"1,-1 0 2872,-1 0-2954,3 0 0,2 0 0,10 0-560,5 0 1,1 0 0,4 0 0,-2 0-617,2 0 1,-2 0 0,5 0 0,-1 1-1362,1 3 1,-5-2-1,2 2 1652,-3-3 0,4-1 0,1 0 0</inkml:trace>
  <inkml:trace contextRef="#ctx0" brushRef="#br0">19067 9431 7916,'7'-6'0,"-2"-1"744,0-4-37,-3 5 0,3 6 0,-5 7 1,-1 5 1043,-3 4 1,1 4 0,-5 8-1,-2 6-1369,-5 4 0,1 8 0,-5-1 1,1 5-395,0 3 0,-3 0 0,-4 7 0,0-5-714,3-4 1,7-14 0,2 1-1,5-7-835,3-5 1,1-10-1,6-5 1,3-6-621,7-7 0,1-8 2181,6-10 0,1-7 0,4-3 0</inkml:trace>
  <inkml:trace contextRef="#ctx0" brushRef="#br0">19409 9219 7802,'8'1'2310,"0"3"0,-4-2 0,4 8-1232,1 3 1,1 1 0,1 10 0,-2 6-577,-1 6 1,-2 9 0,2 10-1,-4 9-400,-3-28 0,0 0 1,-2-2-1,0 0 0,-1 1 1,-1 0-1,-7 30-161,-5-3 1,-6-11 0,2-5 0,-2-4-351,1-4 0,-2-6 0,3-3 0,0-4-2132,-1-7 1,6-5 855,-2-5 0,9-5 1,6-11-1,6-9 143,6-8 1542,-2-5 0,13-16 0,-4-2 0</inkml:trace>
  <inkml:trace contextRef="#ctx0" brushRef="#br0">19822 8983 7802,'0'-12'397,"1"5"1,2 2 1329,1 0 1,1 4 0,-2-5-737,1 1 0,5 4-829,-1-3 0,1 4 1,0 3-1,-1 2-375,1 1 0,-2 1 1,-1 2-1,-1-1 76,-2 1 0,2 2 0,-1 0-88,-1 1 1,-2 0 0,-1 0 420,0-1 1,0 1 0,-1 0 8,-3 0 0,-1-4 1,-5 0-267,3 1 1,-1-3 0,-4 1 0,0-1-75,0 1 0,1-4 390,-1 0 239,0 4 0,5-7-547,3 0 1,4 0 0,4-4 0,4 3-194,3 1 1,-3 0-1,-1 0 1,3 1 50,0 3 0,2 3 0,0 4 0,-2 1 531,-2 0 1,1 1-1,-5 1 1,-1 2 692,-2-1 1,-1 2 0,0-2 0,-3 0-542,-4-2 1,-1 0 0,-9 1 0,0 2-806,-3-2 1,2-4 0,-2-4-1,-1 1-857,-1-1 1,-3-2-1,0 3 1,0-2-299,3-2 0,5-2 1,-2-1 1471,2 0 0,2-5 0,3-2 0</inkml:trace>
  <inkml:trace contextRef="#ctx0" brushRef="#br0">10601 4562 7802,'-6'-6'1341,"0"3"-686,-1 6 0,-3 8 0,2 10-417,-3 5 0,0 15 1,-2 13-1,-2 10 1,7-26-1,-1 1-229,0 5 1,0 0 0,1-1-1,1-1 1,-1 2 0,1 0-1,0-4 1,2-1-25,1-3 1,0-2 0,-3 16-1,5-5 1,-2-9-1097,1-7 0,6-8 0,1-5 1111,-2-3 0,5-7 0,0 0 0</inkml:trace>
  <inkml:trace contextRef="#ctx0" brushRef="#br0">10730 5057 7831,'-8'0'982,"1"0"-325,-3 0 0,4 0 1,-2 0-328,-1 0 0,4 5 0,1 3 0,1 3-48,-1 1 0,3 5 0,-3 2 0,3 4-104,1 0 0,0 1 0,0-1 0,0 1 17,0-1 1,0-4 0,0-4 0,0-1 127,0-3 1,0-3-1,1-1-49,3-2 1,-3-6 0,3-7 0,-1-3-138,1 0 0,2-6 0,6-3 0,0-4-323,0-3 0,1 1 1,1-5-1,3 1 82,1 0 0,-2 3 0,4-5 0,1 1-248,1 1 0,0 5 0,-1 6 0,-2 4 56,-2 4 0,-2 5 0,-4 7 1,-2 4 183,-1 7 0,-5 6 0,0 10 302,-1 3 0,-2 3 1,0 2-1,-2-1 0,0 1-9,-2-1 0,-4 0 0,3-2 0,0-4-696,-1-6 0,2-6 0,4 2 0,0-2-2432,0-3 2947,0-6 0,6-3 0,0-5 0</inkml:trace>
  <inkml:trace contextRef="#ctx0" brushRef="#br0">11579 4939 6122,'-11'0'0</inkml:trace>
  <inkml:trace contextRef="#ctx0" brushRef="#br0">11615 4609 7818,'1'-12'280,"3"1"1,-3 3 2000,3 0 1,-4 5-1531,-4-1 0,-2 4 0,-6 4 0,0 4-397,0 3 1,1 2 0,-1 1 0,-1 5 94,-3 3 1,2 0 0,-5 9 0,1 2-204,-1 1 0,0 7 0,-3 3 0,1 6-318,1 5 0,0 8 1,10-31-1,-1 0 1,-6 32 151,6-1 1,7-12 0,0 0 0,2-9-1705,2-5 1,10-11 0,3-3 0,2-5 57,2-4 1,4-2-1,-2-4 1566,-1-4 0,4 2 0,-3 1 0</inkml:trace>
  <inkml:trace contextRef="#ctx0" brushRef="#br0">11768 5140 6707,'-8'8'0,"-1"-2"564,0-1 0,0 1 1769,-3-2-1739,5-3 1,2-1 0,6-7-1,2-2-125,1-3 0,5 3 0,-1-8 0,2 0-336,2-3 0,0 2 1,0-2-1,1 1-100,3 1 1,-6-3 0,5 5-1,-1 1-23,-1 2 1,0 2 0,-1 0 0,0 3-538,0 4 1,-5 4 0,1 4 0,1 5 172,2 6 0,-3 8 0,0 7 0,-1 3 54,0 3 0,4-4 0,-5 8 0,2-4 89,0 0 1,0-6-1,3-3 1,1-3-296,0-4 1,-4-3-1,0-7 1,1-2-272,1-4 0,2-4 777,0-4 0,0-8 0,0-6 0</inkml:trace>
  <inkml:trace contextRef="#ctx0" brushRef="#br0">11874 5340 7769,'-12'4'278,"1"0"1,3 0 1281,0-4 1,5-3 0,2-3-659,7-6 1,5-13 0,11-2 0,4-7-960,3-6 1,3 1-1,3-6 1,-1 0-704,-2 0 1,-2 6 0,-5 1 0,-1 4-1233,-1 2 1,-11 11 1991,-1 2 0,-1 4 0,1 3 0</inkml:trace>
  <inkml:trace contextRef="#ctx0" brushRef="#br0">12511 4444 7791,'-5'-6'2156,"-3"2"0,1 2-1528,-1 2 1,4 6-1,-2 2 1,1 3-410,2 5 1,-2 0 0,1 6 0,0 3-276,-1 0 0,3 1 0,-3 0 0,1 2-496,0-2 1,-4 1 0,5-2 0,-1-2-720,-2-1 1,5-5 0,-3-1 1270,3-3 0,1-2 0,0 1 0</inkml:trace>
  <inkml:trace contextRef="#ctx0" brushRef="#br0">12641 4645 7830,'-7'-6'3418,"-3"5"-1927,2-3 1,1 3 0,-1 1-436,-1 0 1,-1 0 0,-2 0-721,0 0 0,0 1 1,0 3-1,1 3-347,-1-1 1,4 5 0,0-3-1,0 2-776,2 2 1,1 1 0,5 3-267,0 3 0,0-4 0,1-2 0,3-1 387,4-3 1,2-4-1,2 1 1,1 0 365,3-4 1,-3 0 0,3-2 0,-3 0-359,-2 0 0,-3 0 0,0-2 658,1-2 0,7-2 0,2-6 0</inkml:trace>
  <inkml:trace contextRef="#ctx0" brushRef="#br0">12806 4244 8152,'-12'0'1737,"5"5"0,3 3 1,3 4-1087,1 3 0,1 5 0,3 8 0,4 4-306,3 6 1,4 9 0,1 8 0,-1 4 420,-2 4 0,-3-1 1,-2 1-1,-4-3-195,-3-2 0,-1-10 0,0 4 1,-1-7-516,-3-6 0,-3-13 1,-4 5-1,-1-3-1124,0 1 1,0-6 0,1-1 0,-1-3-2100,0 0 1,0-9 3166,0 2 0,1-3 0,-1 3 0</inkml:trace>
  <inkml:trace contextRef="#ctx0" brushRef="#br0">12346 4362 9243,'-5'6'2036,"2"-1"-1061,-5-5 1,4 4-442,-4 0 1,4 0 291,-3-4-575,4 0 0,-6-1 0,5-3-67,1-4 1,1 2-1,-1-2-190,-1-1 1,-1 2-1,1-1 59,-4-1 0,1 0 0,0 0 0,-3 1 213,0-1 0,2 2 0,0-1 0,-1-1-127,-1-1 0,-6 2 0,0 0 0,0 0-67,-1 1 0,4-3 0,-2 2 0,0-1-27,-1 1-1,3-2 1,-2 3 0,0-1-16,-1 0 1,2 2-1,-4-3 1,1 1-29,2-1 0,1 2 1,-1 1-1,-2-1-59,-1 0 0,2 5 0,-2-3 1,0 1-59,-1 0 1,0 0 0,-4 2-1,2 0 247,2-2 0,3 0 0,-4 4 0,-1-1 100,-1-3 1,2 2 0,2-1 0,1 1-58,3 2 1,-3-4-1,0 0-131,-2 2 0,5-4 0,-3 3 0,1-1 0,-1 0-73,-1 0 0,3 0 0,0 4 0,0 0-154,-1 0 1,-1 0-1,-2 0 1,2 0-34,0 0 0,2 0 0,-3 0 0,0 1 96,-1 3 1,4-3 0,-4 5 0,2-2 49,3-1 1,-1 5 0,1-4 0,-2 0 1,2 1 0,1-2 0,1 4 0,0-1-115,0 1 1,0-3 0,1 3 148,-1 3 1,0-4 0,0 2 16,1 1 1,3-4-1,0 1 358,-1-1 0,-2-2-5,-1 4 1,5-4-135,-1 1-203,5-3 1,-2-6 0,5-3-77,0-2 1,0 2-1,1 0 1,2-1 10,1-2 1,4 3-1,-3 1 1,0-3-75,0 0 1,0-2-1,-2 0 86,1 1 1,4 3 0,-4 0 16,-2-1 0,0 2 0,-1 1-95,3 0 0,-3 1-94,3 1 0,-4 4 1,-2 2-100,-2 8 0,-5 2 0,1 5 0,-3-1 223,-1-1 0,5 6 0,-1-2 0,-2 0 124,0 1 0,2-4 0,2 2 0,-1 0-116,0 1 0,4-4 0,-4 4 0,2-2-33,2-3 1,-2-1-1,1-1 62,1 0 13,2-6 0,2 0 1,3-6-1,4 0-495,3 0 0,0-2 0,1 0 1,1-2 547,3 1 0,2 2 0,6 1 0</inkml:trace>
  <inkml:trace contextRef="#ctx0" brushRef="#br0">13631 4786 7934,'-5'7'1199,"-3"-3"1,2-3 4135,-2-1-4903,5 0 1,-1 0 0,8 0-568,4 0 1,4 0 0,3 0-1,5 0 261,2 0 1,2 0-1,-1 0 1,2 0-5038,3 0 4911,2 0 0,5 0 0,1 0 0</inkml:trace>
  <inkml:trace contextRef="#ctx0" brushRef="#br0">13773 4916 7934,'-12'6'0,"1"0"0,4-1 0,-3-3 790,6 6 1,2-5-1,6 1 1,5-3-893,5-1 0,1 0 0,4 0 0,4 0-2334,3 0 2436,-1 0 0,9 0 0,-4 0 0</inkml:trace>
  <inkml:trace contextRef="#ctx0" brushRef="#br0">14575 4338 7860,'-8'5'433,"0"5"314,-1 4 1,2 0 0,1 6 0,0 4-414,4 6 0,-1 4 0,0 12 0,-1 3-262,2 4 1,-5 7 0,-1 6 0,3-33 0,0 0-220,-1 1 1,0-1 0,-6 27 0,1-1 0,-1-6-983,0-5 0,5-10 0,4-5 1129,1-7 0,-3-5 0,-2-9 0</inkml:trace>
  <inkml:trace contextRef="#ctx0" brushRef="#br0">14810 4668 7997,'7'5'0,"-1"-3"2177,-2 2 1,-1 2-1194,5 2 1,-6-1 0,2 0-620,-2 3 1,-2-4 0,-2 1 0,0-1 24,-2 1 0,-5 1 0,1 4 0,-4-1-253,-4 1 0,2 0 1,-6 0-1,-1 1-160,-1 2 0,-2 0 0,0 3 1,-3 1 97,0-1 1,-1-2 0,6 2 0,1-1-307,1-3 0,10-1 0,-1-1 308,5 0 1,3-1 0,7-4 0,4-3 64,3-2 0,6 2 0,1-1 1,2 0 235,-1-2 1,1-1 0,3 0 0,1 0-386,0 0 0,-1 0 0,0 0 0,-3 0-1210,0 0 0,-5 0 0,0 0 0,-2 2-1665,-1 2 2882,0-3 0,0 9 0,0-3 0</inkml:trace>
  <inkml:trace contextRef="#ctx0" brushRef="#br0">15400 4208 7813,'-5'-11'235,"2"0"1,-5 3 678,-1 4 1,0 4 0,0 6 0,1 8-383,-1 12 1,2 8-1,1 16-468,0 6 1,2-21 0,0 0-1,2 1 1,1 1 0,-1 2 0,0-1-1,0 3 1,0 0-238,0-1 1,0 0 0,0-5 0,0 0-1,2 0 1,0-2 0,0 29-407,0-8 1,4-18-1,1-8 1,2-7-272,2-8 0,1-8 0,2-1 0,0-4 850,0-4 0,-6-2 0,10-11 0,-3-2 0</inkml:trace>
  <inkml:trace contextRef="#ctx0" brushRef="#br0">15718 4692 7880,'-5'6'990,"2"5"1,-4-3 21,-3 2 0,0 6 1,-2 0-1,0-1-74,1 2 0,3 2 0,0 3 1,-1-1-504,-2-1 0,3-5 0,2 4 0,-1-2-63,1-3 1,3-1-737,-1-1 1,4-6-1,4-3-70,4-6 0,2-7 0,2-7 0,0-1 102,0-3 0,1-3 1,1-2-1,2-3 9,-2-1 0,1 4 0,1-3 0,2 1 102,0 1 0,1 3 0,-5 6 0,2 1-48,-2 3 1,-1 2-1,-1 5 172,0 7 0,-6 11 1,-2 8-1,-2 5 123,-2 3 1,0 0-1,0 3 1,0 0-66,0 0 1,-2-2 0,0 0 0,-2-1-15,1-5 0,2-5 0,1 1-1331,0-1 0,1-2 0,3-8 1384,4-3 0,2-8 0,2-2 0</inkml:trace>
  <inkml:trace contextRef="#ctx0" brushRef="#br0">16320 4680 8439,'-12'12'0,"0"0"1092,0-1 1,1-3 0,-1-1 0,0-2-247,0-2 0,4-2 1,2-2 20,1-3 1,1-3 0,5-6 0,3-3-221,4-3 1,2-4-1,2 0 1,1-2-671,3-3 0,1 2 0,4-4 0,-2 1 52,2 3 1,2 1 0,-1 3-1,-1 2-679,-1 5 1,-5 3 0,5 5 119,1 7 1,-4 7 0,-1 10 0,-3 6 78,-1 8 0,-5 4 0,1 3 0,1 2 12,2 2 1,1-4-1,0 0 1,-1-4 150,1-2 0,0-7 0,0-2 0,-2-6-429,-2-4 0,3-6 0,-4-4-83,4-6 0,-1-4 0,-2-4 0,-3-2 800,1-3 0,-5-8 0,4-6 0</inkml:trace>
  <inkml:trace contextRef="#ctx0" brushRef="#br0">16402 4916 7880,'-12'0'1895,"2"2"-500,2-2 1,15-10 0,12-16 0,13-10-780,10-4 0,4-9 0,-18 22 0,3-1 0,0-1 0,0-1-633,1-1 1,1-1 0,-1 5-1,0 1 1,-4 0 0,-1 2 0,21-14-1753,-8 9 1,-13 15 1768,-3 6 0,-16 11 0,-10 3 0</inkml:trace>
  <inkml:trace contextRef="#ctx0" brushRef="#br0">11426 9525 7880,'0'-12'91,"0"6"0,4-5 304,0 3 1,0-2 746,-4-2 0,0 4-604,0 0 0,0 4 0,-1-2-228,-3 1 0,2-1 1,-3 4-1,0-2 45,-3 1 0,-3-2 0,0 0-124,-1-2 1,0 5-1,0-4 1,-1 2 33,-3 0 0,2-3 0,-4 3 0,-1 0-13,1-1 1,2 2 0,-3-4-109,-2 2 1,0 0 0,0 2 0,2-2 0,1 0 68,0 0 1,2-3 0,-2 2 0,1 1-466,2 0 1,1-3-1,-1 4 1,0 0 79,0-1 1,1 4 0,-2-5 0,-2 3 107,-1-1 1,-3 0 0,3 4-1,-5 0 58,-4 0 0,6 4 0,-4 0 0,0-1 1,1 3 0,0-5 0,1 3 0,2-3 25,2-1 0,-2 4 0,3 0 0,-4-1-8,0-2 1,0-1 0,2 0 0,2 0-44,-2 0 1,-1 0 0,-2 0 0,2 0 29,2 0 0,-2 0 1,3-1-1,0-2 152,-1-1 1,2 0 0,-2 4 0,3-1-73,0-3 0,3 3 1,-5-3-1,1 2-52,0 2 1,2-1 0,-2-1 0,-2-2 42,-2 1 0,5 2 1,-7 1-1,2 0-35,-1 0 1,4 0 0,-1 0 0,0 1-24,2 3 1,-4-3 0,4 3 0,-2-1 10,0 1 0,6-3 0,-2 3 0,2-1 39,-2 0 0,7-1 0,-3 3 0,1-1-21,1 0 0,-2 1 0,0-2 0,-1 2-84,-2 2 0,4-1 0,-3 3 1,-2-1-68,-1 1 0,3 2 1,-4-1-1,3 1 33,-1 0 1,-5-5 0,3 6 0,-1-2 93,4 0 0,0-2 0,1 0 0,-3 1-12,-2 2 0,4-3 0,-4 0 0,2 1 69,3 1 0,0-2 0,-1 0-49,-1 1 1,1-4 109,3-1 1,4-2 0,1-4-51,2-2 0,0 3 0,2-4 1,-1 0 216,2-3 1,1 1 0,1-1-174,0-1 1,0-1 0,0-2 0,1 0-228,3 0 0,-2 0 0,6 1-13,1-1 0,2-4 1,2 0-1,1 2 1,2 1-67,-1 1 0,-1 0 1,0 2-136,2 2 0,0-1 350,-4 5 0,-6 1-6,-2 7 0,-9 4 0,-7 7 0,-6 2-18,-5 1 0,0 2 0,-1 2 0,-1 0-311,-2 2 1,1-6 0,-6 8 0,-1 0-31,-1-1 1,7 0 0,2-3 0,1-1 59,3-1 1,2-6 0,0 2 172,8-3 0,4-5 0,8-1 200,3-2 0,7 3 0,6-4 0,3-2-36,4 0 1,1-2 0,7 0-1,0 1-1086,3 3 1,0-2 0,2 6 0,2 3 1015,4 3 0,3-1 0,1 4 0</inkml:trace>
  <inkml:trace contextRef="#ctx0" brushRef="#br0">14079 9572 7880,'4'-8'0,"1"2"603,2 1 0,-3-5 504,4 2 1,-6 2-509,2-2 0,-4 2 1,-4-2-327,-3 4 1,0 2 0,-1 2 0,-1 0 51,-2 0 0,0 0 1,-2 0-259,-3 0 0,5 0 0,-3-1 1,0-2-24,0 0 1,1-1-1,2 4 1,-3 0-95,-1 0 1,2-4 0,-4-2-1,1 1 16,0 0 0,-1 0 0,3 1 0,-3-3-147,-2 1 0,4-3 0,-4 3 0,1 1-80,0 0 1,2 0 0,-3 2 0,1-1 107,0 1 0,3 1 0,0-1 0,0-1 60,0 2 0,1 0 1,-1 2-1,0 0 4,0 0 0,0 0 1,-3 0-1,-1 0 142,1 0 1,2 0 0,-3 0-1,-1 2-91,2 2 0,-5-3 0,5 4 0,-2-1 322,1 0 0,-1 0 0,-2-4 0,2 1 26,5 3 1,1-3 0,1 3-1,-1-2-93,-2-2 0,0 0 0,5 0 1,-1 0-260,0 0 0,0 4 0,1 0 1,-1-1-169,0 3 0,3-4 1,-2 6 82,-2 1 0,-1-3 0,2-1 172,0 0 0,0-4 0,1 3 0,-1-2 4,0-2 1,3 4 0,-2-1-1,-2 0 198,0-2 1,0-1 0,1 0-1,0 2-71,1 2 0,3-3 0,0 3 0,-1-3-447,-2-1 0,3 0 1,1 0-165,-3 0 221,5 0-95,-5 0 491,8 0 0,-3-1 0,5-3-151,0-4 0,1-1 1,2 0-1,2 1-232,2-1 1,-3-2 0,4-1 132,1 1 0,-3 0 0,1 2 0,-1 2-54,1 2-390,-4-4 256,2 8 0,-6-4 1,-3 6 191,-4 3 0,-3 2 0,-2 6 1,-1 0 323,-2 0 0,-1-1 0,3 1 1,-2 0-390,1 0 0,2 0 0,3-1 1,1 0-417,1-3 0,5 2 104,-1-2 1,4 1 0,6-1-1,5-4-455,8-3 0,4 1 1,3 0 895,2 2 0,10 11 0,-1-2 0</inkml:trace>
  <inkml:trace contextRef="#ctx0" brushRef="#br0">19515 9219 9190,'-6'-6'1769,"2"-2"1,1 2-1356,-1-2 0,2 1 0,-6-2 0,-1 3-105,-2 0 0,-2-3 0,-1 1 0,-5-2 68,-3-2 1,1-1 0,-8-1 0,0-3-202,-2-2 1,-3 5-1,-1-2 1,-2 2-117,-2-2 0,-3 3 0,-4-3 0,1 3-25,2 1 1,2 1 0,-4 0 0,-4 2-31,1 1 0,-2 2 1,1-4-1,0 4-15,-1 1 1,3-3 0,-6 4 0,3 0-29,5-1 0,3 3 0,-4-2 1,-4 3-160,-2 1 0,6 0 0,0 0 0,1 0 69,-1 0 0,1 0 1,-8 0-1,2 0 63,1 0 1,7 0 0,-7 1 0,-1 2-4,-1 1 0,5 1 1,-2-1-1,1 3 40,-1-1 0,7 1 1,-4-5-1,3 4 58,1 0 1,3-3 0,-3 1 0,1-3-4,3-1 0,0 4 1,0 0-1,-2 0 26,-2 1 0,2-2 1,-1 5-1,-1 1 63,0 1 0,2-1 0,-2 2 1,1 2-76,-1 0 1,2 0-1,0-1 1,2 0-37,4-1 1,1 1 0,-1 0 0,0 0 13,-2 0 1,8-1 0,-7 1 0,4 0-16,1 0 0,2 1 0,0 0 1,0 1 17,2 1 1,7-6 0,-3 4 0,3-4 0,0 0 0,9-2 1,-2-1-1,3 1 138,2 0 0,-2-3 0,4 2 171,-2-1 1,5-2-257,-2-7 1,2 1 0,2-4 0,0-3-65,0 0 1,6-2 0,0 0 0,2-1-256,0-3 1,0 3 0,4-4 182,-1 0 1,0 8 0,-3-3 0,-3 3 38,0 3 0,-4-5-66,3 3 1,-4 3 0,-4 1-1,-3 4-156,-4 4 0,-2 0 0,-1 6 0,-3 4-223,-2-1 0,4 5 0,-4 0 1,1 2-400,-1 0 0,5-5 0,-2 5 0,5 1-304,3 1 0,-1-2 1,5 1 1168,1 4 0,2 4 0,1 6 0</inkml:trace>
  <inkml:trace contextRef="#ctx0" brushRef="#br0">7157 11977 8404,'-23'-4'0,"-1"0"1104,1 2 1,-2 0 0,0 2-264,1 0 0,-5 5 1,10 3-1,2 3-454,2 1 1,9-1 0,3 0 0,6-2-301,5-1 1,6-6 0,3 2 0,1-2-248,3-2 1,2 0 0,0 0-1,2 0-219,3 0 1,-6 0 0,3 0 0,0 0-925,0 0 1,-7 0 0,6 0 0,-4 0 409,-1 0 1,-2 0 892,-5 0 0,-1 0 0,1 0 0</inkml:trace>
  <inkml:trace contextRef="#ctx0" brushRef="#br0">7075 12213 9063,'-20'4'0,"2"1"1792,1 1 0,1 1 0,6 2-951,2-1 0,2-4 1,9 3-1,4-2-707,4-3 1,10 0-1,2-2 1,4 1-15,3 3 1,3-3-1,5 3 1,4-1-6522,4 1 6401,-2-3 0,14 10 0,-4-5 0</inkml:trace>
  <inkml:trace contextRef="#ctx0" brushRef="#br0">8065 11777 7880,'-11'13'429,"-1"1"943,0 2 0,4-2 1303,0-6 0,0 1-746,-3-5 1,4-1 0,3-7-1211,3-4 1,7-4 0,5-4 0,5-3 130,2-3 1,2 2 0,3 0 0,2-2-802,3-4 0,-2 1 0,4-1 1,0 3-50,0 4 0,-2 3 0,2-1 0,-1 4-171,-3 6 1,-5 6-1,-3 5 1,-1 7-315,-2 7 1,-8 8-1,-3 12 1,-2 4 409,-2 4 0,-6 1 0,-3 11 1,-5 3 187,5-29 1,-2 0-1,-11 27 1,-2 2-1,-1-1 372,-2 0 0,-5-8 0,-4 2 1,-2-8-384,0-7 1,6-7 0,-4-5 0,0-3-372,4-5 0,4-2 0,2-6 0,4-3 123,2-4 0,5-3 0,1-2 0,5-5 94,5-5 1,-1-2 0,1-7 0,2-2-31,5-5 1,9 3 0,8-4 0,4 2 547,8-2 0,-1 2 1,9-3-1,-1 3-385,4 4 0,-4 6 0,9 2 1,-1 5-82,3 5 0,-6 8 0,1 6 0,-5 8-747,-2 10 0,-8 1 0,5 1 0,-5 0-780,-4 0 0,-1-8 0,-3 1 0,-1-6 1527,-1-7 0,-6-3 0,3-7 0</inkml:trace>
  <inkml:trace contextRef="#ctx0" brushRef="#br0">8973 11352 8202,'-11'0'587,"-1"0"0,0 0 0,0 2-19,0 1 0,2 1 0,1 8 0,2 5 761,2 4 1,0 15-1,2 5 1,-1 12-936,1 8 1,1-27 0,-1 0-1,1 7 1,-1 1 0,0 0 0,-1 0-414,0 1 0,-1 0 0,0-3 0,-2 0 1,1 0-1,-2 0 0,0-3 0,0-2-5,-6 27 1,2-9 0,3-12 0,2-10-4496,2-10 1,3-8 284,6-5 4234,-3-8 0,15-11 0,-3-8 0</inkml:trace>
  <inkml:trace contextRef="#ctx0" brushRef="#br0">9056 12001 7880,'-1'15'0,"-3"2"0,-4 2 0,1 0 0,-1 5 0,-1 1 2300,-1 2 1,-1-2-1,2 3 1,1-2-889,-1 1 1,4-6 0,1 2-340,3-5-1021,1-2 1,6-16-1,5-8 1,4-11-48,4-7 0,-4 0 0,5-5 1,1-2-566,1-1 1,2 2-1,-2 2 1,-1 1 141,-1 3 0,-1 3 0,4 3 0,-2 4 198,-2 3 1,-4 7-1,0 2 1,-2 5 181,-1 7 0,-5 6 0,-3 14 0,-3 5-234,-1 5 1,0-2 0,0 2 0,0-4-914,0-2 1,0-5 0,0 2 0,0-3-1135,0-4 1,1-10 2318,3 0 0,3-8 0,5 1 0</inkml:trace>
  <inkml:trace contextRef="#ctx0" brushRef="#br0">10070 11317 7880,'-12'-7'753,"0"3"1,1 2 0,-1-1-1,-1-1 651,-3 2 1,3 5 0,-4 5-1,0 5-517,-3 7 1,-2 6-1,-3 14 1,-3 4-320,-3 6 0,1 5 0,14-25 1,0 1-1,0 2 0,0 0-373,-1 2 1,0-1 0,-1 1 0,2 0 0,-1 3 0,2 0 0,1-1 0,1-1-513,-1-1 0,3 0 0,-4 25 0,3-1 0,3-4-786,3-7 1,1-12-1,6-6 1,4-7-646,7-3 1,0-6-1,5 2 1,0-4 991,2-4 0,1-3 0,2-6 0,5-3 756,1-4 0,-1-8 0,1-2 0</inkml:trace>
  <inkml:trace contextRef="#ctx0" brushRef="#br0">10082 12059 7880,'-19'-3'766,"4"-1"1,2 1 705,1 2 1,1-1 0,2 0-1,1-3-373,-1-2 0,4 3 0,1-4 1,3-1-545,1-1 0,1-7 0,3-2 1,4-2-380,2-2 0,3 2 0,2-5-396,0 5 0,6-2 1,-1 5-1,2 0 1,1 2-245,-4 3 1,4 6-1,-5 3 1,0 3 64,-2 1 0,-2 7 1,-1 4-1,2 8 245,-1 3 0,-6 8 0,5 4 0,-1 5-150,-3 3 0,2 2 1,2 1-1,1-1-377,1-5 0,-9-4 0,6-3 0,-2-6-417,1-5 1,1-5-1,0-9 145,-1-3 1,-3-2-1,-1-4 953,-2-2 0,-1-7 0,-4-8 0</inkml:trace>
  <inkml:trace contextRef="#ctx0" brushRef="#br0">10141 12248 7880,'-12'0'1825,"5"-1"1,3-3-613,3-4 0,13-8 0,8-5 1,10-6-910,8-9 0,5-9 0,-19 19 0,2-1 0,0 1 0,0 0-639,1 0 1,0 1-1,19-16 1,-2 1-1,-6 8-295,-8 9 0,-7 11-4204,-4 0 4834,-4 8 0,2-1 0,-5 5 0</inkml:trace>
  <inkml:trace contextRef="#ctx0" brushRef="#br0">10966 11659 7880,'-12'8'3400,"2"-1"-2868,2 3 1,-1 0 0,4 4 0,-2 5-1,-2 7-499,-2 7 1,4 1-1,0 9 1,0 2 168,1 0 0,3-5 1,-1-4-1911,3-2 0,1-3 0,-1-12 1708,-3-3 0,-3-3 0,-5-1 0</inkml:trace>
  <inkml:trace contextRef="#ctx0" brushRef="#br0">10683 11918 8840,'-12'5'2176,"1"3"0,5-3 0,6 1-1218,7-1 0,9-4 1,5 3-1,5-4-698,5-4 0,5-2 1,2-6-1,2-1-813,2-3 1,-3 2 0,2-5 0,-2 2-1983,-1 3 1,-8 1 0,5 0 2534,-5-3 0,2 3 0,-1-4 0</inkml:trace>
  <inkml:trace contextRef="#ctx0" brushRef="#br0">11532 11659 7880,'-12'0'0,"1"0"1160,-1 0 0,0 0 1,0 0 3274,0 0 0,5 0-3483,-1 0 1,6 1-1234,2 3 1,7-3 0,7 3 0,2-3-407,-2-1 1,4 4-1,-1 0 1,0 0 249,0 2 0,0-4 1,-3 5-1,2-1 120,-2 1 1,-1-1-1,-2 3 1,-2-1 453,-1 2 1,-4-4-1,2 2 138,0 1 1,-4 2 0,-4 0 0,-5 1-1,-2 0 82,-4 0 0,-7 0 0,2-1 1,-2 1-125,0 0 1,2-4-1,-2-2 1,3 1-57,0-1 1,8-3-218,-3 1 1,8-4 0,2-4-142,4-4 1,6-1 0,7 0-1,2 1 86,1-1 0,-2 4 1,2 1-1,-1 2 269,-2 2 1,-2 2-1,-1 2 1,-1 5 104,1 5 1,-5 4-1,-3 7 1,-3 3 318,-1 3 0,0-1 0,-1 2-416,-3 1 0,-3-1 1,-5 0-1,-1-5 0,-1-2-1146,-2-1 0,0-6 0,5-2 0,-1-4-66,0-5 1,0 3-1,0-6-283,1-2 0,0-7 1,3-7-1,4-6 1313,3-4 0,1-7 0,0-1 0</inkml:trace>
  <inkml:trace contextRef="#ctx0" brushRef="#br0">11968 11340 7880,'0'12'0,"0"0"0,0 1 0,0 1 1264,0 2 0,6 6 1,2 2-1,2 7 676,2 7 0,5 11 1,1 9-1,-8-27 1,0 2-1526,0 1 0,0 1 1,-3 0-1,-1 0 0,0 2 1,-1 0-1,-1-1 0,-2-1-309,-1 30 0,-2-11 1,-3 0-1,-4-8-679,-3-7 0,-2-6 0,-2-4 1,-5-3-992,-2-4 0,-2-1 1,2 0-1,0-4-399,-2-5 1,8-8 1962,-3 0 0,-1-14 0,2-3 0</inkml:trace>
  <inkml:trace contextRef="#ctx0" brushRef="#br0">12534 11564 7880,'0'-7'340,"0"-1"770,0-1 1,-1 3-1,-1 4-490,-2 4 1,-2 10 0,4 9 0,-3 7-547,-2 7 0,3 2 0,-2 6 0,-1 1-307,0 2 0,5-4 1,-2-4-1,3-4-141,1-2 0,0-6 1,0 0-4615,0-5 4988,0-9 0,-6-18 0,0-7 0</inkml:trace>
  <inkml:trace contextRef="#ctx0" brushRef="#br0">12322 11788 14849,'12'0'1357,"2"0"1,6-1 0,10-3-1719,11-4 1,9 2-1,13-2 1,-30 4-1,2 0-570,1 1 1,1-1 0,0-1 0,1 0 0,2 1 0,0 0 443,-1-1 1,2 0 0,1-1 0,-1 0 0,-2 0 0,0 0 0</inkml:trace>
  <inkml:trace contextRef="#ctx0" brushRef="#br0">13478 11317 7880,'-12'0'209,"0"1"1,0 3 0,1 4 935,-1 2 0,0 4 0,2 1 0,0 6-180,3 5 1,-1 2 0,-3 6 0,2 4-170,1 3 0,0-2 0,-2 1 0,1-2-197,1-4 0,0-6 0,-3-2 0,4-5 122,3-5 1,2-7-149,2-1 1,0-11 0,0-1-253,0-5 0,6 1 1,1 0-1,4-1-246,1-1 1,1-1 0,3 2 0,3 1-996,4-1 0,0 4 0,-1 1 1,-1 3 433,-1 1 0,0 1 0,2 3 0,-2 5 417,-5 5 0,0 5 0,-2 6 0,0 2 174,-3 5 0,-6-1 0,0 2 1,-2 1 478,-2-1 0,-10-2 1,-1 0-1,-4-3-33,-2-3 0,-1-5 1,-7-3-1,-1-3-540,-2-4 0,-5-2 1,3 0-1,-1-4-1678,-1-3 1,1-6-1,-2-4 1,4-5 537,6-6 0,7-5 0,0-5 0,5-7-2206,3-3 1,2-1 3334,6-6 0,11 2 0,2-7 0</inkml:trace>
  <inkml:trace contextRef="#ctx0" brushRef="#br0">13325 11317 7880,'-19'12'3251,"3"-1"-1639,3 1 0,9-1 1,10-3-989,12-5 1,11-1 0,11-4-1,8-3-653,5-7 0,2 1 1,2-4-1,2 5-1712,1 2 1,-1 5-1,4-1 1439,-7 3 1,4 1 0,-11 0 0</inkml:trace>
  <inkml:trace contextRef="#ctx0" brushRef="#br0">14233 11223 7880,'-6'23'0,"-2"2"0,-2 2 0,-3 2 0,-2 9 0,-2 9 1163,-1 8 1,1 8 0,7-27 0,-1 0 0,0 1 0,0 0-846,0 0 0,1-1 1,-1-3-1,1 0 1,-1 1-1,0 1 1,0-2-1,1-1-631,-10 30 1,10-11-1,-2-6 1,3-9-783,2-9 1,2-4-1,6-8 266,3-5 829,3-3 0,10-18 0,1-2 0</inkml:trace>
  <inkml:trace contextRef="#ctx0" brushRef="#br0">14409 11670 7880,'-15'23'0,"-1"-1"227,2 2 0,0-7 0,3 6 1,0-1 1248,3 1 1,-1 2 0,4 0-1,0-1-1079,-1-1 0,3-8 0,4 0 0,3-6-456,4-5 1,-1-3 0,5-2-161,5-3 0,-1-4 0,1-8 0,-1-3-94,-1-4 0,6-1 1,-2-3-1,0 0-54,1 1 1,-4 2 0,2 3 0,-1 3 95,-2 1 1,-1 1 0,0 4 370,2 0 0,-4 7 1,-5 5-1,-2 7 138,-3 3 1,0 9-1,-2 3 1,-2 5 16,-2 4 1,3-4 0,-3 3 0,2 0-388,-2 0 1,2-3 0,-2-1 0,3-5-898,1-6 0,1-3 0,3-4 1,4-5-238,3-6 1,2-10 1265,3-11 0,2-10 0,5-8 0</inkml:trace>
  <inkml:trace contextRef="#ctx0" brushRef="#br0">15011 11635 7344,'-5'12'-403,"2"0"1,-4-1-1,2 1 896,3 0 0,-1 0 0,0 0 0,-1 1 869,2 2 1,2-4-1,4 2 1,4-1-737,2-3 1,3-1 0,2 0-1,2-4-311,1-3 0,2-2 1,3-5-1,1-4-124,-1-4 1,1-7 0,-1 0 0,1-4-449,0-3 0,-5-5 1,0 5-1,-2-1 239,-3 1 1,-1 10-1,-2-4 1,-3 3-77,-5 5 1,-1 7-1,-5 10 797,-5 11 0,-5 13 0,-10 16 0,-2 8 0,-3 7-523,13-27 1,-1 0 0,-1 2 0,0 1 0,-1 3 0,2 0 0,-1 0 0,1 0-179,0 0 0,0 0 0,-6 25 0,1-7 0,7-9-1313,7-12 1,6-11 0,5-9 0,5-6-3452,5-8 4762,0-11 0,8-7 0,-4-5 0</inkml:trace>
  <inkml:trace contextRef="#ctx0" brushRef="#br0">15883 11612 7880,'-23'6'1457,"-1"-1"1,2-3 0,1 0 672,1 2 1,6 0-144,-2-4 1,10 0 0,7-1 0,9-3-992,9-4 0,10-4 1,6-2-1,8-3-941,7-2 0,0 5 0,4-2 1,-1 3-2032,1 1 0,-3 6 1,3 2-1,0 3-789,-1 1 0,-7 0 0,-1 1 2765,-7 3 0,5 2 0,-6 6 0</inkml:trace>
  <inkml:trace contextRef="#ctx0" brushRef="#br0">17074 11116 7880,'-31'4'0,"2"0"0,2-1 1842,0-2 1,9 3 0,-4 0 0,3-1 1535,5-2 1,4-1-2806,6 0 0,6-4 0,13-1 0,3 0-541,4-1 0,2 1 0,10 3 0,3-2-45,-1 1 0,1 2 1,-3 1-1,-1 0-547,-2 0 0,1 1 1,0 2-1,-3 2 157,-5 1 0,-8 4 0,-2 4 0,-5 3 511,-5 1 1,-3-2-1,-2 4 1,-4 1 587,-7 1 1,-5 0 0,-7-2 0,1-3-318,-1 0 0,-1-3 1,-2 5-1,-3-2-305,0-3 1,-1-2 0,7-3 0,-1-2-688,2-2 0,12 0 217,-1-1 0,9-7 0,3 2 0,8-3 261,6-1 1,5-4-1,4 2 1,1-1 98,0 0 1,-1 6-1,-1-2 1,-1 3 20,-1 1 0,-2 5 0,2 4 0,-4 5 226,-3 6 0,-3 2 1,-2 3-1,-4 3 604,-3 3 0,-6-1 0,-4 2 1,-5 0-744,-6 2 1,-2-6 0,-3-1-1,-1 1-740,-2-3 0,-1 2 1,3-8-1,-1-1 238,0-2 0,6-4 1,3-5-1980,1-3 0,7-8 0,6-3 1,5-5-1905,7-4 4313,5-8 0,16-6 0,1-5 0</inkml:trace>
  <inkml:trace contextRef="#ctx0" brushRef="#br0">17688 11010 7880,'-12'7'1425,"0"3"1,2-2-1,0 4-65,3 4 1,3 3 0,-3 8 0,0 4-1044,1 7 0,2 7 0,-4 15 1,-2 3-638,3-30 1,-1 0-1,-5 32 1,-3-4-580,3-4 1,3-12 0,1-9 0,2-9-946,2-6 1,2-9 0,7-9 1843,4-6 0,3-9 0,0-6 0</inkml:trace>
  <inkml:trace contextRef="#ctx0" brushRef="#br0">17841 11293 7880,'-4'19'827,"0"-4"1,-5 0 0,2-1 0,-1 3 515,1 1 0,3 0 0,-3 2 1,1 4-647,-1 1 1,4-3 0,-1 4 0,2-3 518,-2-4 1,3-4 0,-3 0-367,2-1 0,4-4-1036,2-2 1,-2-8 0,6-8 0,1-4 0,3-2-643,4-2 0,-2-6 0,5 0 1,-1-5-120,0 1 0,-2 1 1,2 3-1,-1 2 446,-2 5 0,-2 2 1,-1 1-1,-1 1 354,1 3 0,-4 3 0,-1 8 0,-2 5 111,-3 7 0,-2 8 1,-3 4-1,-5 5 7,-3 2 0,-1 2 1,1 2-1,0 0-680,3-4 0,-1-4 0,5-7 0,2-4-18,0-3 0,4-5 727,1-7 0,9-16 0,7-13 0</inkml:trace>
  <inkml:trace contextRef="#ctx0" brushRef="#br0">18749 10798 8820,'-12'0'1514,"0"0"1,1 5 0,-1 3 0,0 3-924,0 1 0,-1 2 1,-1 4-1,-3 8 720,-2 7 0,-2 3 1,-5 8-1,-4 5-967,-4 3 0,4 2 0,12-23 1,-1 2-1,2-2 0,0 1-697,2-1 1,1-1-1,-7 20 1,7 2 0,5-4-727,5-8 0,4-12 1,4-9-1,5-6-52,5-5 0,5-2 0,4-6 1,2-3 166,3-5 0,-2-5 0,4-11 0,0 0 964,0-4 0,-4 3 0,3-4 0</inkml:trace>
  <inkml:trace contextRef="#ctx0" brushRef="#br0">18902 11116 9338,'-12'0'414,"1"0"0,3 0 1,0 0 3506,-1 0 0,2 0-2915,-1 0 1,7 0 0,1 0-895,7 0 1,3 0 0,3 0 0,4 0-189,7 0 1,1-3 0,5-3 0,0 1-63,0 0 1,-2-3 0,2 4-1,-1 1-498,-3 2 0,-5 1 0,-2 0 285,2 0 1,-4 4 0,-2 1 0,-6 2 375,-5 2 0,-3 1 0,-2 2 1,-3 1 311,-4 3 1,-8-2 0,-2 5 0,-2-2-61,1-3 1,-2 5 0,-5-1-1,-2 2-162,2-1 0,0 1 0,-1 3 0,0 2-553,1 3 0,1-6 1,2 4-1,4-1-562,3-4 0,7 3 0,2-6 0,3 0 427,6-2 1,4-8 0,9-3-1,2-1 557,1 0 0,2-1 0,3-7 1,1-4 131,0-3 1,-1 0-1,1-1 1,1 0-426,2 0 0,-6 0 1,4 1-1,0-1-1076,1 0 1385,2 0 0,0 1 0,3-1 0</inkml:trace>
  <inkml:trace contextRef="#ctx0" brushRef="#br0">19527 11258 7880,'-12'4'1443,"1"0"1,5 0-1,6-4 1,8 0-704,7 0 0,4 0 1,7-2-1,3 0-996,1-2 0,1-4 0,1 3 0,-2-1-1548,-1 1 0,-1 0 1,-6 2 1803,-2-1 0,7-5 0,-2 3 0</inkml:trace>
  <inkml:trace contextRef="#ctx0" brushRef="#br0">20105 10892 6752,'-7'2'1063,"2"0"-115,0 2 1,4 5 0,-3-1-734,2 3 0,2 1 0,0 1 1,0 2-93,0 5 1,-1-2-1,-2 2 1,0 2-145,0 5 1,-4 3 0,-1 5 0,-2 2-185,-2 2 1,4-2-1,0 2 1,1-2-47,0-2 0,1-9 0,3-4 0,-1-3-601,1-5 1,3-6 405,4-4 0,2-8 0,3-4 1,-1-4 445,1-3 0,1-4 0,2-4 0</inkml:trace>
  <inkml:trace contextRef="#ctx0" brushRef="#br0">20235 10598 11406,'8'5'585,"-1"3"0,1 2 0,4 2 1,0 1 504,0 3 1,5 7-1,2 10 1,4 5-461,0 5 1,1 9 0,-2 4 0,-2 4-456,-5 3 1,-1-4 0,-4-7 0,-2-2 99,-4-4 0,-7-7 0,-2-1 1,-2-4 37,-2-2 0,-3-9 1,-2 2-1,-2-1-282,2-3 1,-3 0-1,0 1 1,0-2 24,0-5 1,0 0 0,2-1 0,-2 2-2515,-1-2 0,2-5 1,-2-1-1,1 0 2411,2-1 0,-3-2 1,0-5-1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2641 7721 7937,'-12'0'2,"4"0"3494,0 0 0,1 0-1656,-5 0 1,5 2-1233,3 2 1,3 3 0,2 9 0,2 5-102,1 5 1,0 6 0,-4 7 0,0 6-193,0 4 0,0-1 0,-1 3 0,-3 1-275,-4-1 0,-1-9 1,-1 0-1,4-7-229,1-3 0,-3-7 111,4-2 0,1-10 0,7-9 284,4-2 0,2-8 1,2-3-1,0-4-107,0-3 0,5-5 0,1 3 1,3-2-184,3 1 0,-7 0 0,6 0 0,0 3-110,-1 3 1,0 2 0,-2 4 0,-3 4 170,0 6 1,-5 6-1,1 9 1,-4 8 481,0 7 0,-4 1 0,-1 8 0,-2-1 60,-2-3 0,-6 0 1,-1-2-1,-5 1-307,-4-3 0,-2-5 0,-6 0 0,-1-2-212,-2-1 0,-5-7 0,-6 4 0,-1-2-112,1-2 1,-4-2-1,1-7 1,1-1-1416,0-1 0,12-5 0,-4-1 0,7-4 7,6-6 1,2-4 0,6-4 0,3-3 40,4-4 1,4-5 0,4-5 1478,4-5 0,3-9 0,0-7 0</inkml:trace>
  <inkml:trace contextRef="#ctx0" brushRef="#br0">2464 7686 7926,'-31'18'531,"2"-2"1,4-4 1751,7-4 0,10-3 0,10-4-1473,13 3 1,6-2 0,14 1-1,7-3 68,7-3 0,2 0 0,5-5 0,2 0-1311,-2 2 1,0-4 0,2 7 0,-2 0-1626,-1 2 1,-10 1 0,-3 1-1,-7 3-540,-3 4 2598,-11-3 0,6 5 0,-9-3 0</inkml:trace>
  <inkml:trace contextRef="#ctx0" brushRef="#br0">3443 7438 8112,'-12'0'702,"0"0"0,0 0 1,2-1 1285,2-3 1,3 2 0,5-6-1058,0-1 1,1 2 0,3 0-1,4 1-699,2-1 1,4 5 0,0-2 0,3 1-283,1-1 0,1 3 0,2-3 0,-2 3-219,2 1 1,-2 1 0,-1 2 0,-1 2 267,-3 1 1,0 1-1,-4 3 1,-1 1 365,-1 2 0,-4 1 1,3-2-1,-2 1-193,-3 3 1,-2-5-1,-2 3 446,-2 0 1,-5 1-1,1-3 1,-3-2 0,0-1-345,-1-1 0,0 0 1,0 2-1,0 0-529,1-3 1,-3-4-1,0 1-156,-2-3 1,1-1 0,3 0 1,0 0 1,5-1-1,4-3 37,1-4 1,2 2 0,2-2-1,1 0-198,5 1 1,3-2-1,1 5 162,-1 2 1,1 0 0,0 2 0,0 0 185,0 0 1,-1 6 0,1 1 0,0 4 516,0 1 0,-4 5 0,-2 1 0,-1 3 588,-2 3 0,-2-3 0,-2 6 0,-3-2-596,-4-1 0,-2-1 0,-2-1 0,-1-1-970,-3-1 0,2-6 0,-5 2 0,1-4-1135,0-4 0,3 1 0,0-5 615,1-2 0,4-2 0,2-5 1,5-5-1294,6-5 2496,4-6 0,10-2 0,1-7 0</inkml:trace>
  <inkml:trace contextRef="#ctx0" brushRef="#br0">3867 7486 8112,'-11'5'0,"3"-4"2737,0 3 0,5-1 1,-1 1-1468,3 3 0,2 4 0,3 1 0,4 0-1520,3-1 0,4 5 1,2 1-1,0 0-536,0 0 1,0 3 0,-2-3-1,1 0-430,-2 0 0,0-1 0,-1-5 0,1 1-805,-4 0 1,-2-4-141,0 0 2161,-3-6 0,-10 4 0,-2-6 0</inkml:trace>
  <inkml:trace contextRef="#ctx0" brushRef="#br0">3844 7769 8112,'-12'0'650,"4"-6"642,0-2 1,6-3-1,0-4 1,8-2-511,5-1 1,10-2-1,2-3 1,4-1-521,3 0 1,-2 1 0,2 1 0,0 1-598,0 1 1,-5 6 0,0-1 334,-4 6 0,-1-1 0,3 3 0</inkml:trace>
  <inkml:trace contextRef="#ctx0" brushRef="#br0">5294 7780 8083,'-12'-5'807,"5"4"0,0-4 580,2-1 0,1 4 0,3-5 0,-2 1 685,-1-1 1,0 3 575,4-4-2322,0 6 0,0-1 0,0 11 0,0 8-282,0 5 1,-1 9-1,-2 4 1,-1 6-35,2 6 1,-4 0-1,1 9 1,-1 1-91,4-45 64</inkml:trace>
  <inkml:trace contextRef="#ctx0" brushRef="#br0">5223 7721 7959,'-17'6'3576,"4"-5"-1998,-2 3 0,8-8 1,7-3-1,8 0-999,6-1 1,6-4-1,6-4 1,3 0 545,1-1 0,6 4 0,3-2 1,0 1-1564,2 3 1,-7 4 0,5 3 0,2 3-3418,-1 1 0,1 0 3855,-6 0 0,1 0 0,-1 0 0</inkml:trace>
  <inkml:trace contextRef="#ctx0" brushRef="#br0">6025 7391 7998,'-13'4'0,"-1"0"2214,-2-1 0,0 2 0,5-1 554,-1-1-1637,0-2 1,7-1-1,5 0-759,6 0 0,5 0 0,1 0 0,1 0-92,2 0 0,-2 1 0,3 2-471,-3 1 0,3 0 1,1-3-1,1 2 0,2 2-32,-2 1 1,1-2 0,-5 4 0,2 1 20,-2 2 1,-1-3 0,-1 0 0,-1 1 644,-3 1 0,-3-2 0,-5 0 0,0 1 391,0 2 0,-3 0 0,-3 1 1,-8 0-458,-3 0 1,2-4 0,-5-1 0,0 3-546,2 0 0,0-2 0,3-2 1,0 1-104,0 0 1,6-5-338,1 2 0,7-3 0,2-1 265,10 0 1,0 0-1,5-1 1,-3-1 233,-1-2 0,4 0 0,0 4 0,-2 0 299,-1 0 0,-3 1 1,0 3-1,-4 4 59,-1 2 0,-1 2 0,-4 0 1,0 1-141,0 3 1,-5-2 0,-3 4 0,-4 1-147,-3-1 0,-5 2 1,-6 2-1,-3-1-2216,-1-1 1,2-6 0,-3 2 0,-2-3-3683,-1-1 5935,4-1 0,-9 1 0,2 0 0</inkml:trace>
  <inkml:trace contextRef="#ctx0" brushRef="#br0">5153 7332 8076,'-8'0'-626,"0"2"1,-1 0 1188,-2 2 0,-4 1 1,-1-1-1,0 6-130,-1 4 0,3 0 0,-6 6 0,-1 2 587,-1 4 0,-3 6 0,-3 9 0,-3 6-483,-3 6 1,16-21 0,1 1 0,-1 1 0,0 1-1,0 3 1,1 1-150,-1 4 1,0-1-1,1-2 1,4-11-101</inkml:trace>
  <inkml:trace contextRef="#ctx0" brushRef="#br0">6497 7179 11722,'8'13'870,"0"3"0,1 9 0,7 11 0,3 12-478,4 9 0,-11-22 0,0 2 0,2 5 0,-1 1 0,1 5 0,-1 0-100,1 4 0,-2 0 0,-3-4 1,-2 0-1,-1 3 0,-1 1 1,-2-2-1,-1-1-191,-2-1 0,-2-2 0,0-6 0,-3-2 1,-3-1-1,-3-1 0,-1 0 0,-2-1-35,-2-2 0,-1-1 0,-13 25 0,12-29 0,-1 0 0,-16 23-613,2-5 0,6-11 1,-1-2-1,5-5-2084,3-6 1,3-10 744,5-1 0,6-12 0,2-4 1886,2-8 0,8-6 0,0-4 0</inkml:trace>
  <inkml:trace contextRef="#ctx0" brushRef="#br0">6874 6979 7911,'-11'0'866,"-1"0"0,4 0 0,0 0 1868,-1 0-1667,-2 0 17,5-6 1,1 4-1,6-5 1,3 1-560,4-1 0,2 3 1,2-2-1,0-1-509,0 1 0,5-1 0,1-2 0,2 1-17,-1-1 0,1 2 0,2 1 0,-1 1-251,-1 2 0,-2 2 0,3 1 0,-3 1-261,-1 3 1,0 2-1,-2 6 1,1 1 18,-2 3 0,-1 2 0,-1 5 0,0-2-20,0-2 0,-1 0 1,0 2-1,-2-3 177,-1-1 0,0-1 1,2-5-1,-1 0-881,-1-3 0,0-2 1,4-3 613,0 1 1,-1-2 0,1-4 0,0-3 603,0-2 0,5-6 0,1-5 0</inkml:trace>
  <inkml:trace contextRef="#ctx0" brushRef="#br0">7075 7214 8167,'-20'12'0,"0"-1"487,3-3 0,10-4 0,7-10 54,6-5 1,7-7 0,6-6 0,7-5 330,7-7 0,-2 0 0,11-7 1,4-2-1034,1-1 1,3 3-1,-2 4 1,-1 5-734,-5 7 677,-4 10 1,-8 0-1,-1 6 1</inkml:trace>
  <inkml:trace contextRef="#ctx0" brushRef="#br0">7499 7934 7920,'-11'0'1571,"-1"0"1,0 0 4184,0 0-4731,0 0 0,6-2 0,3 0-853,6-2 1,5-2 0,7 4 0,5-2-396,2 1 1,2 2 0,-1 1 0,2 0-1146,3 0 1,-2 1 0,6 2 0,-1 2 1367,-1 2 0,4 1 0,-4 3 0</inkml:trace>
  <inkml:trace contextRef="#ctx0" brushRef="#br0">7535 8122 7941,'-24'17'1246,"2"-4"1,2-5 1300,4-3 1,6-1-1859,6-4 1,15 0 0,12 0-656,2 0 0,5 0 1,2 0-1,2 0-392,1 0 1,4 0 357,1 0 0,4 0 0,-2 0 0</inkml:trace>
  <inkml:trace contextRef="#ctx0" brushRef="#br0">8609 7928 19009,'-1'4'6,"-12"42"64,1 0-1,-1 2 1,1 1-1,-1-3 1,1 0-573,1-3 0,0-1 0,-5 21 1,0-3-1,5-14-977,3-11 1,2-17-1,8-3 1,3-7 1479,7-6 0,0-6 0,5-2 0</inkml:trace>
  <inkml:trace contextRef="#ctx0" brushRef="#br0">14728 6212 9877,'-7'12'1008,"2"7"1,5 4 0,-1 10-678,-3 9 1,2 4 0,-1 13 0,0 5-277,1-30 0,0 0 1,-1 27-1,-3-4 0,1-6-455,2-5 0,2-8 0,1-4 0,0-9-1758,0-8 0,0-8 2158,0-1 0,5-11 0,1 2 0</inkml:trace>
  <inkml:trace contextRef="#ctx0" brushRef="#br0">14987 6436 7875,'-12'0'1086,"5"0"2622,-1 0 0,5-1-2997,-1-3 1,4-2-1,4-6 1,5-1-563,6-3 1,3 2 0,6-5 0,-1 2-237,1 3 1,-1 1 0,0 2 0,-2 3-89,-2 5 1,-3 1 0,2 5 0,-1 5-186,-2 7 0,-3 8 0,-5 4 1,-3 6 416,-2 5 1,-2 0 0,-2 5 0,-2 0 350,-3-1 0,-4 3 0,-1-7 1,-1-3 88,-3-2 1,2-7 0,-4 0-1,-1-3-241,1-4 1,2-8 0,-2 0 0,1-1-186,3-4 1,0-1 0,3-6-127,-1-3 1,5-2 0,3-6-1,3-1-169,1-3 0,0 2 0,0-6 0,1 0-184,3 2 1,4-3 0,5 5-1,2 2 133,-1 1 1,-3 6 0,6 3-1,-2 3-495,1 1 0,5 0 1,-3 1-46,1 3 0,2 4 0,-4 7 0,0 0 0,1 1-319,0 1 1,-2-8-1,2 2 1134,-1-5 0,4 3 0,-2-2 0</inkml:trace>
  <inkml:trace contextRef="#ctx0" brushRef="#br0">15671 6165 7884,'-1'12'1183,"-3"0"1,3 0 0,-3-1-1,2 1-367,2 0 1,0 1-1,0 2 1,-1 3-329,-3 4 0,3-4 0,-3 9 1,3-1-279,1-1 0,0 0 1,-2-2-1,0 1 111,-2-1 1,-2-3-1,4-2-94,-2-1 1,0-5-1,3-5-152,-3-2 1,2-2 0,-1-7-1,3-4-101,3-3 0,0-2 0,5-1 0,1-2-109,2 2 0,0-1 1,1 1-1,0-1-347,0 5 1,0-2-1,-1 6 1,1-1-125,0 3 0,0 3 0,0 2 519,-1 3 0,0 4 1,-2 6-1,-2 5-5,-2 3 0,-1-1 1,-4 6-1,0 0 469,0 0 0,0-2 0,-2 3 0,-2-4 292,-3 0 1,-4-4-1,-1-1 1,1 1-866,-1-2 1,-1-2 0,-2-7 0,-1-2-1081,2-2 0,0 0 453,-2-1 0,3-6 1,-3 0-1,3-4 1,1-6-127,0-3 0,6-6 1,1 2-1,1-5-1407,0-3 2356,0 2 0,-1-14 0,-2 2 0</inkml:trace>
  <inkml:trace contextRef="#ctx0" brushRef="#br0">15718 6047 7874,'-5'7'2096,"4"-2"0,-4-3 0,6 0-1411,3 2 0,4 4 0,6-4 0,3-2-399,1 0 0,2 2 0,4 0 1,-1 0-772,1 1 1,-3-4-1,1 3 1,3-3-215,0-1 1,0 2-1,-3 0 1,-1 2-1004,-1-1 1,-5-2-1,4-1 1702,-2 0 0,-2-5 0,-3-2 0</inkml:trace>
  <inkml:trace contextRef="#ctx0" brushRef="#br0">16296 5965 7880,'-4'8'1470,"0"0"0,6-1 1,5 5-1,4 0-1399,1 0 1,0 1-1,-1 1 1,2 3-424,3 2 1,-3 0 0,3 5 0,-3-2-613,-1-2 0,-4-2 0,-2-3 1,0 0 149,-4 0 0,-1-2 1,-1-1 813,0-1 0,-10 1 0,-3 0 0</inkml:trace>
  <inkml:trace contextRef="#ctx0" brushRef="#br0">16225 6236 7991,'0'-16'0,"0"1"798,0 0 1,6 1 0,1-1-1,4 0 197,1 0 1,5-3 0,4-2 0,6-2-265,9-2 1,-4 5-1,6-1-1255,0-1 0,-5 4 0,-5 3 0,-5 5 0,-3 3 524,-4 1 0,-3 4 0,-1-4 0</inkml:trace>
  <inkml:trace contextRef="#ctx0" brushRef="#br0">16744 6295 9137,'-12'4'1731,"1"0"1,3 1-1211,0-1 0,7-3 1,2 3-1,9-2-307,9-2 1,4-4 0,4-2 0,1 0-383,3-3 0,0 2 1,3-1-1,-1 0-956,-2 2 1,-1-3 0,0 5 0,-5 1 1123,-4 2 0,-6 1 0,2 0 0</inkml:trace>
  <inkml:trace contextRef="#ctx0" brushRef="#br0">16839 6378 9659,'11'0'1053,"1"0"1,0 0-772,0 0 0,0 0 0,1 0 0,1-2-974,2-2 1,5 3 0,-2-3 0,4 1-2700,0-1 3391,1 3 0,10-15 0,3 3 0</inkml:trace>
  <inkml:trace contextRef="#ctx0" brushRef="#br0">17511 6142 8478,'-12'0'4377,"1"-2"-3480,4-1 0,3-4 0,9-6 0,5-3-477,5-4 1,7 2 0,0-1 0,5-2-284,-1-2 0,3 1 0,-2 2 0,1 3-212,0 0 1,-3 8-1,2-1 1,-5 3-78,-3 4 0,-8 3 0,1 4 0,-3 6 44,-3 4 1,0 6 0,-6 6 0,-2 3 78,-2 1 1,-2 5 0,-7 6 0,-2 1 628,0 2 0,-6-2 0,0 1 0,-4 1 369,-3-3 1,0 0 0,3-7-1,-2-1-576,1-2 0,5-6 0,-4-1-487,4-7 1,7-5 0,0-6 57,4-6 0,5-1 0,5-8 1,0-3-387,0-3 0,5-5 0,3 0 1,3-4 398,1-3 0,1 5 0,1-3 1,3 0 109,1 0 0,2 7 1,2-3-1,-1 5-76,-1 5 1,0 7-1,3 1 1,2 1-1314,3 2 1,-7 11 0,1 4 0,-3 5 74,0 0 1,-3 1-1,1-6 1,-3 0 680,-4-2 0,0-7 0,1-2 546,1-2 0,0-2 0,0 0 0</inkml:trace>
  <inkml:trace contextRef="#ctx0" brushRef="#br0">18277 5635 7880,'7'1'319,"-2"2"0,-1 2 1072,0 2 0,5 0 0,-1 5-715,2 0 1,2 0-1,0 0 1,1-1-607,3 1 1,-3 0-1,4 0 1,-1 0-988,-1-1 0,-3 1 0,-4 0 263,1 0 1,-4-1 0,-1 1-289,-2 0 0,-8-4 1,-1-2 941,-4 0 0,-6 3 0,-1-3 0</inkml:trace>
  <inkml:trace contextRef="#ctx0" brushRef="#br0">18218 5930 7256,'-12'0'3253,"7"-3"-1478,5-5 0,8-2 1,10-13-1,7-4-496,4-6 1,8-2-1,5-10 1,1-1-677,0 2 1,-5 8 0,-1 2 0,-7 6-2855,-6 5 0,-13 10-1248,1 9 0,-9 10 3499,-3 5 0,-5 6 0,-7 7 0</inkml:trace>
  <inkml:trace contextRef="#ctx0" brushRef="#br0">11709 6908 8103,'-20'44'0,"-1"0"0,2 1 0,0 1 0,-1 7 0,1 3 0,6-12 0,2 2 0,0 2 94,0 6 1,1 3 0,1 1 0,0 3 0,1 1 0,0 2 0,0-9 0,1 2 0,5-42-72</inkml:trace>
  <inkml:trace contextRef="#ctx0" brushRef="#br0">11362 8911 3652,'-6'49'-338,"-1"12"-90,0 1 0,1 0 428,0-8 0,1 0 0,-1 1 0,1-1 0,-1-1 0,-1 6 0,0-2 0</inkml:trace>
  <inkml:trace contextRef="#ctx0" brushRef="#br1">13254 6236 9391,'-11'1'660,"3"3"1,-1 3-1,4 5 1,-1 2-213,-4 6 0,4 2 0,-2 13 0,-1 7-171,-2 7 0,3 10 1,1 6-258,-3 1 1,5-32 0,0 0 0,-7 29 0,0-3 0,2-4-775,2-5 0,-1-15 1,5-6-174,1-3 1,3-11-1,4-8 1,4-6 252,3-2 1,2-5 673,2-3 0,-2-7 0,4-4 0</inkml:trace>
  <inkml:trace contextRef="#ctx0" brushRef="#br1">13442 6660 7902,'-7'7'497,"0"-2"629,2 0 0,-3-2 0,3 4-567,-2-2 1,3 4-1,-2-1 1,0 2 245,4 2 0,-1 5 1,1 3-1,-2 2-529,1 2 1,0-1 0,1 0 0,-2-3-174,1 0 1,2-5 0,1 0 163,0-2 1,1-2-1,3-3-265,4-4 1,-1-12 0,0-4 0,3-2 0,0-3 0,3-3 0,2-6 0,0-2-11,0 2 0,-1 1 0,1 2 0,2-1-2,1 0 1,-4 2 0,3 2-1,-1 5 25,0 2 0,0 6 1,-5 3-1,1 3 18,0 1 1,0 6-1,-2 6 1,-1 7 247,-1 3 1,-4 4 0,3 3 0,-2 5-6,-2 3 1,-2-6-1,-1 6 1,0-2-67,0-2 1,1-7-1,2-2 1,2-7-2950,2-4 0,-3-7 0,5-2 2739,4-3 0,4-11 0,6-3 0</inkml:trace>
  <inkml:trace contextRef="#ctx0" brushRef="#br1">17004 5623 7902,'-2'-6'553,"-2"2"0,2 2 0,-5 4 0,1 2-252,-1 3 1,-1 5-1,-2 4 1,1 5-252,1 5 0,-4 2 0,-4 4 0,1 4-246,-2 0 1,2-3-1,-3 4 1,1-5-327,2 1 0,6-8 0,3-3-1609,0-3 1755,2-9 0,10-10 0,2-8 376,2-2 0,2-7 0,0-2 0</inkml:trace>
  <inkml:trace contextRef="#ctx0" brushRef="#br1">17051 5835 8022,'0'-12'5743,"0"6"-5510,0 1 0,-4 10 0,-1 3 0,-1 2-65,1 2 1,-3 0-1,3 1 1,0 1-180,0 2 0,-1 0 1,4-4-1,-3-1-17,-2 1 1,4 0 0,-2 0 109,0-1 1,4-3 250,-3 0-158,2-5 1,2 1-1,2-8 1,2-4-109,3-3 1,4 0-1,1-2 1,-1-2-65,1-1 0,4-1 0,0 2 1,-1-4 28,2 1 1,-2 1 0,2 5 0,-1 0-247,-2 1 0,-6 4 0,6 3 24,1 3 1,-5 2 0,-3 3 0,-2 5 289,-2 6 1,-2-1 0,-1 4 0,0 1 8,0-1 0,0 2 0,0 2 0,0-1-269,0-1 1,0-6 0,-1 2-1,-2-2-511,-1 2 1,-1-7-1,2 3-3531,-1-2 4202,0-4 0,-1-6 0,-1-7 0</inkml:trace>
  <inkml:trace contextRef="#ctx0" brushRef="#br0">13395 7698 26278,'-11'-12'623,"3"5"1116,0 4 1,4 4-1144,-4 7 1,5 2 0,-1 14 0,2 6-597,-2 7 0,-3 12 0,-4 13 0,4-27 0,0 2 0,0 3 0,-1 0 0,-1 0 0,-1 1 0,-1 2 0,0 0 0,1-2 0,0 0-250,2-4 0,1-1 0,-5 20 1,4-8-1,4-14-1913,3-8 1,2-13-1,3-5 1,4-7-4683,2-5 7067,2-2 1,11-11 0,1-2-1</inkml:trace>
  <inkml:trace contextRef="#ctx0" brushRef="#br0">13631 7993 23075,'0'11'666,"0"1"0,-4 0 1,0 1-1,2 3 4,0 3 1,-2 1-1,-1 2 1,0 4 415,0 3 0,-3 3 0,3 2 1,-1-1-1087,1-2 0,-3-5 0,4 0 0,2-5 0,0-5 0,2-3 0,6-8 0,2-6 0,2-11-73,2-10 0,4-3 1,1-6-1,1-3-1150,3-4 0,1 0 0,2-4 772,-1 1 0,1-2 0,-1 4 1,1 3-1,0 5 247,-1 3 1,-3 13 0,-2-1 0,-1 9 390,-2 6 0,-6 4 0,-3 4 1,0 9 116,-4 5 0,0 8 0,-2 2 0,0 5 208,0 3 0,-2-2 0,0 3 1,-4 0-1253,0-1 0,2-4 0,-3-5 1,1-1-2319,-1-3 0,5-6 2940,-2-4 1,2-3 0,2-1 0</inkml:trace>
  <inkml:trace contextRef="#ctx0" brushRef="#br0">14834 7391 22937,'-12'0'3265,"4"2"1,0 2-2442,-1 3 1,-1 0 0,-2 2 0,-1 4-825,-3 6 0,-2 8 0,-7 7 0,-3 9 0,-3 12 0,13-24 0,-1 0 0,-1 5 0,0 3 0,-3 2 0,1 1 0,-1 3 0,2 1 0,1 0 0,0-1 0,1 1 0,0-1 0,3 0 0,1 0 0,2-1 0,2 0 0,2-6 0,1 0 0,3-2 0,2 0 0,1 23 0,4-11 0,6-14 0,8-2 0,4-6-1902,2-2 1,-1-6 0,1-4-1276,3-4 0,5-5 0,-1-6 3244,1-3 1,-4-13-1,3-8 1</inkml:trace>
  <inkml:trace contextRef="#ctx0" brushRef="#br0">15199 7674 21998,'-1'-6'-4831,"-3"2"9250,-4 2 1,2 2-3068,-2 0 0,4 11 0,-4 6 0,-1 9 1,-1 11-1353,-2 9 0,0 13 0,6-25 0,-1 2 0,-1 3 0,0 1 0,-2 2 0,0 1 0,2-3 0,-1 0 0,1 0 0,1 0 0,0-4 0,1 0-606,-6 25 1,1-11 0,3-13 0,5-8-9226,1-10 9056,2-4 1,11-14-1,2-2 1</inkml:trace>
  <inkml:trace contextRef="#ctx0" brushRef="#br0">15447 7945 27407,'-5'-6'668,"4"-5"1,-3 3 336,2-2 1,4-6 0,2-1 0,3 0-1006,4 0 0,2-4 0,1 3 0,2 0 0,4-3 0,-3 5 0,0 1 0,1 4 0,1 3 0,-4 3 0,4 6 0,-2 4 0,-3 7 0,-2 5 0,-3 8 0,-2 2-102,-2 5 0,-1 6 1,-4 1-1,0 0 203,0 2 1,-2-3 0,-1 4 0,-5-2-102,-3-2 0,-2-1 0,-1-3 0,-5-1 0,-3-2 0,5-6 0,-7 0 0,2-5 0,0-3 0,2-1 0,2-6 0,1-2 0,2-4 0,2-4 0,3-4 0,2-4 0,4-2 0,3-4 0,1-1 0,0-5 0,0-2 0,1 2 0,3 2 0,4 1 0,2 2 0,3 2 0,2 1 0,2 2 0,1 2 0,1 3 0,2 5 0,-2 0 0,2 0 0,1 0 0,1 1 0,-2 4-1320,-2 7 0,1 0 0,2 4 1,-1-3-525,-1-1 0,-6-1 0,2 0 0,-2-3 1679,2-4 0,-3 2 1,4 1-1</inkml:trace>
  <inkml:trace contextRef="#ctx0" brushRef="#br0">16225 7639 21998,'-11'0'176,"4"1"0,2 3 2130,0 4 1,3 6-1,-2 3 1,2 3-2010,-2 5 1,1 4 0,-3 6 0,-1 2-298,1 2 0,2-1 0,-4 3 0,0-3 0,1-4 0,-2-7 0,5-1 0,0-5 0,-1-5 0,4-8 0,-3-5 0,8-10 0,4-5 0,2-1 0,2-5 0,0-1 0,1 0 0,2-1 0,-1 6 0,3-3 0,-2 1-776,1 0 0,1 5 1,-1 4 587,3 2 0,-2 1 0,-2 5 0,-5 3 537,-2 4 1,-4 8-1,3 5 1,-2 5 70,-2 5 0,-3 5 0,-3 2 1,-2 2-421,-2 2 0,-1-4 0,-3-1 0,-1-6 0,0-3 0,-1-10 0,-2 3 0,0-5 0,0-6 0,2-6 0,1 0 0,-1-4-2146,-2-4 0,1-4 0,-1-7 0,2-6 69,1-6 1,0-4 0,0-10 1617,0-6 1,1-10 0,-1-9 0</inkml:trace>
  <inkml:trace contextRef="#ctx0" brushRef="#br0">16143 7651 32767,'12'0'0,"-1"0"0,6 0 0,3-2 0,4 0 0,3-2 0,3-4 0,4 3 0,-1-1 0,-1 1 0,-5 1 0,3 4 0,-1 0-2542,-3 0 1,-1 0 2465,-1 0 0,-1 6 0,1 0 1</inkml:trace>
  <inkml:trace contextRef="#ctx0" brushRef="#br0">16862 7462 21998,'-8'0'4400,"0"0"0,2 1-3744,-2 3 0,3-1 1,6 5-657,3 1 0,3 1 0,4 3 0,2 3 0,2 4-524,1 2 1,5 2 0,-3-2 0,2-1-1935,-1-1 0,-3-2 1,2 3-1,-1-3-3052,-2-1 5363,-7-6 0,2 4 1,-3-1-1</inkml:trace>
  <inkml:trace contextRef="#ctx0" brushRef="#br0">16791 7757 21998,'-11'0'2683,"4"-2"-1422,3-1 0,12-4 1,6-6-1,6-3-735,5-4 0,8-2 0,1-1 0,5-2-1496,3-3 0,-4 7 0,-1-1 0,-6 4 860,-3 3 1,-10 3 0,4 3 213,-3 1 0,-4 6 0,-3-3 0</inkml:trace>
  <inkml:trace contextRef="#ctx0" brushRef="#br0">17381 7262 21998,'-8'-8'1210,"0"0"0,7 5 0,1 1 0,7 6 0,4 7-303,5 8 1,-2 6-1,5 6 1,-1 11-727,0 10 1,-3 11-1,-7-24 1,0 1-1,-2 3 1,-1 2-182,0 2 0,-2 1 0,0-3 0,0-1 0,-4 2 0,0-1 0,0-2 0,-2 0 0,0-3 0,-2-1 0,0-5 0,-1-2 0,-9 26 0,-2-4-1982,-1-6 0,-1-10 0,-1 3 0,0-10 484,-1-7 0,3-7 0,-1 0 0,1-3-2256,0-3 3664,3-7 0,-12 6 0,2-3 0</inkml:trace>
  <inkml:trace contextRef="#ctx0" brushRef="#br0">18089 7769 7734,'-12'0'472,"1"-2"0,2 0 5809,1-2-5477,6 0 1,3 4 0,11 0 0,7 0-600,8 0 0,3 0 0,6 0 1,4 0-807,3 0 0,-1-2 0,0 0 0,-2-2-744,-2 1 0,-1 2 1,-3 1-1,-2 0-1927,-5 0 3272,-2 0 0,-7-5 0,-1-2 0</inkml:trace>
  <inkml:trace contextRef="#ctx0" brushRef="#br0">18183 7981 7734,'-18'10'331,"2"-2"1,3 1 0,2-4 1029,3 2 0,6-4 0,10 1 0,9-3-844,8-1 0,6-1 1,7-3-1,4-4-1777,4-3 0,-4 0 0,9-3 1260,3-1 0,2-4 0,3-4 0</inkml:trace>
  <inkml:trace contextRef="#ctx0" brushRef="#br0">19527 7238 7734,'0'24'635,"0"-5"1,-1 1-1,-2 1-97,-1 1 0,-5 4 0,1 4 0,-2 10 117,-2 8 1,-1 5-1,6-21 1,-1 1 0,1 0-1,-1 0-777,1 0 1,-1-1-1,-9 26 1,2-1-1,0-3-696,2-4 1,3-11-1,0-5 1,4-4 203,1-3 614,1-8 0,-2-2 0,0-5 0</inkml:trace>
  <inkml:trace contextRef="#ctx0" brushRef="#br0">19834 7733 7734,'-4'8'586,"-1"-1"1,-2-1 607,-2 1 0,2 1 0,1 3 0,-1 1-375,1 0 0,-1 5 1,-2 3-1,1 3-479,-1 5 0,2-3 0,1 2 0,-1-2-287,1-1 0,3-1 1,-2-2-1,1-4 266,0-5 1,-1-4-327,1 0 0,2-10 0,0-10 1,4-6-302,6-4 1,7-7-1,2-2 1,1-3-237,3-2 0,1 1 0,2 1 0,1 1 172,2 2 1,-6 8-1,3 1 1,-3 5 139,-3 7 0,-1 3 1,-5 8-1,-1 5 292,-4 5 0,0 8 0,-4 7 0,0 4 160,0 4 1,-3-5 0,-3 6-1,-2-2-752,-1-3 1,2 3 0,-3-7 0,1-2-3695,-1-3 4226,5-7 0,-9-2 0,4-7 0</inkml:trace>
  <inkml:trace contextRef="#ctx0" brushRef="#br0">20836 7120 7734,'-12'5'1541,"0"2"1,1 6 58,-1 3 0,-1-2 0,-2 5 1,0 0-382,0 3 1,-3 6-1,-2 11 1,-5 7-875,-6 8 0,-1 3 0,13-22 0,-1 1 0,1 2 0,0 1-379,-1 3 1,1 0 0,2-4 0,1 0 0,-1 0 0,1-1 0,3-2 0,0-1-1290,-5 30 1,5-9-1,5 1 1,4-8-277,3-6 1,6-15 0,3 4 0,4-5 141,3-5 1,5-8-1,7-12 1457,5-7 0,2-18 0,1-13 0</inkml:trace>
  <inkml:trace contextRef="#ctx0" brushRef="#br0">21037 7592 7734,'0'-12'0,"0"-1"948,0-3 0,0 2 0,1-5 0,3 1-9,4 0 0,3-2 0,4-2 1,2 2-584,1 4 0,-2 7 0,2 3 0,-1 0-391,-2 4 0,-2 2 0,-1 4 0,-2 5-3,-2 5 1,1 6-1,-5 6 1,0 4 147,1 4 0,-3 0 1,1 10-1,-1 0 229,-2 2 1,-5-7 0,-5-2 0,-3 0-34,-2-1 1,-5-2-1,3 3 1,-1-5-283,-3-5 0,-3-9 1,-1 5-1,-1-4-212,0 0 0,7-10 0,-3-1 0,2-6-52,2-2 1,8-1 0,-1-3-1,5-4 264,3-2 0,2-6 1,1 0-1,1 2-16,3 1 0,4 1 1,6 1-1,2 2 193,-2 1 0,3 6 1,0-2-1,2 3-494,2 1 1,-3 0 0,2 0 0,1 1-418,1 3 1,-2-2 0,-1 6-1,2 0-644,1-1 0,-2 2 0,-2-4 1,1 0-1037,-1 1 2390,-3-2 0,7-15 0,-4-2 0</inkml:trace>
  <inkml:trace contextRef="#ctx0" brushRef="#br0">21555 7144 9782,'-6'0'2091,"5"5"0,6 4 0,3 4-2068,5 3 0,0 5 0,6-1 0,2 2-607,2 1 1,0 2 0,1 0-1,-2 0-420,-2-3 1,1-2-1,-7 0 1,-2-5-2453,-3-2 3456,-6-6 0,2-12 0,-5-8 0</inkml:trace>
  <inkml:trace contextRef="#ctx0" brushRef="#br0">21555 7415 7734,'-6'0'1291,"2"-1"0,9-2 0,6-2 0,6-3-1138,5-5 1,0 1 0,10-5 0,0 1-914,2 1 1,-2-1 0,-2 4 0,-1 0 94,-3 0 1,-1 2-1,-4 1 1,-4 2-247,-5 2 911,-3-4 0,-3 2 0,0-5 0</inkml:trace>
  <inkml:trace contextRef="#ctx0" brushRef="#br0">22062 7002 7808,'12'-11'49,"0"4"1,0 3-1,0 3 653,-1 1 1,5 6 0,0 6 0,-2 8 832,-1 6 1,-1 7 0,0 10 0,-2 9-1300,-2 9 1,-5-28 0,0 2 0,-3 2-1,0 2 1,-1 1 0,0 1-40,0 1 1,-2 0 0,1-4 0,-2 1-1,-2 0 1,-1-1 0,0-3 0,-1 0 276,-7 26 1,-6-18-1,1 6 1,-2-5-655,-2-4 1,4-6 0,1-4 0,-2 0-838,-2 0 0,0-4 0,1 2 0,1-3-298,1-2 0,0-4 0,-5-4 1315,-2-2 0,2 4 0,-4 2 0</inkml:trace>
  <inkml:trace contextRef="#ctx0" brushRef="#br0">10035 5057 8082,'37'-33'-42,"0"-1"1,0 2 0,0 2 0,-1 1 0,0 1 14,-2 4 1,0 2 0,21-1 0,-15 11-1,-11 9 68,-13 7 1,-11 3 0,-13 5 0,-10 1 174,-11 2 1,-5 0 0,-13 5 0,-8 0 10,23-9 1,0 1 0,-2 2 0,-2 1-1,-4 0 1,-1 1 0,-2 1 0,-2 0-76,-2 0 1,-1 1 0,2 2-1,1 0 1,-3-1 0,-1 0-1,4-1 1,1-1-66,3 0 1,2-1 0,-12 5 0,12-3 0,27-10-189,32-12 1,37-21 0,-6 3 0,5-3 0,-13 5 0,3-1-1,1-1 24,6-3 0,1 0 0,1-1 0,5-1 0,0 0 0,2-1 0,-10 4 0,0 0 0,2 0 1,-1 0-1,4-2 0,1 1 0,0-1 0,1 0-138,-9 4 0,0-1 0,1 1 0,0 0 0,-1 1 0,9-4 0,0 0 0,0 1 0,1 1 0,-9 3 0,1-1 1,0 2-1,1-1 0,-2 1 0,12-2 0,-1-1 0,0 2 0,-1 1-28,-2 1 0,-1 1 0,0 1 0,-2 1 1,7 0-1,-1 1 0,0 3 243,1 1 0,1 3 0,-2 0 0,-7 1 0,0 1 0,0 0 0</inkml:trace>
  <inkml:trace contextRef="#ctx0" brushRef="#br0">16839 7344 7250,'11'1'-396,"1"3"1,-4-2 1209,0 2 0,-4 1 134,4-1-442,-6 0 0,4-6 102,-6-2 1,0 2-298,0-6 0,0 4 0,0-4 32,0-1 1,-2 3 0,0-2 20,-2-2 0,-2 0 0,4-2-170,-2 0 1,-5 5 0,1-1 0,-3-1-38,0-2 1,-1-1-1,-1 0 1,-2 1-76,0-1 1,-6 0 0,1 0-1,-4 1-28,-3-1 0,1-1 1,-6-2-1,1 0-31,1 0 0,-6 2 0,2 1 0,-5 0-39,-3 1 0,4 3 0,-3 1 0,1 1-12,-4-1 1,3 1-1,-1-2 77,1 4 1,0-1 0,2-1 0,-2 1 0,0 0 101,-3 2 1,8 1 0,-10-1-1,3-2-5,1-2 1,2 5 0,-2-4-1,2 2-63,2 0 0,0-1 0,0 3 0,-2-2-63,2 1 1,0 2 0,0 1 0,-2 0-2,-2 0 0,7 0 0,-3 0 1,0 0-8,1 0 1,0 0 0,2 0-1,-1 0 18,1 0 1,0 0 0,1 0 0,0 0 3,-2 0 1,6 0 0,-7 0 0,1 0-47,-1 0 1,6 1 0,-7 2 0,-2 2-16,0 1 1,6-2-1,-2 4 1,1 0-25,-3-1 1,5 3-1,-2-3 1,2-1 11,3-2 0,-4 3 0,5-1 0,-1 2 6,-2 0 1,7-4 0,-10 2-1,1 1 13,0 0 0,-3 0 0,-1 4 0,-2-2 2,-2-1 0,2 1 0,0 4 1,0 2-18,2-1 0,8-7 0,-4 4 0,4 0 13,4-1 0,2-2 1,5-1-1,3-2-188,3-2 1,1-2-60,0-1 278,0 0 0,6-5 0,3-3 1,5-3-1,3 0-64,1-1 0,2-1 0,4-2 0,0 0-37,0 0 0,-5 2 0,1 1 0,2-1 42,0-3 0,-2 7 1,-2-3-1,1 3 505,0 3-45,-5-5 1,2 10-385,-8-3 0,-4 9 1,-6 6-1,-3 4-80,-2 4 0,0 0 1,-5 5-1,1 0-185,-1-1 1,0 1 0,2-1 0,3 1-336,3-1 1,4 1 0,4-2 0,4-1-461,3-1 0,4-2 0,4 2 0,10-3 1034,8 0 0,5-9 0,6 2 0</inkml:trace>
  <inkml:trace contextRef="#ctx0" brushRef="#br0">21449 7097 7960,'0'-12'523,"0"0"1,0 0 201,0 0 0,0 5 1,0-1-218,0-1 0,0-2 1,-1 1-1,-2 0-179,-1 3 0,-1 0 0,3-2 0,-4 1-22,0-1 0,-3-2 0,-6 0 1,-1-1-121,2 0 0,-4-1 0,-1-2 0,0 0-147,-1 0 0,-4 1 0,-3 0 0,-1-3 41,0-2 1,3 3 0,-4-2 0,1 0-140,1-1 0,-2 4 0,3-4 1,-3 2 88,-1 3 1,2 0 0,-2-1 0,-1-1 17,-3 2 1,5 2 0,-7 3-1,1 1-101,-3-1 0,4 4 0,-4 1 0,0 3-70,1 1 0,1 0 0,2 0 1,0 1 14,-2 3 1,5 1 0,-6 4 0,4-1 18,1 1 1,0-2 0,-1 1-1,-1 1 14,2 1 1,-1 1 0,-3-2 0,1-1 138,0 1 1,-1 1 0,1 1 0,-2-2 62,-2-1 1,6 0 0,-2 2 0,2-1-127,3-1 1,0-4-1,5 3 1,0-2 25,3-2 0,2-2 0,0-1 0,5 0 53,2 0-55,6 0 1,2-1-1,6-2 1,3-2 32,4-2 0,6-1 0,2-3 1,0-1-64,1 0 1,-4 0 0,3 0 0,-3 2-52,-2 2 1,1-1-163,0 5 1,-7 1-232,-5 7 1,-5-1 0,-7 5 0,2 2-310,2 5 0,-5-1 0,4 4 1,-1 1-123,0-1 0,0 2 1,-2 3 878,0 1 0,-5 5 0,-1 1 0</inkml:trace>
  <inkml:trace contextRef="#ctx0" brushRef="#br0">12063 9572 7960,'-22'0'1308,"2"0"1,2 0 0,3 0-6,-1 0 0,6-1 0,6-3-41,3-4 0,2-2 1,3-4-302,4-1 0,8-2 0,3-6 1,3 0-1,2-6-395,0-4 1,1-2 0,1 1-1,1 1-174,-1 2 1,3 1 0,-1-1-358,-2 8 1,-2 1 0,-3 6 0,-3 3 0,-1 4-177,-3 5 0,-1 9 1,-2 7-1,-2 7-419,-1 8 1,0 4 0,4 10-1,-1 6 598,1 6 0,0 2 0,-2 3 0,1 1 20,1-3 0,-3 2 0,8-10 0,0-3 16,3-4 1,-2-18-1,2 1 1,1-10-1502,-15-12 1070</inkml:trace>
  <inkml:trace contextRef="#ctx0" brushRef="#br0">12715 9832 15602,'3'-2'-416,"13"-12"-1250,-3-3-847,-1-2 1,-2 0 2512,-2-5 0,2-5 0,-3-1 0</inkml:trace>
  <inkml:trace contextRef="#ctx0" brushRef="#br0">12275 9820 7960,'-8'12'0</inkml:trace>
  <inkml:trace contextRef="#ctx0" brushRef="#br0">12247 9832 18197,'23'-27'1794,"12"-15"67,8-7-1501,-18 21 0,0-1 0,2 0 1,1-2-1,3-4 0,0-2 0,1-1 1,0-1-492,1-1 1,0 1 0,-6 5 0,-1 1 0,1 2-1,-1-1 1,-2 3 0,0 1-509,-1 1 1,-1 1-1,13-10 1,-3 2-1,-9 11-6723,-8 12 7362,-10 4 0,5 2 0,-3-2 0</inkml:trace>
  <inkml:trace contextRef="#ctx0" brushRef="#br0">13596 8971 7960,'4'-12'2089,"0"0"0,-2 6 0,-6 5-797,-4 7 0,-2 8 0,-2 14 0,-1 5-898,-3 5 1,1 6 0,-8 11 0,11-23-1,-1 0-113,1 4 1,0 0 0,-1 3-1,1 1 1,0 1 0,0 1 0,0-2-1,1 1-372,-1-2 1,0-1 0,-6 26-1,2-5 1,4-14-1680,4-13 1,3-17 0,6-1 281,3-6 0,3-4 0,5-5 0,-1-4-612,1-7 1,4-5 2099,0-7 0,5-5 0,-3-1 0</inkml:trace>
  <inkml:trace contextRef="#ctx0" brushRef="#br0">13737 9442 7960,'-12'24'537,"1"0"0,0-1 1,2 2 909,1 3 1,0-6-1,-2 4 1,1 0-493,1-1 1,0-4 0,-3-3 0,4 1-12,3-1 1,2-7-468,2 0 0,2-7-431,2 0 0,2-8 1,6-4-1,0-5-94,0-6 0,5-2 0,2-11 1,3 0-238,2-2 1,1-3 0,1-1 0,3-1-22,1 1 0,-2 0 0,2 2 0,-1 3 108,-3 7 1,-3 9 0,-2 3 0,-2 6-11,-2 8 0,-7 10 0,-6 11 0,-3 7 289,-1 7 1,-1 7-1,-3 7 1,-4 0-249,-2 1 1,-2-4 0,0 4 0,1-6 84,-1-4 0,1-13 0,2-5 0,3-3-3769,0-5 0,4-7 3851,6-7 0,7-11 0,8-7 0</inkml:trace>
  <inkml:trace contextRef="#ctx0" brushRef="#br0">14869 8806 7960,'0'-12'2107,"-1"6"1,-3 2 0,-4 5-1215,-2 7 1,-3 1-1,-3 12 1,-4 4 765,-2 5 0,-7 8 0,-2 4 1,-5 5-1390,17-19 0,-1 0 1,-1 2-1,-1 1 0,-3 3 1,0 1-1,-1 2 0,1 1-123,0 1 0,0 2 0,0-1 0,2 1 1,0 2-1,2 0 0,2-2 0,0-1-695,2-2 1,3-2 0,0 20 0,-1-4 0,7-4-1339,6-8 1,10-11-1,3-7 1,5-3 152,5-5 0,-1-6 0,8-4 0,1-4-1080,3-4 2813,-3-13 0,10-8 0,-2-10 0</inkml:trace>
  <inkml:trace contextRef="#ctx0" brushRef="#br0">15105 9053 9246,'-12'2'985,"1"2"0,-5 2 0,0 6 1,2 1-1,1 3 645,1 4 0,-1 8 0,-2 9 0,-2 9-1018,-1 8 0,2 2 0,-2 3 0,0 5-1031,8-30 1,1-1-1,-5 22 1,-1 1-1,5-11-1012,2-10 1,5-13 0,-2-2 0,1-6-4530,0-2 5960,0-5 0,10-7 0,0-7 0</inkml:trace>
  <inkml:trace contextRef="#ctx0" brushRef="#br0">15223 9372 7960,'-6'-2'550,"0"0"1,2-3 1938,0-2 0,0 3 0,4-4-1319,0-1 0,6-1 0,2-2 0,3 0-669,5 0 0,-3 0 0,4 1 0,-1 0-514,0 3 0,1-2 0,-3 3 1,2 1-88,-2 2 0,-1 3 0,-1 2 1,0 4-172,0 7 0,-6 5 1,-2 6-1,-2 2-104,-2 3 0,0 2 1,-2 4-1,-2-1 635,-4-2 1,-6 1 0,-3 2 0,-1-2-73,-3 0 1,-2-6 0,0 2 0,-1-4-217,1 0 0,-1-8 0,0-3 0,2-1-43,3-3 1,2-5-1,5-2 29,0-4 1,5-5-1,3-5 1,4 1 342,4-1 0,3-1 0,5-2 1,0 0 650,-1 0 0,2 2 0,2 3 0,2 0-1023,1 3 0,1 4 0,2-1 0,-2 3-73,2 1 1,-3 1 0,2 2 0,0 2-1551,-2 1 1,3 2 0,-5 4 0,0 0 757,1 0 1,-3-2 0,4-1 935,-1-1 0,4-5 0,-2 2 0</inkml:trace>
  <inkml:trace contextRef="#ctx0" brushRef="#br0">15954 9136 7960,'-6'5'3859,"-4"2"-2887,7 5 0,-5-1 0,2 2 0,1 2 1,0 2-170,2 1 0,1 2 0,-1 3 1,-1 1-299,2 0 1,-4-1-1,2 1 1,0-1-313,-1 1 1,4-2 0,-3-2 0,3-4-101,1-3 0,0-6 169,0 1 1,1-9 0,3 0-1,2-5-124,1-3 0,5-2 0,-2-4 1,5-1-274,-1 2 0,-1 1 1,-1 1-1,0 2 165,0 2 0,-1-1 1,1 5-1,1 1-315,3 2 0,-7 2 0,3 3 0,-3 4 338,-2 2 1,-2 9-1,-5 3 364,0 4 0,0 6 0,-1-4 0,-5 1 0,-4 1-274,-5 0 0,-2-3 0,3 0 0,-3-3-779,-1-5 1,2 0 0,-2-6-1,-1 0-403,1-3 1,3-6-1,0 0 1,2-4-317,1-4 0,4-4 0,1-9 0,2-5 622,3-4 1,0-7 0,2 2 0,0-5 732,0-3 0,6 2 0,0-3 0</inkml:trace>
  <inkml:trace contextRef="#ctx0" brushRef="#br0">15848 9112 7960,'-12'0'4585,"4"2"-3099,1 2 0,7-3 1,3 3-421,12-3 1,8-1-1,8 0 1,5 0-96,5 0 0,3-4 0,5 0 0,-1 2-2045,-2 0 1,-6 2 0,-1 0 0,-4 0-1680,-3 0 0,-3 0 0,-6 0 2753,1 0 0,-6 0 0,-1 0 0</inkml:trace>
  <inkml:trace contextRef="#ctx0" brushRef="#br0">16426 8829 7960,'0'-7'0,"-1"0"3684,-3 2 1,4 2-1398,0 7 0,5 5 1,7 11-992,-1 7 0,1 8 0,0 6 0,0 11 0,0 12-1296,-6-27 0,-1 2 0,-1 1 0,-1 1 0,-1 4 0,0 0 0,-1 1 0,-1-1 0,0-1 0,0-1 0,0-5 0,-1-2 0,-1 0 0,-1 0 0,-8 27-25,-3-10 0,-6-16 1,3-8-1,-1-6-2433,-3-6 0,4-2 1,1-5-1,2-2 2261,-2-4 0,3-13 0,-4-4 0</inkml:trace>
  <inkml:trace contextRef="#ctx0" brushRef="#br0">17145 9301 7960,'-12'7'2267,"1"-3"1,5 1 0,6-1-2141,7-2 0,9 0 0,5-2 1,5 0-648,5 0 0,3 1 0,2 2 0,0 0-658,4 0 1,-6-2-1,4-1 1,0 0 60,-2 0 0,-8 0 1117,-4 0 0,-9 0 0,2 0 0</inkml:trace>
  <inkml:trace contextRef="#ctx0" brushRef="#br0">17181 9466 7960,'-20'8'1772,"0"0"0,10-4 1,-2 4-34,1 1 0,6 1 1,3 1-1,6-2-1343,7-1 1,6-4-1,8 2 1,4 1-1769,6-1 1,2-3 0,6 1 0,5-3 9,5-1 1362,8 0 0,-24 0 0,2 0 0,-1 0 0,1 0 0</inkml:trace>
  <inkml:trace contextRef="#ctx0" brushRef="#br0">18478 9230 7960,'-13'2'465,"-2"0"1,-1 2 470,2-1 0,0-2 0,1 0 0,-1 2 4800,4 1-4232,1 0 0,2-9 0,5-3-595,4-3 0,6-2 0,8-3 0,3-3-371,4-3 0,6 1 0,1-2 0,1-2-538,1 1 0,-1-5 0,4 3 0,1 2 0,-1 3 0,-7 7 0,-2-2 0,-1 4 0,-4 4 0,-2 4 0,-6 8 0,1 5-389,-4 6 1,-2 7 0,0 7 0,-3 2 410,0 6 0,-3 4 1,1 6-1,-1 1 259,-2 3 1,4 0 0,1 4 0,2-1-198,2-5 0,6-6 0,5-4 1,4-7-85,3-6 0,-1-9 0,5-4 0,-1-5-55,0-3 1,-4-1 0,0-5-1123,-5-3 1,0-2-1,-5-3 1,-2 1-1,1-1 313,0-1 1,-5-2-1,1 0 1,-1 0-2896,-4 1 1,3-1 3758,-5 0 0,0 0 0,-4 0 0</inkml:trace>
  <inkml:trace contextRef="#ctx0" brushRef="#br0">18772 9796 8917,'-17'7'1156,"3"-2"1,-3-6 475,4-3 0,0-3 0,9-7 1,4-5-1002,6-4 0,18-18 1,18-6-1,-17 19 0,2-2 1,5-4-1,1-1-540,2-2 0,2-1 0,0 3 0,0 0 0,2-1 0,1 0 0,-1 0 0,1 1-642,-2 0 1,-1 2-1,-5 3 1,-1 1-1,1 1 1,-1 1-1,-2 3 1,-1 2-1061,20-12 1,-11 12-1,-4 7 1,-6 6-1810,-5 5 3420,-11 8 0,5 8 0,-10 6 0</inkml:trace>
  <inkml:trace contextRef="#ctx0" brushRef="#br0">20070 8865 7960,'-12'-7'845,"0"3"0,4 3 0,0 1 0,-1 1 24,-1 3 0,-2 5 1,0 11-1,-1 9-194,-3 8 0,2 14 1,4-20-1,0 2 1,0 5-1,-1 1-389,0 4 0,0 1 0,1-6 0,0 0 0,1 2 1,0 1-552,0-5 0,1 0 0,0-2 0,0-1 1,-4 14-1,2-8 0,2-9-1299,4-10 1,3-10 0,3-3 6,6-2 1557,0-6 0,14-11 0,-3-6 0</inkml:trace>
  <inkml:trace contextRef="#ctx0" brushRef="#br0">20235 9313 8724,'-24'23'939,"1"-2"1,0 2 0,2 1 643,2 1 0,0 4 0,-2-1 0,3-1-462,1 2 0,3-8 0,4 1-844,2-3 1,7-9 0,1-6-358,7-3 1,3-11 0,3-6 0,3-5-23,4-2 1,2-6 0,2-3 0,0-2-114,4-1 1,-2 0 0,3 0 0,-1 4-125,-2 4 0,-4 2 1,6 2-1,-2 4-197,1 3 0,-6 8 0,1 4 0,-5 6 325,-6 5 1,-1 8 0,-6 12 0,-1 5 180,-2 2 0,-2 5 1,-2 2-1,-2 1-405,-1 2 0,-1-3 0,-2-2 0,2-4-156,2-3 0,1-5 0,5-8 591,3-8 0,8 1 0,7-5 0</inkml:trace>
  <inkml:trace contextRef="#ctx0" brushRef="#br0">20989 9195 7960,'-11'0'0,"3"-1"0,0-3 765,-1-4 1,3 1-1,3-1 1,3-1 1659,3-1 0,4-2 0,6-1 0,3-3-1367,3-3 1,1 0 0,1 0 0,3-1-817,1 2 1,-3-5 0,5 5-1,-2 0-87,-1 2 1,-1 3-1,1 1 1,0 2-39,-1 2 1,-4 2 0,-4 8 0,-2 2-112,-1 4 1,-4 7-1,-1 5 1,-2 5-9,-3 6 0,0 2 1,-4 10-1,-2 3 270,-3 4 0,-4-3 0,-2 5 0,-3 5-128,-3 2 0,-5-6 0,-1 4 0,-1-6-140,0-5 0,3-11 0,-4-1 0,2-4 0,2-4 0,4-6 0,3-6 0,3-4 0,2-7 0,3-3 0,1-3 0,2-7 0,2-4 0,2-4 0,2-6 0,3 0 0,4 1 0,4-1 0,2 2 0,3 2 0,2 5 0,0-2 0,5 2 0,-1 3 0,1 3 0,0 7 0,1-2 0,1 2 0,1 2 0,3 11 0,-1 5 0,4 6-62,0 5 1,-4 0 0,1 3-1,-2 0 62,-1 0 0,-2-4 0,-2 3 0</inkml:trace>
  <inkml:trace contextRef="#ctx0" brushRef="#br0">10919 10857 7960,'-12'5'0,"0"3"0,1-1 0,-1 1 1407,0 1 0,0-3 0,0 2 1492,1 1 1,3-2 903,0 1-3056,5-6 0,-2-3 0,6-9 0,5-7-296,5-6 1,1 1 0,5-9 0,-1-2 71,0-1 0,1 2 0,-3 1 1,3-2-524,2-1 0,-1 3 0,2 2 0,-3 3-258,0 3 1,-7 12 0,4 0 96,1 5 0,-1 10 0,-2 10 0,0 11 241,0 8 0,1 5 1,1 9-1,2 1-61,-2 3 0,1-5 1,0 3-1,6-2-224,6-3 0,-1-8 1,4-4-1,0-5-374,0-9 0,-4-5 0,-19-11 434</inkml:trace>
  <inkml:trace contextRef="#ctx0" brushRef="#br0">11155 11152 7960,'-24'12'0,"2"-1"1287,2 1 0,7-5 1,7-5 1169,0-4 1,9-10-1,9-9 1,6-7-1746,4-7 0,9-8 0,4-11 0,-14 24 1,3-1-631,2-3 0,1-1 1,1 1-1,1-1 1,3-3-1,0-1 1,-21 25-53</inkml:trace>
  <inkml:trace contextRef="#ctx0" brushRef="#br0">11355 10786 8205,'-6'-5'211,"-1"2"1,5-4 346,-2-3 0,0 3 0,4-4 0,1-2-34,3 0 0,8-7 1,9-2-1,5-5-632,5-4 0,3 5 1,2-1-1,0 2 244,4 1 1,-4 6 0,2 3-137,-5 6 0,1-6 0,-4 1 0</inkml:trace>
  <inkml:trace contextRef="#ctx0" brushRef="#br0">12004 10421 8205,'0'-12'0,"0"0"0,0 4 0,0 1 2142,0-3-704,0 5 0,-1 7 0,-2 11 1,-2 9-817,-2 8 1,-1 12 0,-4 8 0,1 10-457,5-26 0,0 0 0,-2 1 0,0-1 0,0 5 1,0 0-1,1-1 0,-1 1-54,-1 0 1,1-1 0,-5 28 0,-2-3-1,5-8-2613,2-11 0,5-15 0,1-9-503,4-6 1,1-7 3003,5-3 0,0-14 0,3-3 0</inkml:trace>
  <inkml:trace contextRef="#ctx0" brushRef="#br0">12251 10845 8646,'-7'6'585,"-1"1"1,4 0-1,-4 1 1,-1 1-226,-2 1 0,3 4 1,1 1 781,-3 5 0,0 2 0,-2 3 0,2 1 0,1 3-592,1 1 1,1-5 0,-1 0 0,4-4-647,3 0 1,1-8 0,0-1-67,0-2 0,5-5 0,2-3 0,2-7 140,3-7 0,-2-8 1,9 0-1,-1-3-4,0-5 1,2 2 0,3-4 0,1 1-189,0 3 0,-1-3 0,0 3 0,-1 2 85,1 4 0,-3 2 0,5 1 0,-4 7 136,0 3 0,-3 6 0,1 8 0,-2 7 212,-3 7 0,-1 5 0,-2 10 1,-4 0-369,-3 4 1,-2-2 0,-2 3 0,0 1-1824,0 0 0,0-8 0,0-1 1972,0-7 0,5 0 0,1-7 0</inkml:trace>
  <inkml:trace contextRef="#ctx0" brushRef="#br0">13183 10668 8205,'8'-18'0,"-2"1"394,0 0 1,2 4-1,-4-3 1,-2 3 1465,-1 1 0,-1 1 0,0-1 700,0 0 0,-1 5-1899,-3 4 1,-2 1-1,-6 4 1,0 1-227,0 5 1,-1 8-1,-3 5-206,-3 5 0,-3 10 0,-2 9 0,0 6 0,-1 8-190,12-27 1,-1 1 0,-11 28 0,11-25 0,1 2-507,0-2 0,1 1 0,2 0 0,1 1 0,2-3 0,0-1 0,-2 28 0,5-6-1237,2-8 0,5-12 1,5-8-1,8-8 400,5-8 0,4-9 0,2-5 0,6-8 99,5-9 1205,-7-8 0,14-14 0,-9-7 0</inkml:trace>
  <inkml:trace contextRef="#ctx0" brushRef="#br0">13501 10598 8824,'-3'15'0,"-3"2"1143,0 2 0,-2 2 1,-4 5-1,-1 4 2,-3 4 1,3 5 0,-3 11 0,2 5-440,-2 7 1,3-7 0,-3 9 0,5-5-656,3-7 1,3-12-1,5-10 1,0-7-1904,0-3 0,5-10 0,3 1 0,2-6 1852,2-6 0,5-10 0,1-7 0</inkml:trace>
  <inkml:trace contextRef="#ctx0" brushRef="#br0">13784 10751 8205,'-17'5'0,"4"2"0,-2 5 0,1-2 1788,3-2 0,-1 2 2228,0-2 1,7-4-3578,5-4 1,6-2 0,9-9 0,2-2-346,1 0 1,-2 0-1,4 1 1,1 0-237,1 0 1,-4 2 0,-1 2 0,-1 3-224,0 0 1,1 3 0,-3 0 87,2 4 1,-4 6 0,-6 9 0,-1 5 0,-2 7 132,-2 5 1,-2 4 0,-4 9-1,-7 1 561,-6-1 0,-6 0 1,-2-1-1,-3-2 37,-1 0 0,2-10 1,0-2-1,0-5-239,2-9 0,9-9 0,-3-5-186,6-3 1,7-2-1,3-3 1,3-5 70,1-6 0,1 1 1,3-6-1,4-1 99,3-1 0,4-1 0,2 0 0,2 2 0,2 2 0,-2 4 0,2 0 0,1 1-733,-1 3 0,0 4 0,3 3 1,0 4-449,-1 4 1,1 7 0,-2 6 0,-1 0-167,-1 0 0,-6 4 1,2-3-1,-3 0-152,-1-2 1,-1-8 0,1-4 1299,0-3 0,0-1 0,0 0 0</inkml:trace>
  <inkml:trace contextRef="#ctx0" brushRef="#br0">14468 10657 8780,'-6'5'4325,"1"4"-3052,-1 6 1,5-1 0,-3 6 0,3 2-334,1 4 0,-4 4 0,0 4 0,0-1-402,-1-2 1,2 0 0,-3 1 0,-1-2-464,0-1 0,4-5 0,-4-6-784,2-1 1,0-2 321,1-8 0,2-3 0,-2-8 0,3-3 39,1-4 1,5-2-1,2-1 1,2-3 478,3-2 0,-3 0 0,7-4 0,-2 2 31,2 2 1,-3 4-1,3 0 1,-2 3-356,2 4 0,-3 1 0,3 5 0,-2-1 120,2 4 1,-3 6 0,1 9 0,-3 3 250,-3 4 0,-4 5 0,2 4 0,-1 3 364,-2 5 0,-2-6 0,-2 2-127,-3-2 1,-5 2-1,-6-9 1,2-2 0,-1-4-1248,1-5 0,0-7 1,1-3-1,0 0-1270,0-4 1,1-6 0,-1-3 0,0-7-872,0-5 0,0-6 2973,1-10 0,-1-6 0,0-1 0</inkml:trace>
  <inkml:trace contextRef="#ctx0" brushRef="#br0">14398 10692 8205,'-6'-7'4364,"-1"4"0,3 0-3374,4-1 1,6 3-1,10-5 1,5 3-966,5-1 1,0-2 0,4 4-1,1-2 216,-1 1 1,-3 2 0,3 1-1603,-1 0 0,1 0 0,-4-1 1361,1-3 0,-10 2 0,5-3 0</inkml:trace>
  <inkml:trace contextRef="#ctx0" brushRef="#br0">14893 10433 8205,'0'-12'5550,"0"4"-2664,0 0 1,0 7-1881,0 1 0,5 5 0,3 10 0,2 3 0,4 8 13,1 7 1,2 6-1,4 12 1,-1 7-1016,-9-26 0,-1 1 1,-1 1-1,-1 0 0,0 5 1,0 0-1,-2-1 1,1 0-5,-1-1 0,0-1 0,0 23 0,-2-7-661,-3-4 0,-10-11 0,-3-8 0,-1-4 0,-1-3-1551,-2-3 0,2-13 1,-5 2-1,2-5-600,3-3 1,1-8 2811,1-8 0,0-7 0,0-13 0</inkml:trace>
  <inkml:trace contextRef="#ctx0" brushRef="#br0">15577 10810 8205,'-17'5'2151,"-3"3"0,7 1 1,1 0 2763,2-1 0,6-1-3870,4 1 1,10-4-1,10-8 1,4-4-1046,3-3 0,3 0 0,6-1 0,-1 0 0,0 0 0,-3 4 0,-2 2 0,0-1-987,0 1 0,-4 3 1,1-1-1,-5 3-91,-2 1 1078,-6 0 0,8 0 0,-3 0 0</inkml:trace>
  <inkml:trace contextRef="#ctx0" brushRef="#br0">16615 10775 8205,'-35'19'0,"3"2"-247,0 0 0,6-5 0,0-2 0,5-5 5139,5-5-3858,8-2 0,8-12 0,9-4 0,6-6 1,6-6-453,5-3 1,2-3 0,6-6 0,2-2-289,1 2 1,-4 4 0,-3 2 0,0-2-546,0 1 1,0 1 0,2 2-1,-5 5-49,-2 4 0,-5 12 1,-2 1-1,-1 6-116,-2 2 1,-5 10 0,-1 7 0,3 8 89,1 7 0,-2 8 0,4 6 0,0 5 534,0 3 0,0 2 0,5 4 0,1 1-372,1-4 1,-4-11 0,-2-4-1,-2-9-1337,2-10 1,-3-4 0,3-9 336,-3-2 0,-3-8 1,-2-9-1,-2-4 1164,-1-3 0,-4-5 0,4 3 0</inkml:trace>
  <inkml:trace contextRef="#ctx0" brushRef="#br0">16886 11046 8205,'-15'0'305,"4"0"435,0 0 1,6-2 0,2-3-1,8-8 434,11-9 0,9-11 1,14-13-1,-16 18 1,0-1-734,4-4 1,0-1 0,1-1 0,0-1 0,4-3 0,0-1 0,-1 2-1,-3-1-825,-2 2 0,-2 2 1,-4 7-1,-2 1 1,8-20-1,-3 10-2696,-4 11 0,-4 9 0,0 3-48,-1 4 3128,-8 10 0,-1 12 0,-5 7 0</inkml:trace>
  <inkml:trace contextRef="#ctx0" brushRef="#br0">17806 10232 8205,'-12'0'2043,"0"0"0,0 0-1013,0 0 1,1 6 0,-1 4 0,0 8 263,0 10 1,-1 7 0,-1 10 0,-3 10-963,-2 9 0,10-27 0,-1 2 0,-1 0 0,-1 1 0,2-1 0,-1 1-660,1 0 0,1-2 0,-6 21 0,0-4 0,3-12-1073,4-6 1,3-16 0,5-6 364,0-3 0,1-7 1,3-2 1035,4-6 0,8-14 0,2-8 0</inkml:trace>
  <inkml:trace contextRef="#ctx0" brushRef="#br0">17947 10680 9001,'-16'20'0,"-1"2"1453,-1 3 0,0-3 0,-3 6 0,1-2-147,-1 2 1,4-4 0,0 4-1,3-3-223,2-2 0,-1-4-648,9-4 0,1-7 0,7-5 0,4-6-442,2-5 0,7-7 0,3-6 0,2-5-353,2-6 1,1-2-1,1 0 1,3 1-112,1 2 0,-6 3 1,2-2-1,0 1-488,-1 3 1,0 5 0,-3 4 0,-2 4 461,-5 7 1,-2 8-1,-2 9 1,-3 7 17,-4 10 1,-3 7 0,-1 7 0,-1 5 249,-3 1 1,3-2 0,-5-1-1,2 1-359,0-2 1,0-10 0,4-4 587,0-7 0,11-6 0,2-6 0</inkml:trace>
  <inkml:trace contextRef="#ctx0" brushRef="#br0">18584 10421 8205,'-12'0'0,"0"0"0,0 0 1197,1 0 1,3 0 0,0 0 7079,-1 0-7525,4 0 0,2-1 0,9-2 1,6-2-1,3-2-86,2-2 1,-3 2-1,4 1 1,1 1-392,-1 2 1,-2 2-1,2 1 1,-1 0-442,-2 0 1,-2 1-1,-1 4 1,-1 7-228,1 6 1,0 5 0,-2 2 0,-2 2 169,-4 5 0,-3 3 0,-1 3 0,-2 2 313,-6 2 0,-1-6 1,-11 0-1,-2 0-60,-4-3 1,-1-2 0,-3-1 0,0-6 106,0-7 0,3-5 0,-4-5 0,4-4-32,5-6 0,3-3 0,9-7 1,2-2-169,4 0 0,3-2 0,2 3 1,3 0-23,4 0 1,4 6 0,2-7-1,3 1-919,1 1 0,2 4 1,4 1-1,-1-1-416,1-2 1,-1 3-1,1 2 1,1 1 87,2 2 1,-4 2 0,3 1 0,0 0-2266,-1 0 3597,0 5 0,4 1 0,1 6 0</inkml:trace>
  <inkml:trace contextRef="#ctx0" brushRef="#br0">19610 10527 8205,'-7'-5'2457,"2"3"1,11-7-1,6 5 1,7 2-1484,3 0 0,5 1 1,2-1-1,0-2-1608,0 1 1,4 2 0,-3 1 0,1-2 349,1-2 0,-6 3 0,1-3 0,-3 3-7599,-4 1 7883,-3 0 0,-6 0 0,1 0 0</inkml:trace>
  <inkml:trace contextRef="#ctx0" brushRef="#br0">19704 10668 8205,'-13'8'0,"-1"-1"0,-1-1 1823,5 1 0,3-3 0,7 4 1,3 0-769,5-2 1,5 3-1,12-3 1,2-1-1559,5 0 1,3-1 0,3-3-1,3 2-1223,0 1 1,4 0-1,6-4 1726,4 0 0,-21-2 0,0-1 0,2-1 0,0 1 0</inkml:trace>
  <inkml:trace contextRef="#ctx0" brushRef="#br0">20765 10397 8205,'-23'-11'1920,"3"3"0,2 1 0,1 2 300,2 2 0,-3 3 0,0 4 0,-2 5-1253,0 6 1,2 4-1,-2 9 1,5 5-627,1 5 0,4 4 0,2 5 0,6 1-520,4 3 1,11-7 0,11-3 0,6-7-1210,4-6 1,3-14-1,1-6 1,2-6 498,2-6 1,-8-9 0,-1-11 0,-5-6 836,-6-4 0,-12-3 0,-2-1 0,-6-2-156,-6-2 1,-8 6 0,-8 1 0,-2 3-732,-2 8 1,-5 7 0,-2 2 0,-4 6-461,-5 5 1399,9 8 0,-19 2 0,7 6 0</inkml:trace>
  <inkml:trace contextRef="#ctx0" brushRef="#br0">9292 12307 8205,'-13'16'0,"-1"-1"0,1 0 1774,3-2 1,5-5 7070,-3 0-7851,5-6 1,2 2 0,6-6 0,2-4-112,2 0 0,-3-2 0,2-4 1,3-1-744,3-3 0,-1 2 0,4-7 0,0-3-140,3-2 0,2-6 0,2 1 0,1-1 0,2-4 0,-2 2 0,4-8 0,-2 2 0,1 2 0,-1 6 0,-4 6 0,-4 5 0,-3 5 0,-3 9 0,-2 5 0,-2 9-89,-1 9 1,-6 10 0,4 5 0,-1 6 176,3 6 0,-2-2 0,2 8 1,1 0-89,2-5 0,1 4 0,-1-8 0,1-1-538,0-3 0,4-13 1,1-2-1,0-5 149,0-5 0,0-8 1,-1 1-1,2-2-1551,0-2 1,1-2 0,-5-2 0,3-3 230,1-4 1,-3-2-1,0-1 1,0-3 1708,1-2 0,-3 5 0,4-3 0</inkml:trace>
  <inkml:trace contextRef="#ctx0" brushRef="#br0">9610 12531 8205,'-16'11'0,"1"-2"1862,0-1 1,7-7-1,6-1-519,4-7 1,11-10 0,10-5-1,6-8-605,5-8 1,1 0 0,-12 11 0,1-1 0,3-3-1,0-1-401,3-3 1,0-1-1,3-3 1,0 0 0,1-2-1,1-1 1,-1 1-1,-1 1-498,-1 0 0,-1 3 0,-7 8 0,-2 1 0,16-24 0,-8 10-4250,-8 8 1,-8 16 4410,-6 2 0,0 5 0,4 0 0</inkml:trace>
  <inkml:trace contextRef="#ctx0" brushRef="#br0">10848 11411 8205,'0'-17'1106,"0"4"1,0-3 654,0 3 1,0 5-577,0 0 0,-1 6 1,-3-1-1,-4 6-35,-2 5 1,-2 4-1,0 3 1,-1 7-225,-3 9 0,-3 3 0,-8 13 0,-1 7-744,12-25 0,1 2 0,0 2 0,-1 2 0,-2 3 0,1 1 0,-1 4 0,0 1-154,0 3 0,1 1 1,1-3-1,2-1 0,0 5 1,2-1-1,0-2 1,3-1-166,0-2 1,2-1 0,2-7 0,2-1 0,-1 26 0,5-10-1547,7-12 1,0-6-1,9-10 1,0-1-129,3-2 0,2 0 0,2-1 0,-1-5-397,1-4 1,1-6 2207,2 1 0,3-3 0,6-1 0</inkml:trace>
  <inkml:trace contextRef="#ctx0" brushRef="#br0">11190 11659 9017,'-12'5'2054,"5"-1"0,0 6 1,0 5-1182,1 2 0,2 9 1,-4 11-1,-1 10-654,-2 10 0,6-24 0,-1 1 0,0 4 0,0 0 0,0 2 0,0 0-399,0 0 1,0 0-1,0-4 1,0 0-1,1-2 1,0-1-1,-3 23-1454,4-6 1,3-19 0,1-7-4723,0-8 6356,5-10 0,2-11 0,4-8 0</inkml:trace>
  <inkml:trace contextRef="#ctx0" brushRef="#br0">11391 12071 8205,'-12'29'0,"-1"-3"0,0 4 0,-2 1 1194,1-1 0,7-7 1,-3 3-1,2 2 1133,1 1 0,1-7 1,-2 0-1849,4-3 1,3-8 0,2-4-636,3-2 0,-1-2 0,4-7 0,4-5-7,3-6 1,1-3-1,4-6 1,2-2 9,2-5 1,0 3 0,1-7 0,-1 1-365,1 0 1,-4 4 0,-2 2 0,0 3 523,1 2 0,-4 3 1,4 3-1,-2 4 189,-3 6 0,-1 6 1,-2 5-1,-3 6 136,-4 9 1,-3 2 0,-1 10 0,0 3-60,0 4 1,-1-1-1,-2 2 1,-2-2-1890,-2-2 0,5-5 0,-2-3 0,2-5-4874,2-2 6490,0-11 0,0-4 0,0-12 0</inkml:trace>
  <inkml:trace contextRef="#ctx0" brushRef="#br0">12275 11576 8205,'-1'-6'943,"-3"2"0,-3 2 240,-5 2 1,1 6 0,0 1 0,2 5-641,1 4 1,-1 5 0,-5 9 0,-3 8-326,-2 7 0,3 6 0,-3 12 0,8-30 0,1 2-183,-1 1 0,0 1 0,1-2 0,1 1 0,1 1 0,1 0 0,0 0 0,0 0-634,1-3 0,1-1 0,-2 16 0,3-8 0,4-6-596,4-6 1,0-8-1,7-7 1,2-3-59,0-3 1,4-7 0,0-1 1252,1-6 0,2-10 0,3-2 0</inkml:trace>
  <inkml:trace contextRef="#ctx0" brushRef="#br0">12570 11729 8900,'-11'16'0,"2"1"1242,1 2 0,0 0 0,-2 5 0,1 2-340,1 5 0,0 2 0,-2 12 1,0 3-863,3 6 1,-1 0 0,-4-1 0,0 1-530,0 0 0,5-10 1,0-3-1,2-10-1341,2-7 1,2-12 1829,1-1 0,0-12 0,0 0 0</inkml:trace>
  <inkml:trace contextRef="#ctx0" brushRef="#br0">12770 11942 8401,'-10'11'7301,"2"1"-6479,3-5 0,6-2 0,4-6-333,7-3 1,0 1 0,4-5 0,-2-1-480,2-1 1,-2-1 0,5 2 0,-2 2-97,-3 2 0,0 1 0,1 4 1,0 0-121,0 0 1,-3 2 0,-3 1-1,-3 7 72,0 4 1,-2 6-1,-4 6 1,0 1 170,0 0 0,-6 1 1,-2 0-1,-2-1 310,-2 2 0,-4-5 0,1 1 0,-1-6 54,-1-2 0,3-1 1,-5-4-1,2-2-237,3-2 1,1 1 0,1-5-1,0-1 14,0-2 1,2-2-1,2-3 1,3-4-242,0-2 0,3-2 0,-2 0 0,4 0-32,4 1 1,3-1 0,5 0 0,-1 1-42,1 4 1,4 0 0,1 4 0,1 0-386,3 0 0,-2 3 0,0 3 0,2 2 132,1 1 1,3 2-1,2 4 1,0 0-1444,-1 0 1,3-2 0,-1-1 0,-2-2 1831,-1-2 0,-2-1 0,1-4 0</inkml:trace>
  <inkml:trace contextRef="#ctx0" brushRef="#br0">13466 11800 8205,'-10'18'1822,"2"0"0,4-3 1,1 2-639,-1 2 0,3 0 1,-3 5-1,3 1-580,1 2 1,0-1-1,0 5 1,0-1-162,0 0 1,0-4-1,0 1 1,0-2-445,0-1 0,0-4 1,0-2-1,-2-2-1611,-2-6 1424,3 2 0,-4-12 0,5 0 1,1-7-21,3-3 0,-1-7 0,5-1 0,2-2-127,5 0 0,-2 1 0,2-4 1,0 2 59,0 2 1,-1 4-1,1 0 232,-2 1 1,-1 7-1,0 0 1,0 2 0,0 2 210,-1 2 1,-3 7 0,-1 6 0,-2 7 697,-2 3 0,-2 7 0,-1 2 1,0 3-226,0 2 0,0-1 0,-1-1 1,-3-1-755,-4-2 1,-1-9 0,0 1 0,-1-5 10,-3-4 1,4 0 0,-7-4-2279,-2-2 0,2-4 0,1-8 0,1-5 685,3-6 1,3-4-1,1-8 1695,2 0 0,-9-11 0,0 1 0</inkml:trace>
  <inkml:trace contextRef="#ctx0" brushRef="#br0">13478 11847 8853,'-5'0'2457,"5"0"1,5 0-1,7-1 1,1-2-1123,2-1 1,4-3 0,4 3-1651,1 1 1,0-2 0,0 1 0,4 1 0,2 1-838,0-2 0,3 2 0,-5-2 0,-2 2 1152,-1-2 0,3-3 0,3-4 0</inkml:trace>
  <inkml:trace contextRef="#ctx0" brushRef="#br0">13961 11612 8371,'-6'0'3907,"-3"5"1,6 4-3237,4 5 0,5 1 0,5 6 1,2 4 344,3 5 0,-1 9 0,3 4 0,0 6-329,1 6 1,-5-4 0,0 6-1,-3-2-1229,-3-1 1,-6-12 0,1-1-1,-6-6-925,-4-6 1,-4-7-1,-1-5 1,0-1-715,1-2 1,-5-8 2180,0 1 0,-5-4 0,3-3 0</inkml:trace>
  <inkml:trace contextRef="#ctx0" brushRef="#br0">14468 11906 8205,'-15'5'1334,"-1"2"1,2 1 3103,0 0 0,8-4-3464,2 4 1,13-6 0,7 2 0,7-3-407,9-1 0,1-4 0,9-1 1,1-1 37,3-3 1,-4-2 0,7 1-2918,1 2 1,4-1 0,0 3 2310,3 0 0,-6-2 0,7-4 0</inkml:trace>
  <inkml:trace contextRef="#ctx0" brushRef="#br0">15412 11447 9268,'-5'11'0,"-3"2"1812,-3 3 1,-1 2 0,1 7 0,-1 5-755,0 10 0,-1 4 0,-2 15 1,-2 5-863,8-30 0,0 1 0,2-2 0,0 0 0,-8 30 0,5-4-807,2-5 1,5-16-1,-1-2 1,3-8-3435,1-10 1,1-5 4044,3-5 0,3 3 0,5-5 0</inkml:trace>
  <inkml:trace contextRef="#ctx0" brushRef="#br0">15624 11812 8205,'-12'27'0,"-1"2"797,-3 1 0,3 2 0,-2 3 0,1 1 1272,3-1 1,-2-4 0,-1-1 0,1-1-912,3-3 1,6-6-1241,0-4 1,4-8 0,4-6-425,4-4 1,2-10 0,3-8-1,2-3 347,1-5 0,4 2 0,0-5 0,2-2-619,2-1 1,0 0-1,-1 1 1,1 3 454,-1 1 1,-3 5 0,0 6 0,-1 1 161,0 3 0,-2 6 1,-6 5-1,0 7 237,-3 8 0,-3 6 0,-5 10 0,0 3-54,0 3 1,0-2-1,-1-2 1,-2-1-675,-1-3 1,-1-1 0,2-3 0,-1-1-203,2-1 0,2-11 1,4-1 853,4-6 0,7-7 0,4-2 0</inkml:trace>
  <inkml:trace contextRef="#ctx0" brushRef="#br0">16107 11670 9715,'-5'-6'5264,"4"-1"-3618,-3 3 0,4 2-1123,4-6 1,2 1 0,6-2 0,1 1-195,3-1 1,-3 3 0,4-2 0,-1 0 68,0 1 0,1-2 1,-2 5-400,5 2 0,-3 2 0,-2 4-115,-6 3 0,0 5 1,-5 4-1,-2 4 0,0 2 10,-2 1 1,0 5 0,-2-1 333,-2 0 0,-2 2 0,-7-2 1,-2-1-1,-2 0-79,-1 2 1,2-7 0,-2 1 0,0-1-410,-1 1 0,1-5 1,-2 4-1,3-5-338,0-5 0,4-4 0,-1 3 1,3-4 214,3-1 0,6-2 0,-2-7 574,3-4 0,6-2 0,3-1 1,2 2 106,2 1 0,5 2 0,1-2 0,2 4-62,0 3 1,-1 1 0,4 0 0,-3 1-713,0 3 1,0 4-1,2 6 1,-1 3-553,-1 1 0,-2-3 1,3 1-1,-3-3-2931,-1-2 1,0-4 3958,-1-3 0,-3-3 0,4-1 0</inkml:trace>
  <inkml:trace contextRef="#ctx0" brushRef="#br0">16697 11317 10810,'8'0'3700,"0"1"1,1 4-1915,1 7 1,2 7-1,1 9-1588,3 8 1,-2 15 0,-5-19-1,0 1 1,-2 3 0,0 2-1,-2 1 1,-1 2-338,0-1 0,-1-1 0,-1-2 0,-2-2 0,-1 2 0,-2-2 0,0 0 1,-2-1-689,-5 26 1,-3-13-1,-2-10 1,-2-2-1161,-1-2 0,-2-6 0,-2-1 0,1-3-3539,2-4 5526,-1-4 0,-4 2 0,1-5 0</inkml:trace>
  <inkml:trace contextRef="#ctx0" brushRef="#br0">17664 11718 8205,'-24'6'0,"-4"3"0,-3-3 2457,1 0 1,3-3-1,7 2 1,4-1-1347,3 0 0,9 0 0,8-4 0,11 0-336,6 0 0,13-5 0,4-3 1,5-3-876,4-1 0,-6 1 0,5-1 1,-3 0-994,-1 0 1,-4 4 0,1 2 0,-2 1-1865,-2 2 1,-3 2 0,-4 1 572,-3 0 2384,-4 0 0,-9 0 0,0 0 0</inkml:trace>
  <inkml:trace contextRef="#ctx0" brushRef="#br0">17817 11918 11836,'-18'11'0,"1"-2"1990,0-1 1,8-2 0,-2 3-1072,5-1 1,3-4 0,7 3 0,5-2-994,6-3 0,7-2 0,7-2 1,2-3-1359,6-2 1,0-1 0,6-4-1042,1 1 0,6-2 0,3-3 2473,0-4 0,7-7 0,-27 12 0,0 0 0</inkml:trace>
  <inkml:trace contextRef="#ctx0" brushRef="#br0">18702 11588 8205,'-24'5'1298,"1"-2"1,-1 6-1,0 3 283,1 2 0,-2 5 0,-1-1 1,-3 7-553,-1 4 1,2 5-1,-2 6 1,3 6-291,4 3 0,6-4 0,9 5 0,6-5-557,4-6 1,13-13 0,11-7 0,9-9-1102,6-6 0,2-9 0,3-7 0,0-8 285,1-6 0,-10-4 0,3-5 1,-3-1 288,-4 1 0,-11-2 0,-3 0 0,-9-1 254,-6 1 1,-3 5-1,-2-3 1,-4 2-473,-7 4 1,-10 15-1,-10-1 1,-2 7-859,-1 6 0,-1 3 0,2 7 1421,3 8 0,-8 10 0,2 4 0</inkml:trace>
  <inkml:trace contextRef="#ctx0" brushRef="#br0">13773 13344 7910,'-13'0'75,"-3"0"1,3 0 0,-3 0-1,3 2 345,1 2 0,0-2 1,1 5-1,-3-1 116,-1 1 1,6-1 0,-3 4 0,1-4 32,1-1 1,2 3 0,0-4 316,-1-1 0,4-8 1,1-7-1,2-8-132,2-6 1,4-5 0,3-9 0,2-4-345,4-6 1,3-4 0,0-5-1,2-1-287,0-3 1,5 2 0,-14 28 0,1 0 0,11-30 94,-1 6 1,-3 8 0,-5 12-1,-2 9 312,-2 8 1,-3 13-613,-5 11 0,0 8 0,0 14 0,0 6-106,0 7 0,0 11 0,0 5 1,0 5 186,0 7 1,0-3 0,1-29-1,0 1 1,0-1 0,1-1-110,2 1 0,0-2 0,8 25 0,5 6 1,7-4-196,6-3 1,5-19 0,3-7-1,4-9-115,4-8 0,-5-9 1,3-1-1,-4-4-213,-6-4 0,-11-3 1,-1-5-1,-2 1 165,-2-1 1,-8-1-1,-3-2 1,-4-2-1150,-3-1 1,0 4 0,-3-2 1616,-4 3 0,-6 1 0,-11 0 0</inkml:trace>
  <inkml:trace contextRef="#ctx0" brushRef="#br0">13643 13710 7942,'0'-12'1279,"0"0"1,5-6 0,4-7 0,8-12-615,11-12 1,-10 18 0,2-3 0,6-7 0,3-3-1,2-5 1,2-1-430,3-5 1,0 1 0,-1 3 0,0 1 0,-1 1 0,1 1 0,-2 3 0,0 1-408,-3 3 1,0 2 0,-8 8 0,0 1-1,1 1 1,-1 3 0,11-15-1574,-10 14 0,-7 11 418,0 4 1,-8 7-1,-4 9 1,-3 5 1325,-1 5 0,-5 15 0,-2 8 0</inkml:trace>
  <inkml:trace contextRef="#ctx0" brushRef="#br0">14563 12944 7935,'-12'-2'1140,"0"0"0,0-4 373,1 0 1,4 2 0,3-4-599,3-1 0,7-2 1,6 0-1,6-1-444,5 0 1,4 0-1,2 2 1,1 1-565,3 1 1,1 4 0,1-3 0,1 2-784,-1 2 0,2 2 0,0 1 0,1 0-577,0 0 0,-6 0 1,5 0-1,-4 0 1453,-1 0 0,-3 0 0,0 0 0</inkml:trace>
  <inkml:trace contextRef="#ctx0" brushRef="#br0">14704 13109 11811,'-5'0'1542,"6"-2"0,10-2-1381,7-3 1,6-4 0,3-1 0,6 1-576,5-1 0,5 0 1,8 1-1,6 2 414,4 1 0,0 1 0,3-5 0</inkml:trace>
  <inkml:trace contextRef="#ctx0" brushRef="#br0">15978 12696 8554,'-2'-22'0,"-1"1"1035,-5 1 0,-4 6 0,-4-2 0,-4 4-568,-2 4 0,-4 3 1,-4 8-1,-5 5 665,-2 7 1,-5 13 0,-1 7 0,-3 10-775,22-19 0,1 1 0,-1 1 1,2 1-1,0 3 0,2 1 1,1 0-1,2 0-285,2 0 0,2-1 0,0 25 0,10-4 0,13-7-474,13-7 0,12-12 0,12-9 0,8-9 10,7-9 0,-3-10 1,4-10-1,-31 9 1,0-2 176,0 0 1,-1-1-1,15-14 1,-2-6-1,-7-4-110,-8-2 0,-10-3 1,-7-3-1,-9 1-487,-10 2 1,-7 2 0,-15-3 0,-6-1 72,-7 5 1,0 7-1,-2 8 1,-1 8 13,-5 9 724,1 11 0,-8 9 0,3 6 0</inkml:trace>
  <inkml:trace contextRef="#ctx0" brushRef="#br0">16485 13097 7916,'12'0'-89,"-1"-1"1,1-2-270,0-1 1,-4-1 0,0 2 0,2-2 418,5-2 0,2 0 0,4-5 1,-2 0 368,2 0 0,3-1 0,2-3 0,3-3 189,1-4 0,-3-5 0,4-3 1,-1 0-159,0 0 1,-5 0 0,0-1 0,-7 0-107,-5 0 0,-4 5 1,-11 0-1,-7-2-489,-11 0 0,-13-1 0,-11 4 0,-8-3 110,-7-1 1,26 16 0,-3 2 0,-3-2 0,-2 2-1,-2 0 1,-2 1-13,-3 1 1,-2 1 0,0 1-1,-2 0 1,-6-1 0,-2 1 0,-3 0-1,-1 1-44,-1 2 1,-1 0 0,22 2 0,-1 0 0,0 0 0,-1-1-1,-1 0 1,0 0 0,-2 0 0,1 0 0,-2 0 146,-1 0 0,0 0 1,0 0-1,3 2 1,0 0-1,-1 0 0,-7 0 1,0 1-1,-1 0 1,-1 0-1,0 1 1,-1 0-83,-2-1 0,-1 1 1,1 1-1,1 0 1,1 1-1,-1 0 1,-3 1-1,-1 0 1,0 0-1,-1 1 1,1 0-1,-1 1 95,1 0 0,0 0 0,0 1 0,0 1 0,2 1 0,-1 0 0,0 0 0,0 0 0,0 1 0,0 2 0,0 0 1,0 1 44,0 1 1,0 1 0,1 0 0,6-1 0,2 0 0,-1 2 0,-5 1 0,1 2 0,0 0 0,3-1-1,2 1 1,0 1-89,1 0 0,0 0 0,3 2 0,5-1 0,2 1 0,1 1 0,0 1 0,0 1 0,2 2 0,2 0 0,2 1 0,1 1 370,-12 14 0,4 3 1,3 0-1,5 3 1,5 0-1,3 2 0,5 0 1,3 2-542,4 0 1,5-1-1,4-2 1,5 1 0,8 3-1,6 1 1,6 0-1,6-2 56,7 1 0,4-2 0,8-6 0,4-3 1,-9-12-1,3-2 0,2 0 0,3 0 0,2-1 1,1-1-46,4-1 0,2 0 0,1-2 0,3 0 1,1-1-1,1-1 0,-11-6 0,1 0 0,1 0 1,1-1-1,2-1 0,1 0 0,1 0 0,0-1-17,3 0 1,1-1 0,-56-10 126</inkml:trace>
  <inkml:trace contextRef="#ctx0" brushRef="#br0">15066 14287 13443,'13'-2'8,"47"-8"27,0 0-1,1 0 0,-2-1 0,1-1-120,-2 1 0,0 0 0,0-1 0,-1 0 0,0 0 0,-2-1 0,0 0 0,-1 0 0,0-1 0,-1 0 0,1-1 1,0-1-1,-1 0 0,1 0 0,-1-1 0,-1 0 0,0-1 0,0 0 0,0-1 0,-1 0 4,0 0 0,0 0 1,0-1-1,-2 0 0,-1 0 1,6-3-1,-3 0 0,0-1 1,0 0-1,3-1 0,-1-1 1,0 1-1,-2-1 0,-4 2 1,-1 0-1,-2-1 0,0 1-17,10-7 1,-1-1 0,-4 1-1,-9 2 1,-3 1 0,-1-1 0,10-10-1,-3-2 1,-8 5 0,-3-1 206,-8 5 1,-4-1 0,1-29 0,-22 6 0,-20 2-458,-20 3 0,15 28 0,-4 1 0,-8-2 0,-4 0 1,-3 2-1,-3 1-1636,-5 0 0,-1 1 1985,0 0 0,0 1 0,-4 1 0,0 0 0,4 1 0,1-1 0</inkml:trace>
  <inkml:trace contextRef="#ctx0" brushRef="#br0">18277 5258 18130,'-12'-8'0,"-1"-1"-609,-2-1 0,1 1 0,-1-1 1,2 1 624,1 1 1,4 4 0,0-4 0,0-1-382,2-2 0,0-2 0,6-1 242,0-2 0,0-4 0,0 3 0,0 0 0,0-1-28,0 0 1,-1 2 0,-4-2 0,-7 1 357,-6 2 0,-4 6 1,-2 1-1,-1-1 66,-2-1 1,2 2 0,-4 0 0,1-1-143,1-2 0,-2-1 1,1 1-1,-3-1 73,-3 0 1,-1-1 0,1-1-80,2-2 0,-6 0 0,1 4 0,-3 2 0,-5 2 373,-1 4 1,-2 3 0,-2 2-1,-1 2 147,1 1 0,0 3 0,2-3 0,-2 0 122,0 2 0,8-5 0,-3 3 0,1-3-414,2-1 0,8-1 1,0-2-1,4-2-241,4-2 0,0 3 0,1-3-83,1-3 1,-2 1 0,8 0 0,-2 3-1,-1-1 30,-4 0 0,4 5 0,-5-2 1,-1 1 73,-2-1 1,1 3 0,-2-3-1,1 3-54,3 1 1,-3-2 0,2 0 0,-1-2-132,-1 1 0,3 3 0,-5 3 1,-1 1 84,2-2 1,-4 5-1,5 0 1,0 0 31,2 1 1,1 0 0,-6 4-1,3 0 107,1 0 1,1-5 0,-3 1 0,3 0 130,4-1 1,-1 3 0,3-3 0,-4 1-65,-2-1 0,5-3 0,-5 3 1,2-2-51,1-2 0,1 2 1,-1-1-1,0 0-66,1 1 1,3-4 0,1 3-1,-2-2-66,-2-2 1,4 1-1,0 2 1,1 0-68,0 0 0,2-2 0,-2-1 1,-1 0-45,1 0 1,2 2 0,-2 0 0,-1 2 0,1-1 1,2-2-1,-2-1 1,0 0-21,-1 0 1,8 1 0,-4 2 0,1 1 116,1-1 1,0-2 0,1-1-72,0 0 0,0 0 1,-1 0-28,-3 0 0,6 0 1,-5 0-1,1 0 14,1 0 1,-1 0 0,-1 0-1,-1 0-45,2 0 0,0 0 0,-1 0 0,-1 0 14,2 0 0,0 0 0,-1 1 93,-1 3 1,-1-2-29,2 1 0,2 0 0,-4 0 0,1 2 0,0 0-52,2 0 0,-1 5 0,1-3 1,-2 4 81,2 1 0,-1-4 1,1-1-1,-2 3 5,2 0 1,1-2-1,1 0 1,-1 1-60,-3 1 1,6 2 0,-5-1 0,1-2 49,1-1 1,0 0-1,1 2 1,0-1 155,0-1 1,-1-4-1,-1 4 1,-2 0-155,2-2 1,-1 5 0,-1-3-78,-3 2 0,2 2 0,1 0 0,3-2-29,1-2 1,0 2 0,2-2 0,1 2-85,1-3 0,4 4-75,-4-3 1,4 2-1,-2 2 91,0 0 1,-3 0 0,3-1 0,-2 1-65,0 0 0,4 0 0,-3-1 1,1 1-162,-1 0 0,5 0 1,-2 0-310,2-1 0,2 1 0,2 0 64,2 0 0,-2-6 0,5 0 0,-1-2 264,1-1 1,-3 3 0,4-4 267,1 2 1,-3 0 0,2-3 224,1 3 0,2-2 0,1 2 1,0-2 11,-1 2 0,1-2 0,0 1 1,0-1 40,0-2 1,-1 0 0,2 0 0,2 0 36,1 0 1,3 0 0,-2 0 0,2 0 153,2 0 1,-3 0 0,0 0 0,1 0 157,-1 0 0,-4 0 1,2 0-1,-3 0-112,-1 0 1,0 0 0,0 0-150,-1 0 1,1 0 0,0 1-263,0 3 0,-4-3 0,-1 3 1,1-1-14,-1 1 1,3-3 0,-2 3 0,3-3 94,0-1 1,1 0 0,1 0 0,2 0-58,0 0 0,1 0 0,-3 0 1,2 0-14,0 0 1,2 0-1,-2 0 1,1 0-5,-2 0 0,3 0 1,-1 0-1,-1 0-109,3 0 1,-5 2-1,4 0 1,0 2 20,2-1 0,0-1 0,0 1 0,4 1 198,3-1 1,-1-2-1,2-1 1,-1 0 12,2 0 0,-2 4 1,4 0-1,-1 0-191,-3 1 1,1-4-1,-3 4 1,1-1 7,-2 0 1,-2 2-1,2-4 1,1 2 26,-1-1 1,-3-2 0,0-1 0,-1 0 65,0 0 1,3 0-1,-4 0 1,1 0 36,-4 0 1,2 0 0,0 0 0,2 0-5,2 0 0,-3 0 0,2 0 0,-1-1 38,0-3 1,3 3 0,-4-3 0,2 1-39,0-1 0,-2 3-1,3-3 1,-3 2-61,-1 2 0,0 0 1,-2 2-1,0 0-101,0 2 0,2 2 0,-1-4 0,-1 2-30,2-1 1,-2-1-1,4 1 1,2 1 102,2-1 0,2-2 1,1-1-1,1 0 39,-1 0 1,5 0 0,-1-1 0,1-2 32,1-1 1,-6 0 0,1 4 0,0 0-158,0 0 1,-6 0-1,3 0 1,-2 0-81,0 0 0,2 0 0,-2 0 0,-1 0-36,-1 0 1,-1 5-1,5 2 1,-1 1 50,1 0 0,-3-2 1,0 3-1,3-1 65,0 1 0,-1-3 0,4-3 0,-1 0 167,2 1 1,-3-3-1,2 3 1,0-2-50,0-2 0,-5 0 0,3 0 0,0 0-46,0 0 1,-3 0 0,5 0-1,-4 0 48,1 0 0,-6 0 0,8 0 0,0 0-177,-1 0 1,2 0 0,-1 0-1,1 0 173,-1 0 0,5 0 0,-3 0 1,1-2 230,-1-2 1,-3 2 0,7-5-1,2 1 26,-1-1 1,-4-1 0,1-2-1,0 1-89,0 1 0,-2 0 0,2-3 1,-1 2-199,-3 1 0,-1 4 0,-3-2 0,-1-1 0,-1 1 0,-6 2 0,2-3 0,-2 1 0,2-1 0,-3-1 0,3-2 0,-3-1 0,-1 0 0,0 1 0,-1-7 0,1 2 0,0-1 0,-4-5 0,-2 3 0,0-3 0,-4-3 0,0 3 0,-4-6 0,-3 2-483,-7 1 1,-1 1 0,-5-1 0,0 0-143,-1 1 0,3 3 0,-2 2 1,1 1-324,3 2 0,1 2 0,1 3 0,0 2-998,0 4 0,4 3 0,2 2 0,1 4 1588,2 7 0,-4 5 0,1 7 1</inkml:trace>
  <inkml:trace contextRef="#ctx0" brushRef="#br0">4386 8594 7115,'-8'-44'0,"0"0"0,8 2 0,7 1 608,9 3 0,7 4 1,14 4-1,8 5 1,15 1-1,5 4 1,-16 6-1,1 1 1,2 2-280,4 0 0,1 1 1,0 1-1,-2 0 0,-1 0 1,1 1-1,6-1 0,1 2 1,0-1-1,-1 0 0,1 0 1,0 0-194,0 0 0,1 1 0,-1-1 0,-4 1 0,-1 0 0,1 0 1,3 0-1,1 0 0,0 0 0,-1 0 0,0-1 0,0 1-29,-2-1 1,0 1 0,-1 1-1,-2 0 1,-1 0 0,0 1-1,-1-1 1,0 0 0,-1-1 0,-2 1-1,0 0 1,-1 0 262,-2 0 0,-1 0 0,-3 0 0,7-1 1,-4-1-1,-5 1 0,-5-1 0,1-7-47,-38-1 1,-62-3 0,3 5 0,-10 0-1,23 6 1,-3 1 0,-2-1 0,-2 1-234,3 1 0,-2 0 0,-2 0 0,0 0 1,-2 0-1,3 0 0,-2 1 0,0-1 0,-2 0 1,0 1-1,-2 0 0,3 1 0,-1 0 0,-1 0 1,-1 0-1,-1 1 0,0-1 0,0 1 1,-3 0-1,-1-1 0,-1 1 0,0 0 0,0 0 1,-1 0-1,0 0 54,5 0 1,0 1 0,-1-1 0,0 1 0,0 0 0,0 0 0,1 0 0,-1 1 0,2-1 0,0 1 0,0 0 0,0 0 0,0 1 0,0-1 0,-2 1 0,1-1 0,1 1 0,0 0-1,-1 0 1,0 0 0,-1 0 0,0 1 0,1-1 0,-1 1 0,2 0 0,-7 0 0,0 0 0,0 1 0,1 0 0,-1 0 0,1 0 0,0 1 0,0 0-118,1 0 0,-1 0 0,1 1 1,-1-1-1,2 1 0,0 0 1,1 1-1,1-1 0,-1 0 1,2 0-1,0 1 0,1-1 1,1 1-1,1-1 0,-1 1 0,-5 1 1,0 0-1,1 0 0,1 0 1,0 0-1,2-1 0,-3 2 1,0-1-1,2 0 0,2 0 1,1 0-28,-1-1 0,1 1 0,2-1 0,5 0 0,-21 0 0,13-4 0,21-10 0,72-21 0,16 4 0,12 1 0,-5 3 0,5 1 0,5 0 0,-15 4 0,2 0 0,3 0 0,0 0 0,2 1 0,-5 1 0,1-1 0,1 1 0,1 0 0,1 0 0,0 0 0,-3 2 0,1-1 0,0 0 0,1 1 0,0-1 0,1 1 0,-1 0 0,0 0 0,0 1 0,1-1 0,-1 1 0,1 0 0,1 0 0,1 0 0,-3 0 0,1 1 0,1-1 0,0 1 0,1-1 0,-1 1 0,2 0 0,-1 0 0,2 0 0,1 0 0,1 0 0,-1 0 0,1 1 0,0-1 0,0 1 0,0 0 0,-5 1 0,-1 0 0,1 1 0,0-1 0,1 1 0,-1-1 0,0 2 0,1-1 0,-1 0 0,1 1 0,-1 0 0,1 0 0,-1 1 0,1 0 0,0 0 0,0 0 0,0 0 0,1 1 0,1 0 0,0 0 0,1 1 0,0-1 0,-1 1 0,1 1 0,0-1 0,0 1 0,-1-1 0,-1 1 0,0 1 0,0-1 0,0 1 0,0-1 0,0 1 0,-1 1 0,0-1 0,0 1 0,6 0 0,0 0 0,0 0 0,0 1 0,-2 0 0,0 0 0,-1 1 0,-3-1 0,8 1 0,-3 1 0,-1-1 0,-1 1 0,-1 0 0,0 1 0,-4 0 0,0 0 0,0 1 0,-2 0 0,-2 0 0,-2 0 0,8 1 0,-3 0 0,-3-1 0,-5 1 0,16 0 0,-14 1 0,-20 1 0,-83-8 0,5-2 0,-8-1 0,7 0 0,-4-2 0,-2 0 0,4 1 0,-3 0 0,-1-1 0,-2 0 0,3 0 0,-2 0 0,-1 0 0,-1-1 0,-1 2 0,-4-1 0,-2 1 0,-1 1 0,0-1 0,-1 1 0,7 1 0,-1 0 0,-1 0 0,1 0 0,-1 1 0,0-1 0,2 1 0,0 1 0,-1 0 0,1-1 0,-1 1 0,-2 0 0,5 1 0,-1-1 0,-1 0 0,-1 1 0,0-1 0,1 1 0,0 0 0,-1-1 0,1 1 0,0 0 0,0 1 0,0-1 0,-1 0 0,0 1 0,-1-1 0,-1 1 0,0 0 0,0 0 0,1 0 0,0 1 0,1 0 0,-6 0 0,2 1 0,1-1 0,-1 2 0,1-1 0,-1 1 0,-2 0 0,-1 1 0,0 1 0,1-1 0,0 1 0,1-1 0,3 1 0,0-1 0,1 1 0,0 0 0,1 0 0,1 0 0,-6 0 0,0 2 0,1-1 0,1 0 0,2 0 0,-5 0 0,2-1 0,2 1 0,2-1 0,-7 1 0,1 1 0,6-2 0,-10 1 0,10-1 0,-3-3 0,66-9 0,52-9 0,-7 4 0,7 1-4,-6 1 0,3 0 1,2 1-1,8-2 0,4 1 1,2 0-1,-17 2 0,1 0 1,1 0-1,2 0 0,0 0 1,5-1-1,1 0 0,2 0 1,-1 0-1,1 0-50,-7 2 1,0-1 0,1 0 0,0 0 0,0 0 0,1 1 0,2-1 0,0 0 0,1 0 0,0 1 0,1-1 0,0 2 0,3-1 0,0 1 0,1 0 0,0 0 0,1 1 0,-1 0 0,-8 0 0,1 1 0,-1 0 0,1 0 0,-1 1 0,1-1 0,-1 1 118,1 0 1,0 0 0,0 1 0,0-1 0,0 1 0,-2 0 0,-1 1 0,11 0 0,-2 0 0,0 1 0,-2 0 0,0 1 0,-2 0 0,0 0 0,-2 0 0,0 1 0,-4 1 0,1 0 0,-2 1 0,-3 1 0,-4 0-66,24 5 0,-11 4 0,-3 13 0,-59-6 0,-37-2 0,5-12 0,-7-1 0,-17 3 0,-7-1 0,8-3 0,-3 0 0,-4 0 0,10-1 0,-3 0 0,-1 1 0,-1-1 0,7-1 0,-3 1 0,0 0 0,0 0 0,0-1 0,0 2 0,-1-1 0,1 0 0,-2 1 0,0 0 0,2 0 0,-1 0 0,-1 1 0,-1-1 0,0 1 0,1 0 0,-2 0 0,-1 1 0,1-1 0,-1 1 0,0 0 0,0 0 0,-1 1 0,-1-1 0,0 1 0,0 0 0,0 0 0,2 1 0,3-1 0,1 0 0,1 1 0,0-1 0,0 1 0,0 0 0,-11 3 0,0 0 0,0 1 0,1-1 0,2 1 0,4-1 0,2 0 0,0 1 0,2-1 0,1 1 0,-5 2 0,1 0 0,3 0 0,6 0 0,-18 8 0,12 1 0,17-4 0,15 2 0,31 11 0,21-18 0,12-4 0,14 0 0,9-2 0,-6-1 0,5 0 0,3-1 0,-7-2 0,1-1 0,3 0 0,0-1 0,-5-1 0,1 0 0,1-1 0,1 0 0,0 0 0,3 0 0,1-1 0,0 1 0,1-1 0,2 1 0,-5-2 0,1 1 0,1-1 0,1 0 0,1 1 0,-1-1 0,-5 1 0,0 0 0,1 0 0,0-1 0,0 1 0,1 1 0,0-1 0,-5 0 0,1 0 0,0 0 0,0 0 0,0 1 0,0-1 0,0 1 0,-1-1 0,6 1 0,-1 0 0,0 0 0,0 0 0,-1 1 0,1-1 0,1 1 0,-6 0 0,1 0 0,0 0 0,0 0 0,0 1 0,0-1 0,-1 1 0,0-1 0,4 1 0,-1 0 0,0 0 0,-1 0 0,0 0 0,-1 1 0,0-1 0,5 1 0,0-1 0,0 1 0,-2 0 0,-1 1 0,-3-1 0,0 1 0,-3 0 0,-1 0 0,-2 1 0,1-1 0,8 3 0,0-1 0,-2 1 0,-3 0 0,4 1 0,-3 0 0,-4 1-955,5 3 1,-9-1 0,4 7 0,-35-5 954,-15-6 0,-10-4 0,-5-5 0</inkml:trace>
  <inkml:trace contextRef="#ctx0" brushRef="#br0">3443 9160 31521,'-12'5'-3271,"4"-4"5529,0 3 1,4-3-2259,-3-1 0,4-5 0,0-3 0,6-2 0,1-7 0,6-2 0,5-2 0,2-2 0,2 2 0,5-7 0,1 4 0,2 0 0,0 0 0,3 2 0,0 4 0,0 6 0,-2 5 0,2 9 0,-1 3 0,-3 7 0,-5 7 0,-3 12 0,-1 7-1186,-3 6 1,-6 1 0,-4 6 0,-4-2 657,-4 3 1,-7-3 0,-10 4 0,-6-2 438,-4-1 1,-1-11-1,-2 4 1,-4-1-14,-2-3 0,2-7 0,0 0 0,4-4-41,2-6 0,5-6 1,-2-2-1,4-4-92,7-7 1,7-1 0,5-4 0,0-1 258,4-5 0,1-8 0,2-4 1,4-2 401,7-2 0,5 0 0,6-3 1,1 0 337,0 1 0,1 5 0,1 4 1,1 2-724,-1 5 0,3 2 0,-1 0 1,1 4-42,3 3 0,-7 10 0,8 5 0,-2 6-1687,-3 5 0,-2 1 1,-2-2-1,-1-1-608,1 1 1,-4-2-1,-2-2 1,-1-6 2294,-3-5 0,-1 2 0,-1-5 0</inkml:trace>
  <inkml:trace contextRef="#ctx0" brushRef="#br0">4280 9313 8062,'-5'6'4349,"4"1"-3055,-3-3 1,5-2 0,5 5 0,8-2-805,3-2 1,4-2 0,6-1-1,3 0-1120,0 0 0,4 0 0,-2 0 0,2-1-1176,1-3 1,-1 3 0,-2-5 1805,-5 1 0,3-1 0,1-6 0</inkml:trace>
  <inkml:trace contextRef="#ctx0" brushRef="#br0">4363 9584 8062,'-17'5'1921,"3"2"0,-1 5-633,2-1 1,6-3 0,4-1-98,6-2 1,9-1 0,9-5 0,5-3-1255,6-4 1,-1-3 0,3 0-1,3-1-1523,-1 0 1,1 0 0,-3 0 1585,-2 1 0,7-1 0,-2 0 0</inkml:trace>
  <inkml:trace contextRef="#ctx0" brushRef="#br0">5648 8771 8062,'-12'0'315,"0"0"1,1 1 941,-1 3 0,3 5 0,-1 11 0,0 10-593,1 10 0,-2 11 1,-2 15-1,6-30 0,0 1-593,-1 3 0,1 0 0,2-1 1,0 1-1,-3 3 0,-1 0 1,1 1-1,-1 0-191,-1 0 0,0-2 0,2-8 1,-1-2-1,-7 29 0,5-8-1499,3-10 0,3-15 0,5-2-2249,0-7 3868,0-8 0,5-6 0,1-5 0</inkml:trace>
  <inkml:trace contextRef="#ctx0" brushRef="#br0">6037 8865 8062,'1'-16'0,"2"0"668,1 2 0,1 5 1,-2 1 708,1-1 0,1 2-713,-1-1 0,-3 4 1,4-2 1331,1 1-1226,-5 1 1,3 4-1,-8 0-116,-4 0 1,0 5-1,-2 3 1,-3 5-397,0 7 1,-6 1 0,0 10 0,-4 3-335,0 4 1,-6 10 0,-1 10 0,14-26 0,2 0 34,0 3 1,0 0 0,1-1-1,1 1 1,1 3 0,0 1-1,1-1 1,2 0-591,1 0 1,2-2 0,4 21 0,10-9 0,6-12-119,9-10 1,6-14 0,7-5 0,2-10 657,3-9 1,-4-13 0,11-13 0,-2-9 537,-24 22 0,-2-2 1,15-25-1,-4-5 1,-4 0 109,-6 0 1,-10 1 0,-2 0 0,-3 3-432,-4 6 1,-7 13 0,-5 3-1,-5 6-524,-1 5 1,-6 8 0,2 10 0,0 6-837,-1 7 0,6 4 0,-3 7 0,0 4 44,-3 3 1,6 0 0,0 4 0,3 1-310,1-2 1499,7-4 0,-8 6 0,5-4 0</inkml:trace>
  <inkml:trace contextRef="#ctx0" brushRef="#br0">6945 8617 17358,'-6'8'732,"2"0"0,1 2-704,-1 5 0,1 3 0,-4 7 0,-4 4-373,-3 6 0,-3 6 0,-4 6 0,1 2-271,-1 2 0,4-7 1,3 2-1,3-5 140,3-7 1,6-6-1,-2-8 1,4-5-43,4-6 0,6-4 0,6-5 0,0-1 185,1-3 1,1-4-1,6-7 1,-1-2-328,1-1 0,-1 2 1,0-3-1,-4-2 660,-3-2 0,2 0 0,1-1 0</inkml:trace>
  <inkml:trace contextRef="#ctx0" brushRef="#br0">6780 8829 8076,'-12'0'1015,"0"0"0,1 0 0,-1 0 849,0 0 0,7 0 1,5 2-869,6 2 1,11-3-1,7 3 1,7-3-590,7-1 0,4-4 0,4 0-2193,-3 2 0,2 0 1786,-6 2 0,1-5 0,-5-1 0</inkml:trace>
  <inkml:trace contextRef="#ctx0" brushRef="#br0">14091 1344 8502,'-13'13'1084,"-3"3"1,3 2 0,-3 7 0,3 5-718,2 9 1,-3 11-1,7-18 1,0 2-1,-1 1 1,-1 2-260,0 0 1,0 2-1,1 0 1,1 0-1,0 1 1,0 0-1,1-2 1,1 0-310,1-2 1,0-1-1,2 21 1,-2-5-1,3-10-538,1-8 0,0-9 1,1-7-1,3-2-1513,4-5 0,2-6 2252,2 0 0,5-13 0,1-4 0</inkml:trace>
  <inkml:trace contextRef="#ctx0" brushRef="#br0">14374 1756 7909,'-17'0'585,"4"2"1,-3 0 0,2 4 328,-2 0 0,6-2 0,-5 4 0,1 1-221,1 2 1,-2 2-1,1 1 1,-2 3-437,2 1 1,1 0 0,1 2 0,1 3-620,3-2 0,3-2 1,5 1-1,0-4 66,0-3 1,9-3 0,4-2 0,5-4-114,2-3 1,3-6 0,0-4 0,2-4 268,3-3 0,-3-5 0,1 2 0,-4-4 82,-2 0 1,-5-1 0,3 2 0,-4 1 255,-4 1 1,-6 1 0,0-4 0,-2 2-290,-2 2 1,-6 8 0,-2 1 0,-2 3-426,-2 5 1,0 0-1,2 4 1,1 2-240,1 3 1,4 5 754,-4 4 0,6 7 0,-4 8 0</inkml:trace>
  <inkml:trace contextRef="#ctx0" brushRef="#br0">14751 1792 7909,'0'-12'1139,"-1"2"1,-3 0-62,-4 3 0,2 3 0,-2-3 0,-3 2-271,-3 2 1,0 3 0,-5 4 0,1 5-511,0 6 0,-2 3 0,-2 7 0,1 1-278,1 2 0,6 0 0,-1-3 1,5 0-151,2-3 0,5-2 0,1-2 1,4-4-77,6-5 0,4-7 1,4 2-1,3-4-31,4-4 1,-3-3 0,1-8 0,2-2-124,-2-1 0,-2-2 0,1-2 0,-3 1 31,0 1 1,-4 1 0,3-4 0,-4 4 634,-4 3 1,-2 4 38,-2 4 1,-4 4 0,0 10-1,-5 7-151,-2 9 1,-3 8 0,2 9 0,-3 6 408,0 5 0,-1-1 1,0 5-1,0 1 129,0 3 1,-3-6 0,-1 5 0,0-5-413,-1-2 1,3-14 0,-6 2 0,1-6-311,0-6 1,-3-2 0,4-6 0,-2-5-298,0-4 0,5-6 0,-4 1 0,2-4-1279,3-4 1,1-3 0,2-6 0,2-3 376,1-3 1,6-4-1,-1 1 1,6 0 1189,4-2 0,9 3 0,2-7 0</inkml:trace>
  <inkml:trace contextRef="#ctx0" brushRef="#br0">15023 1945 7828,'-7'1'2750,"2"3"-1942,0 4 1,3 3 0,-2 0-530,3 1 1,0 4-1,-2 1 1,-1 1-411,2 3 0,-4 3 1,1 2-1,0 2-193,0-2 1,-3-1 0,4-3 0,0-1-765,-1-1 0,3-6 0,-2 2-1110,3-3 2198,1-7 0,5 0 0,2-6 0</inkml:trace>
  <inkml:trace contextRef="#ctx0" brushRef="#br0">15235 2016 8154,'0'-12'5577,"-1"5"-4911,-3 4 1,-2 6 0,-3 5-1,1 3-450,-1 1 1,0 3 0,0 2-1,1 2-378,-1 2 1,0-3 0,-1 2 0,4-1-207,1 0 0,1-2 0,4-6 0,0 1 85,0 0 0,1-5 1,3-4-1,5-1 10,6-2 0,-2-9 0,4-3 1,-2-3 332,1-2 0,0 0 1,-4-4-1,-1 2-361,1-2 1,-5 4 0,-3 1-1,-2 3-799,2 1 1,-4 0 678,0 1 1,-5 4 0,-5 4-1,0 5 421,3 2 0,-1 5 0,-4-3 0</inkml:trace>
  <inkml:trace contextRef="#ctx0" brushRef="#br0">15671 1709 7841,'-19'0'0,"0"2"0,2 0 1383,3 2 1,1 4 0,1-4 559,0-1 0,7-3-1392,5-4 1,6-3 0,10-6 0,4-3-209,2-3 1,2-4-1,0 0 1,3-1 21,0 1 0,1-1 0,-5 2 0,0 2-247,-4 4 1,2 3 0,-5 2 0,-2 0-1,-1 3 0,-1 3 0,0 5-262,0 0 0,-6 9 0,0 4 0,-2 6 12,-1 5 0,5 5 1,-2 5-1,-1-1-35,0-1 1,4-1 0,-2 4 0,1 1-9,-1-1 1,1-5 0,3-2 0,-2-3-298,-1-2 0,-4-5 0,4-2-273,1-3 0,1-6 1,2-3-1,0-3-8,0-1 1,-4-5 0,-1-3 752,3-2 0,0-8 0,2 0 0</inkml:trace>
  <inkml:trace contextRef="#ctx0" brushRef="#br0">15718 1969 8105,'0'5'1561,"0"-5"1,7-7-1,6-8 1,9-6-761,8-6 0,6-8 0,3-8 0,6-4-523,-21 21 0,1 1 1,0-1-1,0 1 1,2-3-1,-1-1 1,-1 1-1,-1 0-466,0 1 0,-2 2 0,15-21 0,0 5 0,-2 4 232,-2 7 1,-6 8-1,-1 5-4024,-5 4 0,-4 4 3980,-5 9 0,0 5 0,0 2 0</inkml:trace>
  <inkml:trace contextRef="#ctx0" brushRef="#br0">16579 1603 7886,'-12'0'447,"1"4"1,-1 1-1,0 1 1645,0-1 0,7-1-667,5-4 1,9 0 0,8 0-908,2 0 1,-2-2 0,4 0 0,1-2-708,-1 1 0,0 1 1,1-1-1,-1-1-332,-1 2 0,-1 0 0,4 2 0,-3 0-1007,0 0 0,-8 2 0,2 0 1528,1 2 0,-1 5 0,-2-2 0</inkml:trace>
  <inkml:trace contextRef="#ctx0" brushRef="#br0">16567 1780 7886,'-18'1'1427,"2"3"0,3-2 0,3 3-375,2 0 1,4-4 0,9 3 0,7-2 31,6-2 1,7 0-1,5-2-1404,6-2 0,0-1 0,-3-4 0,-1 2 0,-1 1 320,-1-1 0,4-1 0,-4-3 0</inkml:trace>
  <inkml:trace contextRef="#ctx0" brushRef="#br0">18183 1179 7876,'0'-22'771,"0"2"1,0-1 0,0 5 15,0 2 1,-1 6 0,-3 4 0,-3 5 34,1 7 0,-5 5 0,2 14 0,-4 4-574,-3 8 1,-5 12-1,1 8 1,9-26-1,0 1-434,0 3 0,-1-1 0,-2 2 0,0-1 1,0 3-1,1 0 0,-1 1 0,1-1-44,1 1 0,-1-2 0,2-4 0,0-2 0,-7 30 0,5-11-1610,4-7 0,6-14 1,0-10-1257,6-6 3096,3-6 0,12-9 0,0 0 0</inkml:trace>
  <inkml:trace contextRef="#ctx0" brushRef="#br0">18454 1544 7876,'-5'-6'666,"-3"2"1,-2 2 0,-2 2-1,-1 0 500,-3 0 1,1 2 0,-4 2 0,-2 5-769,-1 5 1,-2 2 0,0 5 0,1 3-424,-1 0 1,1 5-1,-1 8 1,2 1-404,2 0 1,4-8 0,9 4 0,3-2-236,2-2 1,8-13 0,3-3 0,6-6 303,9-5 1,1-2 0,6-4 0,2-5 316,1-7 0,-2-8 0,-1-3 0,1-3-12,-2-1 1,-5-1 0,-7-5-1,-1 1 91,-3 0 0,-6 3 0,-4 3 0,-4 3-210,-4 4 0,-4 10 0,-7 2 0,-5 3-374,-2 5 0,2 7 1,0 7-1,1 6 127,0 4 0,1 3 1,5 1-1,0 2 420,2-2 0,7 4 0,-1 0 0</inkml:trace>
  <inkml:trace contextRef="#ctx0" brushRef="#br0">18784 1709 7876,'0'-11'0,"0"-1"0,0 0 0,-1 0 1896,-3 0 1,-3 6 0,-6 2-1046,-2 3 0,2 1 0,-4 1 0,-1 3-695,-1 4 1,0 7-1,0 5 1,-3 4-215,-5 3 0,6 3 0,-2 4 0,2-1-68,3-2 0,4-4 1,8 0-1,1-2-135,2-1 0,8-10 1,7-3-1,6-5 167,5-3 0,4-3 1,1-4-1,-2-4 91,-1-3 0,-2-4 1,0-2-1,-2-2 34,-2-2 1,-4 0 0,0 0 0,-2 2 14,-1-2 0,-4 4 0,-1 0 35,-2 0 1,-2 6-166,-7 3 1,-2 10 0,-3 13 0,1 5 145,-1 2 0,3 9 0,-2 3 0,0 6 312,1 6 1,-4 0-1,0 9 1,-5 1 501,-2 2 1,2 1-1,-3-3 1,-2-2-508,-2-3 0,0-12 0,-1 0 0,1-8-517,-1-7 0,3-5 0,0-5 1,-1-5-362,1-5 0,5-2 1,0-4-1,3-2-920,2-3 1,0-5-1,3-3 1,4-3 68,3-4 0,11-4 0,6-11 0,6-2 1360,6-5 0,7-1 0,7-3 0</inkml:trace>
  <inkml:trace contextRef="#ctx0" brushRef="#br0">19209 1874 8197,'-4'-8'1296,"-1"1"-50,-2-3 1,4 0 0,0-2-207,1 0 0,2 1 0,0-1 0,2 0-718,1 0 0,8-1 1,6-3-1,3-2-228,4 0 1,1-3 0,6 5-1,-3 2 30,-1 1 0,-3 1 0,0 1 0,0 3-275,-1 5 1,-3 6 0,-3 5-1,-3 4-124,-3 4 1,-2 3-1,1 8 1,0 1-259,-3 3 0,1-4 0,4 5 0,0-1-93,0-1 1,0-1 0,-1-7 0,1-1 6,0-1 1,1-6-1,1 1 1,2-6 144,-1-5 1,-2-4-1,-2-4 1,3-4 473,1-3 0,-2-6 0,4-1 0</inkml:trace>
  <inkml:trace contextRef="#ctx0" brushRef="#br0">19350 2098 8716,'-12'8'1939,"1"0"1,7-7 0,9-2-980,13-9 0,12-9 1,12-8-1,7-6-1049,3-5 1,-23 17 0,1-1 0,4-3 0,0 0 0,4-1 0,0 1 231,2 0 1,-1 0-390,-9 4 1,-1-1 0,3-1 0,-2 0 0,11-19 0</inkml:trace>
  <inkml:trace contextRef="#ctx0" brushRef="#br0">1933 10374 8189,'0'-12'1195,"0"0"1,-1 2-464,-3 2 1,-1 13 0,-4 12-1,2 9 7,2 10 0,-3 3 1,3 9-1,0 9-494,-1 6 1,2-29 0,-1 1 0,1 5 0,0 1 0,-1 0 0,0-1-388,-1 2 0,0-1 0,0-5 0,0 0 0,0 2 1,1-1-1,-1-3 0,1-2-1175,-3 25 1,-1-17-104,5-8 0,1-13 0,7-8 0,4-11-1172,3-11 2592,-5-6 0,10-11 0,-3-2 0</inkml:trace>
  <inkml:trace contextRef="#ctx0" brushRef="#br0">2264 10845 7780,'4'-11'-1087,"0"-1"1305,-2 0 1,-1 4 1728,-1 0-26,0 6-1031,0-4 1,-5 6-29,-3 0 0,-1 2 0,0 0-86,1 2 1,2 1 0,-4-2 0,3 1-295,-3-1 1,1 3 0,0 2 0,1 3-285,-1 0 0,-3 2 0,-2 3 0,-2 4-378,2 2 0,1 2 0,2-1-224,3 1 1,2-1 0,3 1-1,-1-2 1,3-2-101,3-4 1,5-5-1,6-3 1,3-4 649,3-3 0,4-6 0,0-3 1,1-3 273,-1-5 1,-3-4 0,-2-6 0,0-2-81,-4 2 0,-2 0 1,-4 1-1,-3 0 83,0 3 1,-4 2 0,3 1 0,-4 3-235,-4 3 0,2 6 0,-5 2 0,1 1-415,-1 0 0,3 0-99,-4 4 1,6 2 177,-2 2 1,1-3 245,-1 3 1,3-2 410,-3 2-469,3-2 0,-1 3 1,0-4-2,-2 3-1864,0-3 0,0 6-957,0-3 1,0-1-1452,4 4 4232,0-4 0,0 8 0,0-5 0</inkml:trace>
  <inkml:trace contextRef="#ctx0" brushRef="#br0">2641 10881 7780,'0'-8'1976,"-1"1"-853,-3 2 1,2 0 643,-1 1 0,-3-3-1068,2-4 0,-4 3 1,3 1-1,-1 2-345,-3 2 0,-3 2 0,-3 2 1,0 4-536,0 7 0,2 5 0,3 7 0,0-1-162,3 1 1,4-4 0,-1-2 0,4-1 85,4-3 1,2-2-1,8-4 1,1-4 312,5-3 0,1-6 0,0-4 0,-1-4 202,1-3 0,-4-5 1,-2 3-1,-2-1 19,-1 4 1,0-2-1,0 1-336,0 2 1,-6 7 100,-2 7 0,-3 8 0,-2 10 63,-3 6 1,3 9 0,-4 2 0,1 6 269,0 0 1,0 9-1,2-1 1,0 2 0,-3 2 477,-2 1 0,3-8 0,-2-1 1,-1-5-337,0-2 1,-2-9 0,-4 1 0,-1-8-404,-1-6 0,4-7 0,-8-2 0,1-2-1065,0-2 1,-2-3 0,-2-4 0,-1-5-999,0-6 0,4-8 0,-6-9 0,1-3-1702,-1-5 1,5-1 3650,-7-7 0,4-4 0,-6-2 0</inkml:trace>
  <inkml:trace contextRef="#ctx0" brushRef="#br0">3172 10645 7780,'-6'12'2847,"4"-6"-1531,-6-2 1,5-4-1,-1-5-438,3-7 1,6-1 0,3-7 0,3-2-454,0-4 1,5 1 0,1-2 0,2 0-369,1 0 0,-1 6 0,-1-1 1,1 3 44,-1 5 1,-2 5-1,2 2 1,-1 3-205,-3 6 0,-1 4 0,-2 10 0,-3 6 115,-4 8 1,-3 4 0,-1 11-1,0 2 48,0 1 0,-9 2 1,-4 5-1,-4-2 383,-4-1 1,-1-8 0,-2 1-1,0-6-134,1-5 1,-5-6-1,1-2 1,1-5-283,1-5 0,2-8 0,4-4 0,3-4-189,3-4 1,5-3 0,1-6 75,2-3 1,1 2-1,4-6 1,2 1 0,2-1 128,3 0 0,4 2 0,2-2 0,1 5-82,2 1 1,5 8 0,-1 2 0,2 3-365,2 1 1,-1 0-1,1 0-372,-1 0 0,6 5 1,1 4-1,2 4 0,-1 3-494,2-2 0,-3-2 1,0-3-1,-1-1-897,-3 1 1,-1-3 2164,-1-3 0,-6-1 0,-1-2 0</inkml:trace>
  <inkml:trace contextRef="#ctx0" brushRef="#br0">4056 10551 7780,'-17'23'0,"-1"-1"2529,-1-2 0,-2-8 2374,6-8-4229,4-3 1,11-1 0,9 0 0,4 0 0,4 0-624,2 0 0,-3 0 0,3 0 1,2 0-908,1 0 1,2 0 0,0 0 0,0 0-1085,4 0 1,-6 0 0,3-1 0,-1-2-1381,-3-1 3320,-6 0 0,8-1 0,-5-1 0</inkml:trace>
  <inkml:trace contextRef="#ctx0" brushRef="#br0">4091 10739 8613,'-26'16'0,"1"0"1974,3-2 0,8-5 1,1-1-208,3 1 1,9-4 0,2-1-1365,10-2 1,3-2-1,9-2 1,1-2-1123,1-3 1,0 0-1,-1 1 1,-1-1-1178,1 0 0,1 0 1,0-4 1895,-2 3 0,9-7 0,-7 1 0</inkml:trace>
  <inkml:trace contextRef="#ctx0" brushRef="#br0">5058 10232 7780,'0'-8'4120,"0"1"-2708,0 4-980,6-2 1,-1 6-1,3 4 1,-4 8-13,-3 10 0,-6 7 1,-3 9-1,-3 6-320,0 4 0,-6 6 1,-2 8-1,9-29 1,1 0-487,-2 3 0,2 0 0,2-4 0,-1-1 1,-7 31-1,3-9-645,4-6 1,3-10 0,5-5 0,1-7 281,3-7 1,3-10 748,4-5 0,6-3 0,2-1 0</inkml:trace>
  <inkml:trace contextRef="#ctx0" brushRef="#br0">5471 10397 7780,'-12'4'0,"-1"2"788,-3 0 0,2 2 0,-4 4 1,-1 1 367,1 3 0,-2 7 0,-3 9 0,-1 3-793,1 4 0,-1 0 0,3 5 1,4-1-476,5-2 1,8-7 0,0 0-189,3-9 1,10-8 0,4-10-1,4-3 1,4-5 98,2-7 1,5-6 0,3-12 0,-1-5 101,-3-3 0,-2 2 0,-1-8 0,-1 4-69,1 0 1,-10 5 0,-3 1-1,-3 0-371,-2 0 0,-3 5 0,-1 1 1,-4 7-122,-6 4 0,-6 8 0,-4 5 0,1 8-88,0 6 0,-2 4 0,3 7 748,2 3 0,1-3 0,1 3 0</inkml:trace>
  <inkml:trace contextRef="#ctx0" brushRef="#br0">5719 10621 7780,'5'-17'628,"-4"4"1,3-3 0,-2 3 654,-2 2 1,-2-1 0,-2 1 0,-4 2-661,-2 1 1,-2 6 0,0-2-1,1 4-258,-1 4 1,-1 2 0,-2 7 0,-2 3-329,-1 4 1,2 7-1,-1 3 1,3 2-498,3-1 1,3-5-1,0 1 1,5-5 71,1-3 1,7-8 0,5-1 0,4-3 163,6-4 1,2-7-1,2-5 199,-1-6 0,5-3 1,-1-7-1,-2-1 1,-3-2-70,-2 2 0,-6 4 0,1 1 0,-5-1 162,-2 1 0,-1 5 0,1 0-36,-4 3 1,-3 8 0,-2 5 0,-3 8 78,-4 6 1,1 6-1,1 7 1,0 6-8,4 5 0,-3 0 1,1 5-1,0 4 723,-2 7 1,4-2-1,-6 10 1,-1 0-185,-2-2 0,-2-5 0,-1-5 0,-3-5-629,-2-1 1,0-12-1,-4-2 1,3-7-63,0-8 1,4-7 0,-2-4 0,1-2-548,2-2 1,2-7 0,1-5 0,1-7-1497,-1-8 0,4-3 0,1-5 0,4-3 548,4-5 0,5 3 1543,10-7 0,2 3 0,6-3 0</inkml:trace>
  <inkml:trace contextRef="#ctx0" brushRef="#br0">6438 10185 7780,'0'-12'2034,"-1"24"1,-2 10-1176,-1 11 1,-1 4 0,2 9 0,-2 5-734,-1 5 0,-2 2 0,-4 7 0,0 1-516,0-1 0,4-12 0,2-4 1,1-7-378,2-8 0,2-13 767,1-9 0,0-8 0,0 1 0</inkml:trace>
  <inkml:trace contextRef="#ctx0" brushRef="#br0">6756 10232 7780,'0'-11'406,"0"-1"987,0 0 0,-1 5-744,-3 3 1,-4 14 0,-6 5 0,-2 8 323,2 4 1,-3 3-1,0 7 1,0 2-791,0 4 0,0 1 0,2 2 0,1 2-314,3 0 0,5-3 0,6-4 0,0-3 90,0-4 1,9-12 0,4-4-1,4-7-506,4-7 0,3-4 0,2-6 0,3-5 440,1-8 1,-4-8-1,1-5 1,-2-2 108,-1-1 0,-2-4 0,-2-1 0,-4 1 364,-3-2 1,-7 7 0,-2-4 0,-3 2-322,-1 3 1,-6 3 0,-5 9 0,-4 4-743,-4 5 0,0 8 0,-5 3 0,1 7-167,-1 10 0,4 5 0,2 3 0,1-1 85,3 1 0,2-1 1,4 0-1,3-4 779,-1-3 0,5 2 0,-4 1 0</inkml:trace>
  <inkml:trace contextRef="#ctx0" brushRef="#br0">7228 9867 6313,'8'0'1562,"0"0"0,-6 1 451,2 3-32,3-3-913,-6 5 1,4-5-423,-5 3 1,0 2 0,0 6-415,0 0 1,-3 1-1,-1 2 1,0 2-167,-2 1 0,4 3 1,-5 5-1,1 2-205,-1-2 1,1 4 0,-4 0 0,4 1-408,1 1 0,-1-10 0,4 0 0,-2-2-307,1-2 0,2-3 645,1 1 1,5-5 0,3-3 0,3-5-1,0-5 105,1-1 1,1-11-1,2 3 1,0-4-148,0-2 1,-1 4 0,-1-3 0,0 2-586,-2-2 1,-2 3 0,1-3 0,0 3-240,-2 2 0,-6-1 1074,2 0 0,-3-5 0,-1-1 0</inkml:trace>
  <inkml:trace contextRef="#ctx0" brushRef="#br0">7122 10008 7780,'0'12'-297,"0"-4"1,0 0 2714,0 1 0,0-2-1069,0 0 1,5-4 0,3 1 0,4-4-901,4-4 0,-2 1 1,6-3-1,1-1-1442,1 1 0,0 2 1,-1-3-1,-3 2 993,-1 2 0,4 2 0,-2 1 0</inkml:trace>
  <inkml:trace contextRef="#ctx0" brushRef="#br0">1981 12036 7780,'0'-12'980,"0"0"1,-2 6-423,-2 2 0,-1 9 1,-4 8-1,2 9-26,2 9 0,0 4 0,2 4 1,-2 6-172,-1 5 1,2 5-1,-3 6 1,1 3-461,-1 2 1,3-3 0,-3 1 0,2-5-537,3-9 1,0-7 0,2-10 0,0-6-622,0-7 0,6-7 0,1-5 770,4-4 1,1-10 0,-1-4 0,1-6 485,0-2 0,0-7 0,0-5 0</inkml:trace>
  <inkml:trace contextRef="#ctx0" brushRef="#br0">2216 12472 7954,'7'-5'1371,"-2"-2"60,-5-4 1,0 3-809,0 0 0,-1 6 1,-2 2-1,-2 7-263,-1 4 0,-2 2 0,-4 1 0,0 3-302,0 1 0,1 2 0,0 4 0,2 0-255,1 4 0,1-3 1,0 2-1,3-3-173,2-4 1,4-2-1,2-5 1,3-1 37,4-6 1,2-3-1,3-4 1,3-5 334,4-5 0,-4-4 0,0-7 0,-1-4-16,0-3 0,-7 3 0,1-2 1,-3 3 2,-3 2 1,0 3 0,-8 2-192,-2 1 0,2 6 0,-6 7 0,-1 4-293,-2 4 1,1 7 0,1 5-53,1-2 1,5 3-1,-1 0 1,3 0 0,1 1 135,0 1 1,1-5 0,3 3 0,5-1 409,6 0 0,-2-6 0,14 1 0,-2-5 0</inkml:trace>
  <inkml:trace contextRef="#ctx0" brushRef="#br0">2617 12496 6802,'19'-16'-398,"-4"-1"1,-3 0 627,-4 0 1,-3 1-1,-5 4 1365,0 1 1,-1 0 0,-3 3-1,-4 4-763,-2 3 0,-3 1 1,-2 3-1,-2 3-379,-1 6 0,2 8 1,-2-1-1,-1 4-344,1 0 1,4 1 0,-1-1 0,5 1-125,2-1 1,5-3-1,-1-2 1,3-1-114,1-2 0,7-6 0,3-2 0,6-2-72,2-3 1,2-6 0,3-3 0,0-4-62,-4-1 0,2-3 0,-5-2 1,0-2 117,1-2 0,-4 3 0,1 0 0,-3 1 106,-3 2 1,-4 3-1,2 3 2,-1 1 0,-1 7 0,-4 2 0,0 10 186,0 7 0,0 6 1,-1 3-1,-2 5 372,-1 2 1,-1 2 0,1 4 0,-2 3 66,-1 3 1,-5-2 0,2 1-1,-6 1-238,-2-2 1,2-4 0,-2-2-1,-1-6-652,1-4 1,0-9 0,-2-3 0,4-4-727,3-4 0,3-4 0,2-8 1,4-5-282,3-6 0,2-4 0,3-9 0,5-5 439,6-5 0,4 0 1,9-4-1,3-1 23,3-3 845,-4 12 0,-10 7 0,0-1 0,16-15 0</inkml:trace>
  <inkml:trace contextRef="#ctx0" brushRef="#br0">3219 12307 7780,'0'-8'2581,"-2"2"-1614,-1 0 0,0 2 1,-5 4 768,-1 0 0,4-1-1168,1-3 0,2 2 1,2-6-1,2-1 193,2-2 1,4-5-1,6-1 1,4-1-508,5-3 0,-2 0 1,6 0-1,-2 3-235,-1 1 1,-1 5 0,1 5-1,-2 2-150,-2 3 1,-2 7 0,-5 7-1,0 6 17,-2 4 1,-7 7 0,0 2 0,-3 5 204,-1 3 1,-5-2 0,-3 2 0,-4-2-46,-4-2 1,2-3 0,-6-2 0,-1-1-84,-1-3 0,-2-1 1,1-2-1,-1-1-350,1-2 1,0-4 0,4-7-1,3-2-93,3-2 1,1-3 0,2-6 389,2-3 1,2-4 0,8-1 0,0 1 73,2-1 0,9 0 0,0 0 0,5 0-100,2 1 1,0 0-1,2 2 1,3 2-466,0 2 1,1 1-1,1 4 1,1 0-810,3 0 0,-3 4 0,6 1 0,3 2 105,0 2 0,1-4 0,0-1 1285,1-2 0,6-2 0,-3 0 0</inkml:trace>
  <inkml:trace contextRef="#ctx0" brushRef="#br0">4327 12201 7780,'-17'0'0,"7"4"1601,-6 0 1,6 1 0,-5-1-851,6 4 1,5-3 0,8 0 0,5-1-571,6 0 0,-1 0 0,6-4 0,1 0-195,1 0 0,1 0 0,1 0 1,0 0-982,-1 0 1,-1-1 0,-1-2 0,-1-1-167,1 2 1,-4 0 0,-1 2 0,-3 0 1160,-1 0 0,-1-5 0,1-1 0</inkml:trace>
  <inkml:trace contextRef="#ctx0" brushRef="#br0">4398 12354 8172,'-18'12'0,"1"0"1153,0 0 0,7-5 1,0 1-274,3 1 1,5-2-1,7 0 1,7-2-191,6-3 0,4-2 0,3-4 0,2-2-992,0-1 0,2-2 0,-3 4 1,2 0-983,-2 0 1284,-1-5 0,4 4 0,1-6 0</inkml:trace>
  <inkml:trace contextRef="#ctx0" brushRef="#br0">13784 2971 16819,'7'-24'-701,"5"1"0,7-1 1513,8 0 0,9 5 1,10 2-1,8 2-281,7 5 1,-2 6 0,-25 2 0,1 0-168,26 1 1,-27 1 0,0 1 0,29 2 0,3 2 0,-29-3 0,0 1-28,4 0 1,1-1-1,2 1 1,1-2-1,9-1 1,2-1-261,3-1 1,3 0 0,-10 0 0,4 0 0,1-1 0,2 0 0,1-2 0,2 0 0,-13 2 0,1-1 0,2 1 0,0-1 0,4 0 0,2 0 0,1 0 0,0 0 142,3 0 1,1 0-1,0 1 1,0 0 0,-2 0-1,-1 1 1,1 0-1,1 1 1,-7 0 0,1 0-1,1 0 1,1 1-1,-1-1 1,0 1 0,0-1-1,0 1 1,0 0 0,0 0-235,0 0 1,0 0 0,0 0 0,-1 0 0,-1 0 0,9 0 0,-1 0 0,-1 0 0,1 1 0,1 0-1,1-1 1,0 2 0,0-1 0,0 1 0,-1 0 0,1 0 0,-1 1 132,1 0 0,-1 1 0,0 0 0,-1 0 0,-6-1 1,-2 0-1,1 1 0,0 0 0,2 0 0,1 1 0,-1 0 1,0-1-1,-3 1 0,-1-1 0,-1 1 0,0 0-98,14 1 0,-1 0 0,-1 0 0,-8-1 1,-2 0-1,0-1 0,3 2 0,-1-1 1,0 0-1,-3 0 0,0-1 0,-1 0-80,-3 0 1,-1 0 0,-2 0 0,13 1-1,-1 0 1,-3 0 0,-1-2 0,-2 0-1,-2 0 71,-4-1 1,-1 1-1,-10-3 1,-1 1-1,29 3 1,-12-3 4,-10-1 0,-13 0 0,-7-1-77,-3-3 1,-9 1 236,-6-4 1,-4 0-1,-4-2-241,-4 1 1,-2 5-1,-2-1 1,0 3 183,0 1 0,-1 0 0,-3 0 0,-3 1-2649,-3 3 0,1 3-169,-3 5 0,0 1 593,-11 3 1996,2-3 1,-23 14-1,1-2 1</inkml:trace>
  <inkml:trace contextRef="#ctx0" brushRef="#br0">5200 10586 8500,'-1'-11'344,"-2"2"405,-1 1 0,-4 1 1,4-5 420,2 0 1,-4 4-1,1 0-131,-1-1 1,3 3 2516,-1-2-2866,3 5 1,7-2-1,5 6 1,6 3-186,5 4 0,9-1 1,15 0-1,9 3-426,-22-5 0,1 0 0,7 2 0,2-1 0,6 1 0,2-1 0,5 1 0,2-1-55,4 0 1,1-1 0,0-1 0,1 1 0,-16-1 0,-1 0 0,1 0 0,0 0 0,-1 0 0,0 1-156,0 0 1,-1 0 0,0 1 0,15 0-1,0 1 1,-3 0 0,0 1 0,-3-1-1,-1-1-98,-4 0 1,-2 0 0,-5 0-1,-2-1 1,-3-1 0,-1 0-1,28 1 150,-6 0 0,-16-4 0,3 3 0,-10-4 352,-9-4 1,-7 3 0,-6-4 421,-5 0 1,-3 2-336,-6-5 1,-6 5 0,-3-2 0,-4 1-194,-3 0 0,-1 0 1,3 4-1,-3 0-560,-1 0 1,-1 2 0,-2 0-1,3 2-138,1-1 1,-3 2 0,5-1 0,0 0 189,2 1 1,1-3-548,0 2 1,2-2-1,1 1-2292,1 1-1810,5 0 448,-2-4 4542,5 0 0,-5 5 0,-2 1 0</inkml:trace>
  <inkml:trace contextRef="#ctx0" brushRef="#br0">5318 12107 8500,'12'-12'190,"-1"1"1,0 2 579,-3 1 1,2 2-1,-2-3 1,1 1-1,0 0 858,-1 1 0,-1-3 0,2 3 990,-1 1-1639,-6 1 0,4 6 1,-8 4-1,-2 7-524,-3 6 1,-4 6 0,-2 3-1,-1 6-575,-2 5 1,-5 0-1,3 5 1,-2 2-356,0 1 1,2 2 0,-2 2 0,5 2-161,1 2 1,7-8 0,0 0 0,2-4 184,2-4 0,8-7 0,7-5 0,7-5 327,3-5 0,3-8 0,2-4 1,5-4-208,2-4 1,-3-3-1,-1-6 1,-1-1-653,-3-2 1,3-1 0,-3 3 0,-2-4 9,-3 0 0,-3 4 0,2-3 972,-4 0 0,-3-7 0,-1-6 0</inkml:trace>
  <inkml:trace contextRef="#ctx0" brushRef="#br0">5070 12390 8500,'-12'10'0,"1"-1"2539,-1-1 0,8-5-605,8 1 1,13-3-1,14-2 1,6-3-1237,6-4 0,0 1 0,10-1-1544,-1-1 0,2-1 1,5-1-1,-1 2 1,-2 3-6210,-1 0 7055,-5-3 0,2 3 0,-5-6 0</inkml:trace>
  <inkml:trace contextRef="#ctx0" brushRef="#br0">1603 11918 8042,'-5'8'0,"-1"0"0,-2 1 438,0 1 1,0 4 0,-3 0 0,2 3 268,1 1 0,1 3 0,-4 7 0,1 4 9,-2 6 1,7 2-1,-7 7 1,1 7-413,1 6 1,2 3-1,5-29 1,-1 0-1,1 1 1,0 1-216,-1 0 1,1 0 0,1-2 0,0 0 0,-1 3 0,0 2 0,0-1 0,-1 1-128,1-1 1,0-1 0,-1 28 0,-3-6 0,2-4-117,2-6 0,2-9 0,1-3 1,0-7 222,0-6 1,4-11 0,1 1-1,0 0 508,1 0 1,3-5-345,-1-1 0,-2-6 0,2 3-80,1 1 1,-2-5 0,1 3-1,1-3 46,1-1 1,3 0 0,2 0-131,1 0 1,1 0 0,-3 0 0,3 0 0,1 0-206,3 0 0,3 0 0,2 2 0,3 1-28,1 5 0,2 3 0,3 1 0,2 1 268,2 2 1,3-2 0,6 3 0,5-1-46,6 0 1,2-5 0,-26-5-1,1 0 1,2-1 0,1 0-60,3-1 0,0 0 1,1-1-1,1-1 0,1 1 1,1 0-1,2-1 0,0-1-141,2 0 1,0 0 0,-2 0 0,1 0 0,5 0 0,0 0 0,1 0 0,0 0-1,1 0 1,0 0 0,-4 2 0,1 1 0,1 1 0,0-1 0,3 1 0,-1 0 36,0 0 0,-1 0 0,2-3 0,0 0 0,2 2 0,-1 0 0,0-1 0,1 0 8,-1-1 1,0 1 0,-5 2 0,0 0 0,8-1 0,0-2-1,-1 1 1,-1 0-14,2 1 1,-1-1 0,-5-1 0,-1 0 0,1 1-1,0 0 1,-1-1 0,1-1 28,-3 0 0,0 0 1,1-2-1,-1-1 1,-1 0-1,0-1 0,-1 0 1,0 0 16,0 0 1,-2 0 0,-5 1 0,-1-1 0,5-2 0,1 0 0,-4 0 0,-1-1-62,1-1 1,-1 0 0,-7 1-1,0-2 1,0-1 0,-1-1-1,-2 0 1,-1 0-66,27-10 1,-10-1 0,-5-3 0,-6 0-170,-8 3 0,-9 6 0,-5 0 494,-3 3 1,-6 1-1,-5 1 1,-4-2 262,-6-3 0,1 1 0,1-4 0,-1-2-180,1-1 0,3-2 1,-1 0-1,3-2 333,1-5 1,2 2 0,5-9 0,6-1-430,4-2 0,-1 2 0,3-3 1,2 1-29,2 3 0,-5 3 1,-2 2-1,-3 3-13,-1 1 1,-4 2 0,-1 3 0,3 1 33,0-1 1,2 0 0,0 1 0,-1-2-78,1-3 1,0 4-1,-1-5 1,-2 1 17,-1 1 0,-1-1 1,4 6 27,-3 2 1,1 2-1,-4 4 1,0-2 670,1 1-616,-2 8 1,-10 1-1,-2 8 1,-2 2 203,-2 3 1,0 0 0,-1 1-1,-1 1 7,-2 2 0,-1-4 0,3 0 0,-3-2-13,-2-2 1,4-2 0,-5-1-1,-1 0-84,-1 0 1,-7-3-1,-3-3 1,-3-7-163,-4-4 1,-1-3 0,-7-3 0,-5-2-263,-4-3 1,-5 1-1,31 11 1,-1-1-1,-2-1 1,0 1 14,-1-2 1,-1 1 0,0 2 0,-1 0 0,-3-2 0,-1 0 0,0-1 0,-1 1-53,-1-1 0,0 1 0,5 3 0,0 0 0,-8-2 0,-1 0 0,-1 1 0,-1 1 185,-2-1 1,0 2 0,0 2-1,-1 1 1,-5 0 0,-2-1 0,-3 1-1,-1 0-14,18 3 0,0 1 1,0-1-1,-21-4 0,-1 1 1,17 3-1,-2 1 0,1-1 1,0 1-1,-1 0 1,0 1 44,-1-1 1,-1 0 0,1 1-1,3 1 1,0 0 0,-1 0 0,-5 0-1,-2 0 1,0 0 0,-1 0 0,0 1-1,0 0-129,-1-1 1,-1 1-1,2 1 1,2 0 0,2 0-1,-1 1 1,-1 0-1,-1-1 1,1 1 0,-2 1-1,0-1 1,-1 0 108,1 1 1,-1 0-1,1 1 1,4-1-1,1 1 1,0 1 0,-2-1-1,0 2 1,0 0-1,3 0 1,1 0-1,1 1-656,1 1 1,2-1 0,1 1 0,-12 1 0,2 0 0,-1 0 0,0 0 0,7-2 0,2 0-2856,7 0 0,5-1 3522,-10 2 0,8 1 0,19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1992 3867 24575,'0'0'0</inkml:trace>
  <inkml:trace contextRef="#ctx0" brushRef="#br0">2818 9336 24575,'28'55'0,"0"-1"0,1 0 0,-1 0 0,0 1 0</inkml:trace>
  <inkml:trace contextRef="#ctx0" brushRef="#br0">1061 1745 6328,'-44'-46'51,"0"0"1,12 14-1,1 2 1,4 0-1,2 4 1,-9 9 226,14 37 1,11 20-279,5-4 0,4 3 0,6-4 0,2-1 0,2 7 0,0 0 0</inkml:trace>
  <inkml:trace contextRef="#ctx0" brushRef="#br0">719 8122 24575,'0'0'0</inkml:trace>
  <inkml:trace contextRef="#ctx0" brushRef="#br0">14492 5116 3244,'14'-53'101,"-1"1"0,1-1 0,-1 1 0,1-1 0,3-8 0,0 0 0,0 2 0,2 1 0,-2 6 0,1 1 0,1 1 0,1 2 18,6-9 0,1 2 1,0 6-1,7-5 1,2 9-1,-3 15 1,2 7-1,17 3-599,-16 29 1,-6 21 0,-12 31 479,-9-27 0,0 2 0,3 9 0,-1 2 0,-2-2 0,0 0 0</inkml:trace>
  <inkml:trace contextRef="#ctx0" brushRef="#br0">17735 4008 21668,'1'-12'-6039,"2"0"4771,1 1 1,0 3 806,-4 0 408,0 5 1,-6-2 0,-2 5-1,-2 1 149,-2 3 0,-1-1 1,-3 5-1,-3 1-39,-4 1 1,-1 4-1,-3 0 1,-3 3-23,-4 1 0,-1 2 0,-10 4 0,-2 0-200,-1 4 1,0-3-1,-5 2 1,-1 0 351,0 0 0,7-6 0,-1 0 0,0-5 4,4-6 0,10-2 1,4 0-1,6-4-57,4-3 1,10-1 0,-2-1 0,2-3-100,-1-4 1,5 1 0,0 0-1,2-3-170,1 0 1,-1-3 0,4-2 0,0 0-1,0 0 1,1 2-1,2 1 1,0 1-80,0-1 1,-2 0 6,-1 0 1,0 4 112,0 1 1,-5 4-1,-4 0 154,-5 6 0,0 0 0,-1 4 0,0 3-77,0 0 1,2 2 0,-3 1 0,1 1-46,0 2 1,5 0 0,0-3-1,3 1-133,5 2 0,3 1 0,6-3 1,7 3-37,7 2 1,1-1-1,10 3 1,1-3 90,1-1 246,6 4 1,7-2 0,7 4 0</inkml:trace>
  <inkml:trace contextRef="#ctx0" brushRef="#br0">18961 4055 23407,'-12'-16'-1797,"1"1"0,3-1 1,0 4 687,-1 0 831,3 6 0,1 6 0,4 8 129,-3 2 1,3 2-1,-3 0 1,2 0 44,2-1 0,2 1 0,2 0 0,3 0 105,4 0 1,1-1 0,0 1 0,1 0-40,2 0 1,4-4-1,4-1 1,2 3-537,3 0 1,-1-3 661,9-3 0,-2 1-133,9-1 1,0 1 0,3-2 0,-1 1 6,-2-2 1,-5 1 0,0-1-1,-4 4 168,-3 0 0,-8-2 1,-1 4-1,-5 1 64,-7 2 1,1 0 0,-7 1 0,-2 0-70,0 0 1,-4 0 0,-2-1 0,-2 1 9,-1 0 0,-3-4 0,2-2 0,-4 1-35,-3-1 1,0-3 0,-3 1 0,-1-3-317,1-1 0,-3 0 0,-5 0 0,-2 0-342,2 0 1,0 2 0,-2 2 0,-2 3 540,0 4 1,1 1 0,6-1 0</inkml:trace>
  <inkml:trace contextRef="#ctx0" brushRef="#br0">14421 6295 7859,'0'-8'0,"0"0"464,0-1 1,0-1 426,0-2 1,0 4 0,2 0 736,1-1 1,-1 2-487,2 0 0,1 5 1,-1 4-509,-2 8 1,0 8 0,-2 11-1,-2 8-554,-1 9 0,-4 3 1,-5 9-1,0 2-242,1 1 0,-1 3 0,0-1 1,0-2-613,0-1 1,1-11 0,0-6 0,3-6-1498,4-6 1,4-12 0,4-12 977,4-4 0,3-4 0,0-3 1293,1-4 0,5-13 0,2-4 0</inkml:trace>
  <inkml:trace contextRef="#ctx0" brushRef="#br0">14704 6543 7874,'-4'11'0,"-1"1"0,-1 0 0,-1-3 0,-2 0 0,2 3 1656,2 1 1,-3-1 0,3 6 0,0-1-792,-1-2 1,2 2-1,3 0-683,-3 1 1,3-4 0,-3 2 0,3-3 0,1-1-139,0 0 0,1-2 1,2 0-42,1-3 1,3-5 0,-1-2 0,0-7-147,3-3 1,3-5 0,3-3-1,0-6 59,0-1 1,3-5-1,0 0 1,2-1 21,0-1 1,-5 5 0,5-3 0,1 0 34,1-1 0,-3 11 1,-4 1-1,-2 7-135,-1 5 0,0 5 0,-1 4 325,-4 8 0,3 8 0,-6 11 1,-2 5-1,-1 6 131,-1 1 1,0-1-1,-1 2 1,-1-2-384,-2-2 0,-4-1 1,4-4-1,1-5-1412,2-4 0,1-8 0,1-2-1461,3-5 0,3-6 2962,4-11 0,6-5 0,2-11 0</inkml:trace>
  <inkml:trace contextRef="#ctx0" brushRef="#br0">15707 6036 7829,'-2'8'2503,"-2"-1"1,2-4-873,-6 1-899,5-3 0,-3-1 0,3-1-39,-1-3 1,-1 3-1,2-5-272,-1 1 1,-1 4-1,1-3-112,-4 3 1,2 1-1,-2 0-65,-1 0 0,2 0 0,-1 0-169,-1 0 1,-1 4 0,-1 1 0,2 0 22,1 0 0,4 1 0,-4-3 228,-1 5 0,3-1-37,-2 1 0,4 0-64,-4 3 1,5 1-105,-1 0 0,2 0 1,-1 0-10,-1-1 1,0 1 0,4 0 0,0 0-73,0-1 1,0 3 0,0 0 0,0 3 23,0 1 1,0-2 0,0 4-1,-1 1 10,-3 1 0,3 3 1,-3 1-1,3 3-80,1 1 1,-4-3 0,-2 5 0,1 1-57,0 1 1,0-3 0,2-1 0,-2 0 160,-2 1 0,3-5 1,-2 1-1,0-2 37,4-1 0,1-1 0,-1 0 1,0-3-79,-2 0 1,0-8 0,4 2 0,0 1-21,0-2 1,0 0-1,0-1 1,0 0 17,0-1 0,0 1 56,0 0 0,4 0 1,1-2 94,1-2 1,2 1-118,4-5 0,0 4 1,0-4 5,0-2 0,-1 0 1,1-2-288,0 0 0,0 0 1,-1-2-1,3 0-986,1-2 0,-2-5 0,3 2 0,-3-1-422,-1 1 1,0 3 0,0-4 1598,-1-1 0,1-2 0,0-1 0</inkml:trace>
  <inkml:trace contextRef="#ctx0" brushRef="#br0">16308 6059 7783,'0'8'1882,"0"0"-325,0-5 1,-1 2-963,-3-5 0,-3 4 1,-5 1-163,1 2 0,-1 0 0,0 5 0,0 1-230,0 3 0,-5 8 0,-2 7 0,-4 4-180,0 5 0,-2 7 0,-1 8 1,-2 4-238,15-28 0,0 1 0,-7 23 1,5 0-1,3-6-72,4-1 1,3-10 0,6-4-1,3-4-260,4-4 0,2-5 1,2-4-1,1-3-1139,3-3 1,-3-3 0,3 0 1684,-3-5 0,-1 4 0,-1 0 0</inkml:trace>
  <inkml:trace contextRef="#ctx0" brushRef="#br0">16379 6531 7783,'-12'6'0,"0"-2"1176,0-2 1,2-4 0,2-2-514,4-4 0,3 2 0,1-3 0,1-3 28,3-2 0,3-3 0,4 2 1,1-2-619,0-1 1,1 3-1,1 0 1,2 2-17,-1 1 1,-2 0-1,-2 1 1,1 4-341,0 3 0,0 2 0,0 4 0,1 2 51,2 3 0,-1 5 1,1 4-1,0 4 68,0 2 0,-1 5 0,1 2 0,-2 0 86,-1 0 0,1-2 0,0-4 1,2-2-207,-1-2 0,-7-4 1,4 0-1,-1-2-999,-4-1 1,1-5 578,-3-3 0,-2-3 0,5-2 1,-2-3 703,-2-4 0,-7-8 0,-3-2 0</inkml:trace>
  <inkml:trace contextRef="#ctx0" brushRef="#br0">16497 6672 8310,'-6'7'0,"-1"-3"1758,-4-3 1,4-2-1239,4-3 1,6-4 0,7-7 0,4-3 361,6-4 0,3 0 0,5-10 0,3-2-1045,3-4 0,2 5 1,-2-1-1,-1 3-1270,-2 1 0,-5 5 0,0 3 0,-5 7-40,-5 6 0,-3 8 1473,-1 1 0,-5 5 0,-2 7 0</inkml:trace>
  <inkml:trace contextRef="#ctx0" brushRef="#br0">17192 6307 7783,'-8'0'1586,"2"2"1,-1 5-638,1 5 0,2 9 1,-4 2-1,-1 7-566,-2 4 0,5 2 1,1-1-1,1 1-607,0-1 0,0-5 0,2-4 0,0-4-1596,-2-2 0,0-9 0,3 0 1,-3 0 0,1-6 1819,-5-1 0,-5-13 0,-5-4 0</inkml:trace>
  <inkml:trace contextRef="#ctx0" brushRef="#br0">16957 6531 14411,'17'0'791,"1"-2"0,5 0 1,2-2-1265,3 1 0,2-2 0,5 0 0,2 0-1067,2-1 0,-5-2 1,3 3 1539,-3-1 0,3-7 0,-7-6 0</inkml:trace>
  <inkml:trace contextRef="#ctx0" brushRef="#br0">17581 6307 7783,'-18'0'0,"1"1"2348,0 3 0,4-3-655,-3 3 1,4-4-1295,5-4 1,7 3-1,7-4 1,5 0-472,4-3 1,-3 2 0,4 3-146,0 1 0,-2-2 1,3 0-1,-1 2 1,-1 0-207,1 2 1,-4 4 0,3 0 0,-3 0 270,-2 1 0,1 1 0,-1 3 0,-2-1 499,-1 1 1,-6 1-1,2 2 596,-2 0 0,-4 0 0,0 0-667,-2-1 0,-7-3 0,1-1 0,-5-1 0,1-1-240,1 1 1,1-1 0,0-2 0,0 1 127,1-2 1,-1-1-1537,0-1 930,0 0 0,11 0 0,6-1 53,8-3 0,0 3 0,4-3 0,-1 4 253,0 4 0,0-1 0,-3 4 1,0 4 190,-1 3 0,2 1 0,-7 3 1,-1 2 781,-2 2 1,-3-5-1,-1 7 1,-1-2-326,-3 0 0,-2 0 1,-6-1-1,0-2-1177,0-2 1,-1-2 0,-1-3-1007,-2 0 0,0-6 0,4-2-208,1-2 0,4-8 1,3-3 1878,3-5 0,1-10 0,0-6 0</inkml:trace>
  <inkml:trace contextRef="#ctx0" brushRef="#br0">17888 6012 8342,'7'5'1018,"-1"-3"1,-2 2 0,3-2 135,-1 2 1,6 3 0,-2 6 0,6 2-565,3 5 0,2 13 1,3 6 103,0 6 0,2 10 0,-7 2 0,-2 1 1,-6 1-17,-5-3 1,-5-9-1,-2-1 1,-3-4-611,-4-4 0,-7-5 0,-2-3 0,-1-1-1445,-3-3 0,-1-1 1,-2-3-1,1-1-1214,-1-1 0,6-10 0,2 1 2591,3-5 0,-4-7 0,-2-6 0</inkml:trace>
  <inkml:trace contextRef="#ctx0" brushRef="#br0">18548 5977 7906,'-22'5'0,"5"1"0,-8 8 0,2 0 736,2 2 1,0 5-1,-2-2 1,2 5 930,2 3 0,-1 5 0,-2 7 0,2 6-1450,5 4 0,0 1 0,1 4 0,-1-2-665,5-2 0,-1-11 0,7-5 1,2-3-619,0-5 1,6-3 0,3-3 0,2-4-614,4-3 0,3-7 0,-2-2 1679,2-2 0,10-8 0,-1 0 0</inkml:trace>
  <inkml:trace contextRef="#ctx0" brushRef="#br0">18678 6378 7906,'-12'0'891,"1"0"0,-1-4 0,0 0 1243,0 1 0,4 0-1386,0-1 1,6-2 0,-2-6-249,3 0 0,5 1 1,1-1-345,1 0 0,6 0 1,4 2-1,-2 1 0,-1 2-56,-1 2 0,1 1 0,2 4 0,0 0-369,0 0 0,-1 5 0,1 4 0,0 6-203,0 4 1,2 1-1,-1 2 1,-1 3-45,2 0 1,-4 0-1,3-2 1,-2 0-59,2-4 0,-5 2 0,2-5 0,-1-2-930,-3 0 0,0-8-1416,3-2 2920,-6-3 0,0-6 0,-6-1 0</inkml:trace>
  <inkml:trace contextRef="#ctx0" brushRef="#br0">18690 6531 9079,'0'-8'1599,"0"0"1,0-1-499,0-2 0,6-2 1,6-2-1,8-6-621,6-6 0,2 0 1,7-6-1,4-1-1188,2 1 1,0 6 0,-7 1-445,-3 5 0,-3 4 0,-9 6 0,-4 5 0,-5 6-2828,-2 6 3980,-5 5 0,2 6 0,-5 1 0</inkml:trace>
  <inkml:trace contextRef="#ctx0" brushRef="#br0">19315 6366 7906,'-16'0'0,"0"0"2132,2 0 0,1 0 0,2 1-292,4 3 0,1-1 1,8 3-1514,2-1 0,3-1 0,8-4 1,2 0-732,1 0 0,-2-1 1,4-2-1,-1-1-168,0 2 0,2-3 1,-6 1-1,1 1-1098,1 2 1,-6 1 0,2-2-1,-2 0 1670,-1-2 0,4 0 0,4 4 0</inkml:trace>
  <inkml:trace contextRef="#ctx0" brushRef="#br0">19846 6083 10956,'-8'4'0,"1"1"1828,2 2 0,-4-4 0,2 5 0,-1 3-922,0 3 1,2 6 0,-3 7 0,1 6-976,-1 5 1,2 4 0,-1 4-1,-1-2-169,-1 0 1,3-10 0,3 0 0,2-4-2730,-2-4 0,2-10 2967,-2-4 0,8-9 0,3 3 0</inkml:trace>
  <inkml:trace contextRef="#ctx0" brushRef="#br0">19987 5941 7906,'-8'0'2823,"0"0"-1642,-1 0 0,4 6 1,1 1-1,4 4-543,4 1 0,4 2 0,8 4 0,3 9 1010,3 5 1,2 8 0,-2 11-1,-2 5-691,-4 6 0,-8-1 1,-5 3-1,-1-3-877,-2-8 1,-7-3 0,-5-5-335,-6-6 1,-4-2-1,0-12 1,1-5-1,1-1-1634,-1-5 1,4-6 0,1-4 0,3-3-4656,1-1 6543,1-5 0,-1-12 0,0-8 0</inkml:trace>
  <inkml:trace contextRef="#ctx0" brushRef="#br0">20294 5871 7906,'-12'-4'0,"0"0"2418,0 1 0,0 2 560,1 1 0,5 0-2172,6 0 1,6 0 0,7 0 0,3 0 0,4 0-434,7 0 0,-1 0 1,5 0-1,2 0-233,1 0 0,2-4 0,-4 0-208,-4 1 1,3-2 0,-7 0 0,-1 0-1,0-1 196,-4 4 0,-8-1-97,1-1 0,-10 3 1,0-2 8,-5 6 1,-2 0 0,1 4 0,-3 3-233,1 0 1,-4 2 0,5 1 0,0 3-242,0 3 0,-3 1 0,3 2 0,-1 4 129,1 3 0,0 0 0,1 5 1,-3 5 459,1 6 1,-3-3 0,3 8 0,1 1 340,0 1 1,-3-1 0,4 2-1,0-4-98,-1-3 1,2-9 0,-3 0 0,-1-2 88,1-2 1,-2-10 0,-3-1-360,4-3 1,-8 0 0,3-2 0,-1-1 0,-1-1-725,-2-5 0,3-2 1,-3 0-1,2-3-582,-2 0 0,3-5 1,-3 0-1,3-6 12,1-5 0,6-1 1,2 1-1,3-2-1653,1-3 0,6 1 2818,6-4 0,10-6 0,8-5 0</inkml:trace>
  <inkml:trace contextRef="#ctx0" brushRef="#br0">21084 6248 7906,'-17'0'2352,"4"0"0,-3 0-1236,3 0 0,8 0 0,6 0 0,9 0-764,9 0 1,8 0 0,6-1 0,4-2-884,2-1 0,4 0 0,-4 3 1,-1-2-788,-1-1 1,-1 0-1,-4 4 1,-3 0 1317,-5 0 0,-3 5 0,2 2 0</inkml:trace>
  <inkml:trace contextRef="#ctx0" brushRef="#br0">21096 6436 7906,'0'12'1871,"0"-4"0,0 0 586,0 1 1,1-4-1,3-1 1,4-2-1587,2-2 1,7 0 0,3 0-1,3 0-1016,5 0 1,1-4-1,3-2 1,1 1 24,4 0 0,-4 1 1,5 4-1,0 0 120,-2 0 0,1 0 0,-2 0 0</inkml:trace>
  <inkml:trace contextRef="#ctx0" brushRef="#br0">22110 5941 13704,'-6'-6'1882,"5"2"0,-3 9 0,2 8-1076,-2 9 0,0 11 0,-7 13 1,-3 10-666,-3 7 1,7-27 0,0 2 0,-2 1 0,0 0 0,1 1 0,-1 0-549,0-1 0,0-1 1,-10 23-1,1-4 0,3-10-2870,1-7 0,2-14 0,7-6-764,5-6 4041,1-8 0,2-11 0,0-8 0</inkml:trace>
  <inkml:trace contextRef="#ctx0" brushRef="#br0">22216 6413 8685,'-8'5'1995,"0"4"-1000,-1 6 0,2-2 0,-1 4 0,1 0 323,0 2 0,-3 4 1,3 0-1,-1 1-1029,0-1 0,2-4 1,-2-3-188,4-3 59,3-7 0,6-11 1,3-11-1,4-5-478,3-2 0,0-2 0,3 0 0,0-1-138,1 0 1,0 7 0,4-4 0,-2 2 133,-2 2 1,-3 2 0,2 7 0,-1 2 150,-2 4 0,-2 3 1,-3 3-1,-1 6 117,-1 8 1,-5 6 0,1 4-1,-3 3 398,-1 1 0,-4-2 1,-1 2-1,0-1-952,0-3 0,1-2 0,4-5 0,0-3-1133,0-3 1,5-3-1,3-2 1740,2-4 0,2-13 0,0-4 0</inkml:trace>
  <inkml:trace contextRef="#ctx0" brushRef="#br0">22758 6484 8924,'-16'-6'0,"1"0"1452,0-1 0,4-3 0,3 1-909,4-6 0,8 1 1,5-5-1,5 1-297,6 0 1,7-2 0,4-3 0,0-1-14,0 0 0,-4 6 1,-1 4-1,-4 3 506,-2 3 1,-6 6 0,2-1-1,-3 6-549,-1 5 1,0 7 0,-2 5-1,-1 4-118,-1 3 0,0-2 0,2 4 0,0-2-718,-3 1 0,0 3 0,2-3 0,-1-2 27,1-1 0,-2-3 0,-1-1 0,1-3-1766,-1-1 0,-2-1 1111,4-4 0,-4-6 0,3-3-437,-2-6 1711,-1-3 0,-4-11 0,0-2 0</inkml:trace>
  <inkml:trace contextRef="#ctx0" brushRef="#br0">22970 6637 7707,'0'-12'762,"0"-1"0,3-3 0,4-5 980,4-5 1,14-5 0,3-9 0,6-3-832,5-3 1,3-1-1,4 1-1211,-3 3 1,-3 9-1,-9 10 1,-5 9-1764,-5 6 2063,-9 3 0,-7 6 0,-5 0 0</inkml:trace>
  <inkml:trace contextRef="#ctx0" brushRef="#br0">15978 7391 7744,'8'-5'935,"-1"-3"0,-4 2 440,1-2 1,-3 4-479,-1-4 1,-1 5 0,-3-1-280,-4 3 1,0 1 0,-2 1-1,-3 3-204,0 4 1,-2 8 0,0 4 0,-5 5-127,-2 6 1,-3 3 0,-1 13 0,-2 7-277,2 6 1,13-27-1,0 1 1,0 1-1,1 1 1,0-2-1,0 1-545,2-2 1,2 0-1,-3 24 1,5 1-1,2-10-611,5-7 0,6-10 1,7-6-1,3-5 599,1-4 0,-2-11 0,4 3 0,1-6-2875,1-2 3420,-4 0 0,5 0 0,-5 0 0</inkml:trace>
  <inkml:trace contextRef="#ctx0" brushRef="#br0">16237 7816 8021,'-12'5'102,"1"0"0,0 4 0,2-2 452,1-2 0,4-1 0,-2-3 2357,0 3-2454,-3-2 0,7 2 0,-5-8 275,2-4 0,1-3 0,5-1 1,2-1-363,1-2 0,5 0 0,-1-3 0,2 0-292,2-1 1,0 1 0,1-3 0,1 1-118,2-1 1,5-1-1,-3 0 1,2 1-131,0 1 0,-5 10 0,4-1 0,-2 5-506,-3 3 1,1 8-1,-1 7 1,2 9 357,-2 9 1,-5 4-1,-2 12 1,-1 3 50,1-1 0,0 0 0,2-3 82,-1-6 1,-2-2 0,3-12 0,-1-4 0,1-3-254,2-3 1,1-8-1,-1-3 1,1-2-144,0-2 0,-3-6 1,0-1-1,2-5 163,-2-4 0,-1-2 417,0-6 0,2 1 0,-3-1 0</inkml:trace>
  <inkml:trace contextRef="#ctx0" brushRef="#br0">16296 8040 8497,'-12'5'1853,"-1"-2"-730,-2 4 1,7-11 0,2-3-1,12-10-296,9-6 0,8-7 0,4-5 1,7-10-735,-13 19 1,0-1 0,1-1 0,1 1 0,3-4 0,0 0 0,0 2 0,-1 0-710,0 1 1,0 1 0,17-18-1,2 0 1,-6 7-1083,-7 8 0,-14 14 0,-7 11 1698,-3 10 0,-3 8 0,-4 11 0</inkml:trace>
  <inkml:trace contextRef="#ctx0" brushRef="#br0">17086 7603 8021,'-5'8'0,"-3"0"0,-2 1 0,-1 6 676,3 1 1,-5 8 0,3 1-1,-2 4 1,-2 4-273,0 1 0,1-3 0,3-1 1,1-1-668,1-3 0,5-2 0,-2-4 0,1-5-2160,0-1 1,1-9 2422,7-5 0,-2-11 0,3-7 0</inkml:trace>
  <inkml:trace contextRef="#ctx0" brushRef="#br0">16862 7804 8357,'-12'4'892,"1"0"1,3 4 0,1-3-209,2 1 1,1-2 0,5 3 0,3-2-304,4-2 0,8-2 0,3-1 0,5 0-246,4 0 1,-2-1 0,4-3 0,0-3-1008,0 1 1,-2-5 0,2 5-429,-1-1 1,1-2 1299,-7 5 0,9-10 0,-7 1 0</inkml:trace>
  <inkml:trace contextRef="#ctx0" brushRef="#br0">17452 7545 8021,'-12'0'4536,"0"0"-2848,0 0 0,2-2-914,2-2 1,4-2 0,8-6-1,5 0-490,6 0 1,-1 5 0,6-1-1,1 0-485,1 1 0,-2-2 1,-1 5-1,2 2 205,1 0 1,1 2 0,-2 0 0,-3 2-143,-1 1 1,-1 4 0,-4 6-1,-1 2 275,1 0 0,-5 1 1,-3-3-1,-3 1 257,-1 2 1,0 0 0,0-4-1,-1-1 38,-3 1 1,-3 0 0,-5-1-1,1-4-306,-1-3 1,-1 2-1,-2-2 1,0-2-248,0-1 1,2-1-1322,1 0 499,0 0 1,7 0 634,5 0 0,5 0 0,7 0 0,0 2 173,0 2 1,1-2 0,1 6-1,2 3 133,-1 3 0,-2-1 1,-3 4-1,-1-1 374,-1 0 0,-1 5 1,1-3-1,-5 2-115,-1-1 0,-4-3 0,-1 4-286,-5 1 0,-4-4 1,-4 0-1,-2-2 1,-3 1-746,-3-2 0,3 0 1,-5-3-1,4 0-249,2-3 0,4-3 0,-2-5-537,1 0 0,7-5 0,6-5 0,4-4 1560,4-6 0,7-7 0,8-3 0</inkml:trace>
  <inkml:trace contextRef="#ctx0" brushRef="#br0">17888 7238 9731,'5'12'2351,"-2"0"0,5-1-1657,1 1 0,7 9 1,3 4-1,5 5 0,2 8 108,2 8 0,0 4 1,-1 6-558,0 0 1,-6 2-1,-8-9 1,-5-6-1,-4-4-373,-5-5 1,-6-6 0,-7-1 0,-3-2 218,-2-1 1,0-6-1,-5-2-2225,1-3 0,0-1 0,2-2 1,2-2 2133,-2-4 0,-2-8 0,0-3 0</inkml:trace>
  <inkml:trace contextRef="#ctx0" brushRef="#br0">18607 7179 10797,'-7'5'2754,"-1"3"1,-3 4-1968,-3 4 0,-5 10 0,-5 13 1,-4 12-650,13-21 0,-1 1 0,-2 2 0,0 2 1,0 2-1,0 0 0,-1 2 0,1 0-42,0-1 0,2 0 0,4-6 0,1 0 0,-7 27 1,8-16-1290,6-14 0,12-12 0,3-2 0,4-3-330,2-4 0,1-3 1,6-5-1,-1-1-183,1-3 1,1-4 1705,2-7 0,-2-9 0,4-6 0</inkml:trace>
  <inkml:trace contextRef="#ctx0" brushRef="#br0">18678 7627 8021,'-9'0'643,"-2"0"1172,-2 0 1,-1 0 0,3-1-746,4-3 1,1-3-1,6-5-650,0 1 0,2-5 1,2-1-1,5-1-446,5-3 1,-1-2 0,4 0 0,0 1 0,2 2-345,-1 4 1,0 3 0,-2 3-13,4 2 0,-3 3 1,-1 6-1,-3 3 138,-2 4 0,-3 9 1,0 5-1,1 7 52,2 5 1,-3-1 0,0 6 0,1-3-48,1 0 0,-2-2 0,-1-3 0,-1-3-587,1-3 1,-1-7-1,3-4 1,-1-4-27,1-6 0,-2-3 0,0-2 0,-2-3 852,-3-4 0,5-8 0,0-2 0</inkml:trace>
  <inkml:trace contextRef="#ctx0" brushRef="#br0">18784 7745 8021,'-13'10'972,"-3"-2"0,3-2 191,-2-6 1,7-2-1,5-2 1,6-5-495,5-5 0,11-10 0,7-7 0,6-5 1,6-3-693,3-4 0,-3 2 0,1 2 0,-2 2-701,-2 2 1,-9 9-1,-4 3 1,-3 6-898,-5 7 1,-1 3 1620,-1 7 0,0 11 0,0 2 0</inkml:trace>
  <inkml:trace contextRef="#ctx0" brushRef="#br0">19303 7603 8021,'-12'0'1923,"-1"0"1,-1 0 4260,-2 0-5423,6 0 1,7 0 0,10-1-1,6-1-626,4-2 1,2-4-1,4 3 1,-2-1-1385,-2 1 1,1 1 0,2 4-1,-1 0-1721,-1 0 1,-5 0 2969,5 0 0,0 0 0,3 0 0</inkml:trace>
  <inkml:trace contextRef="#ctx0" brushRef="#br0">19834 7226 7857,'-8'12'1,"0"0"0,1 1 0,-2 3 0,1 5 1248,-1 5 1,-1 0 0,-2 5 0,0 5-1083,0 6 1,1-3-1,-1 7 1,1-4-1387,3-4 0,2-5 1,3-5-1,-1-3 1219,2-6 0,0-5 0,2-2 0</inkml:trace>
  <inkml:trace contextRef="#ctx0" brushRef="#br0">19975 7156 8449,'8'1'2055,"0"3"1,-4 2 0,4 6-1,1 1-1168,1 3 1,6 4 0,1 8-533,2 8 0,-5 3 1,0 7-1,-4 0 1,-7 4-76,-1 2 1,-2-6 0,-2-2 0,-3-4-608,-7-6 1,-1-7-1,-6 1-698,-2-3 0,0-3 0,-2-3 0,3-4 0,-3-5-962,2-2 1987,0-5 0,-2-3 0,-1-7 0</inkml:trace>
  <inkml:trace contextRef="#ctx0" brushRef="#br0">20600 7509 8021,'-12'1'0,"1"2"4250,-1 1-3552,5 0 1,9-4-1,9 0 1,8 0-847,3 0 1,2 0 0,-1 0 0,1 0-143,-1 0 0,1 0 0,0 0 0,-1 0-860,1 0 1,-5 1-1,0 2 1,-4 2 1149,-4 2 0,1 1 0,-6 3 0</inkml:trace>
  <inkml:trace contextRef="#ctx0" brushRef="#br0">20659 7674 8611,'-12'0'1856,"1"0"1,-1 0 1424,0 0-3064,0 0 1,11 0 0,5 0 0,6 0 0,6 2-1006,4 1 0,3-1 0,4 2 1,1-3-887,2-1 0,2 4 1674,3 0 0,1 5 0,-1-2 0</inkml:trace>
  <inkml:trace contextRef="#ctx0" brushRef="#br0">21331 7745 8021,'-8'0'1846,"1"0"1,3-1 0,-3-3-1265,2-4 1,6-4 0,7-2-1,3-3-336,0-2 0,5 0 0,1-5 1,1 2-110,3 2 0,-2-2 1,-1 5-1,-1 0-310,-2 1 0,-1 11 0,0-3 24,2 5 0,0 5 0,-6 2 0,-1 6-7,-1 8 1,-4 3 0,3 10-17,-2-3 0,4 9 0,-1 1 1,3 4-1,2 5-100,2 2 0,5-8 0,6 5 0,4-4-332,4-4 1,-3-2 0,5-8 0,-2-7 260,-5-8 1,-3-10 0,-3-3 0,-2-8-179,-2-6 0,-4-10 0,0-6 0,-2-3 521,-1-2 0,0 2 0,0-7 0</inkml:trace>
  <inkml:trace contextRef="#ctx0" brushRef="#br0">21473 8110 12612,'18'-18'555,"6"-6"1,11-15 0,-12 14 0,1-2 0,4-3 0,1-2-225,3-3 0,1 0 0,-1-1 1,0-1-1,4-1 0,-1 0 1,-2 3-1,0 1-1054,-4 5 1,-2 0 0,14-18-4306,-10 16 5028,-15 13 0,-6 7 0,-10 11 0</inkml:trace>
  <inkml:trace contextRef="#ctx0" brushRef="#br1">13667 7651 7976,'0'-8'3817,"0"0"-2516,0 5 0,0-3 58,0 2-838,0 3 1,1-3-1,3 6 1,4 2-274,2-1 0,3-2 0,2-1 0,3 0-179,4 0 0,-1 0 1,8-1-1,0-4-46,2-7 1,3-1 0,0-7 0,-1-2 34,-1-4 1,-6 1-1,0-3 1,-6 3 169,-9 2 0,-4 3 0,-7 2 0,-1 1 122,-3 2 1,-4 3 0,-6 3 0,-4 3-22,0 1 1,2 1-1,-3 4 1,-2 0-92,-1 0 1,2 0 0,2 0 0,-1 0 112,1 0 0,2 0 0,-2 0 0,1 0-84,2 0 0,1 1 0,0 3 0,-4 4-25,0 2 0,-2 3 1,-2 2-1,1 2 59,2 1 0,-1 3 0,-4 5 0,1 2-301,-1-2 0,5 0 0,-1 2 0,0 3 0,2 3 0,1-2 0,6-2 0,2 0 0,1 0 0,6-4 0,-2 2 0,4-4 0,4 0 0,2-4 0,7-2 0,2 0 0,1 1 0,4-5 0,0 2 0,2-2 0,2 2 0,1-3 0,1 1 0,4-3-135,4-3 1,-5-2 0,6 4 0,0-4-1427,-1-1 0,1-1 1,0-4-1,1 0-4851,-1 0 6412,-5-5 0,4-7 0,-4-6 0</inkml:trace>
  <inkml:trace contextRef="#ctx0" brushRef="#br1">21154 7038 7953,'0'-12'1846,"0"0"-466,0 0-202,0 6 0,2 1-687,2 5 1,-2 0-1,6 0 1,1 0-185,2 0 1,-2 0 0,1 0-1,4 0-205,-1 0 1,1 0 0,1 0 0,2 0-206,1 0 0,3-2 0,5-2 0,2-4-18,-2-2 0,-1-2 0,-2-1 0,1-1 14,-1-2 0,0-1 0,-4 2 0,-3 0 81,-3 0 0,-6 2 1,-3 1-1,-3 1 851,-1-1 0,-1 4 0,-3 1-300,-4 2 0,-4 1 1,-2 4-1,-2 0-214,2 0 0,-4 0 1,3 0-1,-1 0-10,-1 0 1,3 2 0,-5 2 0,1 2-60,0 1 1,-1 3-1,-2-2 1,2 4-2,-2 3 1,2 0-1,0 5 1,-2 1-11,-2 1 1,4 1 0,-1 1 0,0 0 65,2-1 1,0 5-1,5-1 1,0 1-43,2 0 1,7-3 0,0 3 0,3-3-43,1-2 0,0-3 0,3-2 0,3-1-213,6-2 0,8-2 0,-1-1 0,3-2 0,2-2 0,1 1 0,1-5 0,3 0 0,1 1 0,-6-4 0,2 3 0,1-2 0,2-2 0,-3 0 0,2 0 0,-3 0-1226,-2 0 1,-4 0-1,-4 0 1,-1 0-7498,-3 0 8723,-4 0 0,-7-11 0,-7-2 0</inkml:trace>
  <inkml:trace contextRef="#ctx0" brushRef="#br0">15695 9195 9065,'-8'4'0,"0"0"1068,-1-2 0,2 4 0,-1-2 0,1 0-113,0 1 1,-3-3 0,2 5 669,-3-2 1,-1 0-1,1-2 221,-1 1 0,4 0 0,1-5 0,2-3-1795,3-4 1,0-4 0,2-4 0,2-3-52,1-4 0,5-2 0,8-1 0,4-4 0,2-4 0,3 1 0,2-6 0,6 1 0,5-1 0,-4 2 0,3 0 0,-2 7 0,-2 7 0,-8 7 0,0 2 0,-2 4 0,-2 6 0,-4 8 0,0 6 0,-1 5 0,-1 9 0,-5 5 0,6 7 0,-3 4-52,-1 3 0,-1-1 0,1 1 0,0 0-144,0-1 1,0-1-1,-1-7 1,1-3-581,0-3 0,0-5 0,0-3 1,1-6-395,2-4 0,-1-4 1,1-3-1,0 1-329,0-2 1,-2-6-1,3-4 1,-1-2-318,0-2 0,-2-5 0,3-2 1816,-3-4 0,-1-6 0,0-1 0</inkml:trace>
  <inkml:trace contextRef="#ctx0" brushRef="#br0">15907 9442 8115,'-17'18'-126,"4"-5"0,-3 2 2353,3-2 0,9-9 151,8-8 1,5-9-1,13-14 1,6-6-1816,5-5 1,5-6-1,-15 18 1,1-1-1,0-1 1,0-1-408,2-2 0,0 1 0,2-1 0,1-1 0,2-2 0,1-1 0,-1 1 0,0 1-798,-1 1 0,0 1 0,-7 6 0,0 1 1,16-18-1,-7 9-4049,-12 9 0,-4 7-160,-4 9 4851,-5 3 0,-2 5 0,-5 0 0</inkml:trace>
  <inkml:trace contextRef="#ctx0" brushRef="#br0">16815 8382 10151,'-12'0'2222,"0"0"0,5 0 1,-1 0-632,-1 0 0,2 0 1,0-2 1961,2-2-2808,1 3 0,9-4 0,3 3-573,3-1 0,1 1 0,-1-2 0,3 3-22,1 1 1,-4 0 0,3 0 0,1 0-813,-2 0 0,0 5 0,-1 3 138,-1 3 0,-3-4 0,-1 1 1,-2 1 232,-2 2 1,-2-3 0,-1 0-1,0 1 131,0 1 0,-5 2 1,-3 0-1,-4 0-77,-4-1 1,3-3-1,-3 0 1,3 0 44,2-1 1,-1-1 0,1-2 60,3 4 32,-2-3 1,14 0-1,0-5 1,6 0-802,6 0 1,2 0-1,6 0 1,0 2-1073,-1 2 0,1-2 1,-1 5-1,1-1 1972,-1 1 0,1 6 0,0 5 0</inkml:trace>
  <inkml:trace contextRef="#ctx0" brushRef="#br0">17263 8747 8198,'-1'-7'487,"-3"3"379,-4 3 0,-2 2 1,-2 5-1,0 6-337,0 6 0,-1 11 0,-1 5 0,-3 8-456,-2 7 1,5-3 0,-2 9 0,3-5-650,1-3 0,8-23 212</inkml:trace>
  <inkml:trace contextRef="#ctx0" brushRef="#br0">17004 9065 8198,'-17'0'682,"0"4"0,-3 0 0,4-1 6038,3-2-5933,7-1 0,6 0 0,9 0 0,6-1-659,9-3 1,2 1 0,8-5 0,4-1-1061,3-1 1,-2-1-1,4 2 1,1 1-2279,-2-1 0,9-1 3210,0-2 0,0 0 0,1 0 0</inkml:trace>
  <inkml:trace contextRef="#ctx0" brushRef="#br0">17888 8782 8198,'-16'0'1022,"1"0"1,-6 0-1,2 0 1,0 0 990,-1 0 1,6 0 0,-2 0 0,4-1-1182,4-3 0,2 1 0,3-4 0,0-3-287,5 0 0,4-3 0,10-2 0,5-2-486,5-1 1,0 0 0,5-3 0,-3 2-382,-1 2 0,-1 6 0,-1 4 0,0 2-128,-3 2 0,-5 2 1,1 4-1,-1 3-6,-2 6 1,-6 13 0,-3 2 0,0 6 504,-4 2 1,0 2-1,-4 1 1,-3 3 603,-7 1 0,-1-4 0,-7 0 1,-1-4-40,-1-3 0,-3-5 1,-2 2-1,-5-5-645,-2-3 1,4-4 0,3-8 0,2-5-157,1-1 1</inkml:trace>
  <inkml:trace contextRef="#ctx0" brushRef="#br0">17747 9148 25769,'-21'-2'-186,"4"-1"15,5-5 0,7-3 1,-2-1-1,2 1 18,2-1 0,7 0 0,4 2 0,4 0-112,3 3 1,4 3 0,4-3-1,1 2-493,0 2 1,0 2-1,3 2 1,1 2-187,3 1 0,-4 5 1,5-3-1,0 2-350,2 0 1,2-4-1,-2 3 1,-1-2 1293,-2-2 0,-5-7 0,3-3 0</inkml:trace>
  <inkml:trace contextRef="#ctx0" brushRef="#br0">18383 8818 8198,'-8'1'0,"2"3"1150,1 4 0,-3 2 1,4 2-1,3 1 323,3 3 1,2 2-1,7 4 1,3-1-1497,3-1 1,3-2 0,3 3 0,1-2-405,-1-2 0,2-2 1,2-4-1,0-2 132,-1-1 0,-5-5 295,-1 1 0,0-8 0,3-3 0</inkml:trace>
  <inkml:trace contextRef="#ctx0" brushRef="#br0">18454 9065 8198,'-12'0'1801,"1"0"1,3 0-513,0 0 0,6-1 0,4-3 1,8-5-682,9-6 0,8-3 1,6-7-1,5-2-553,5-5 0,0 2 0,2 1 1,1 2-3656,-2 1 1,0 3 3599,-1-4 0,-3 2 0,-4 1 0</inkml:trace>
  <inkml:trace contextRef="#ctx0" brushRef="#br0">19244 8853 8198,'-8'0'0,"0"0"0,1-1 1521,0-3 3002,-3 3-3494,3-5 1,2 6-78,5 0 0,5 0 1,7-1-1,0-2-109,-1-1 0,2 0 1,2 3-1,2-1-590,1-2 1,-2-2 0,4 4 0,1-2-1162,1 1 0,1 1 1,2-1-1,2-2 319,0-2 1,6 5-1,-3-2-7437,0 2 8026,4-3 0,-4-1 0,6-6 0</inkml:trace>
  <inkml:trace contextRef="#ctx0" brushRef="#br0">20058 8499 8198,'-17'-5'322,"4"4"0,-2-4 0,5 1 2344,2 0 1,5-1-660,-1 1 0,4 2 1,4-2-1,4 3-1626,3 1 0,0 0 0,3 0 0,0 0-462,2 0 0,1 0 0,-3 0 0,3 0 127,1 0 0,-2 1 1,3 2-1,-1 2-675,0 2 1,-3-3 0,0 4 0,0 1 171,1 1 0,-7 1 1,2-2-1,-1-1 527,-4 1 1,3 1 0,-5 2 0,-1 0 435,-2 0 0,-6 0 0,-3-2 0,-4-1 27,-3-1 1,0 0 0,-4 2 0,-2 0 381,-2-3 0,0 0 0,0 2 0,2-2-666,2-2 1,4 0-1,0-2 1,2 2-250,1 2 0,5-5 0,3 3 0,8-5 0,4 2 0,3 2 0,4-2 0,2 5 0,0-1-160,0 1 0,3 1 0,-3 5 256,1 3 0,-3-2 0,2 6 0,-3-1 0,-1 1-96,-2 0 0,-3-1 0,0 5 0,-4-1 0,-3 1 0,-8 0 0,-3-1 0,-7 1-339,-5-1 1,-5 1 0,-7-2 0,1-2-1121,2-5 1,4-3 0,-4-4 449,3-4 1,5-3 0,8-1 0,3-1 0,4-4-34,4-7 0,8-1 1,5-7-1,7-1 1042,7-1 0,6-2 0,7 1 0</inkml:trace>
  <inkml:trace contextRef="#ctx0" brushRef="#br0">21037 8547 8993,'-19'5'937,"1"-4"1,3 3-1,0-3 4918,0-1-4776,2 0 0,8 0 0,6 0-918,10 0 0,6 0 0,8 0 0,1 0-996,1 0 1,2 0-1,-3 0 1,3 0-749,1 0 1,-7 0 0,0 0 0,-2 0-2206,-2 0 3788,-2 0 0,0 0 0,1 0 0</inkml:trace>
  <inkml:trace contextRef="#ctx0" brushRef="#br0">20966 8735 8198,'-12'0'0,"0"0"2222,0 0 0,6-1 0,3-2-921,6-1 0,9-4 0,7 5 1,4 0-1164,0 2 0,6 1 1,2 0-1,4 0-1787,0 0 0,2 0 1649,2 0 0,3 5 0,5 1 0</inkml:trace>
  <inkml:trace contextRef="#ctx0" brushRef="#br0">21779 8723 8198,'-11'-4'972,"-1"1"1,0-7-1,2 3-182,2-4 1,2-1 0,6 0 0,2-1 328,2-2 1,4 2 0,7-4 0,5 1-614,2 0 1,2-1 0,-2 4 0,-1 0-281,-1 2 0,-2 2 1,3-1-1,-1 2-245,1 4 1,-4 3-1,-2 1 1,0 1-130,1 3 1,-3 6 0,2 7-187,-2 2 1,-1 4-1,1 5 1,2-1 0,2 2-432,1 3 1,-2-2 0,2 0 0,1-1 94,-1-3 1,2 0 0,2-1-1,-1-2-634,-2-4 1,-8-5-1,1-2-1342,-2 0 2646,-5-6 0,6 0 0,-5-6 0</inkml:trace>
  <inkml:trace contextRef="#ctx0" brushRef="#br0">21933 8936 8209,'5'-12'990,"-4"-5"-908,3-3 1,3 0 0,1-3 0,5-6 1002,6-4 1,8-5 0,13-2-1,9-6-755,-21 21 0,1 1 1,1 2-1,1 0 1,1-1-1,0 1-1811,-2 5 0,0 2 1,24-13 1480,-15 12 0,-5-5 0,-10 3 0</inkml:trace>
  <inkml:trace contextRef="#ctx0" brushRef="#br0">15860 10197 7799,'-16'0'468,"-1"1"0,-1 2 432,-3 1 1,6 1 0,1-2 0,0 1 811,0-2 0,1 0-1042,2-2 1,4-7 0,3-4 0,5-4-293,7-4 1,1-2-1,11-5 1,2-3-236,5-1 1,-1-1 0,5-3 0,2 1-195,1 2 0,-3 6 0,1 0 1,-1 7-166,-1 4 0,1 5 0,-6 11 0,-1 3-91,-1 7 1,-6 11-1,1 13 1,-1 7-329,-2 7 0,-5-1 0,0 5 358,4-2 0,-1 0 0,-3-5 0,1-3 1,2-3-72,0-6 0,1-11 0,1-3 1,0-6-315,0-4 1,-1-7 0</inkml:trace>
  <inkml:trace contextRef="#ctx0" brushRef="#br0">16001 10539 7799,'-15'12'958,"-1"-1"0,4 0-408,4-3 1,11-8 0,2-9 0,8-7 588,7-8 1,7-6 0,6-9-1,5-6-964,5-4 0,-19 23 0,0 0 0,0-2 0,1-1 0,1-1 0,1 0-538,0-1 0,-1 1 0,0 0 0,-19 21 257</inkml:trace>
  <inkml:trace contextRef="#ctx0" brushRef="#br0">18323 9952 20316,'7'-1'-84,"19"-1"-243,-4 2 1,4 2-1,-2 3-50,-1 7 1,-5 6 0,5 8 0,-1 3-29,1 1 0,-4-4 0,0 2 0,-1-3-161,0-2 1,-3 1 0,0-2 0,-1-2-481,-3-4 0,1-9 0,0-3-718,0-2 0,-4-2 1764,-1 0 0,-4-6 0,2 0 0</inkml:trace>
  <inkml:trace contextRef="#ctx0" brushRef="#br0">18348 10362 7799,'-12'0'351,"2"-1"0,7 0 125</inkml:trace>
  <inkml:trace contextRef="#ctx0" brushRef="#br0">18323 10327 12706,'9'-15'880,"15"-12"-249,10-9 1,8-7 0,-17 17 0,1 0-794,1-1 0,1-1 1,4-6-1,1 0 1,1 2-1,1 2 1,-2 1-1,0 0 1,0 3-1,-1 1-1104,-3 2 1,-1 2 0,21-7 0,-11 5 1265,-6 7 0,-3 9 0,-5 2 0</inkml:trace>
  <inkml:trace contextRef="#ctx0" brushRef="#br0">19091 9949 7799,'-12'0'0,"0"0"0,2 2 4182,2 2-3289,-3-3 1,15 4 0,0-5-1,7 0-637,5 0 0,2 0 1,5 0-677,1 0 1,4-1 0,0-2-1,1-2 1,1 0-43,0 0 1,2-5 0,2 4 461,-3-1 0,9-8 0,-4 1 0</inkml:trace>
  <inkml:trace contextRef="#ctx0" brushRef="#br0">19810 9749 7799,'-19'0'1438,"-1"0"1,-4 0 0,9 0 0,0 0 379,2 0 1,8 0-1371,5 0 1,6 0-1,9 0 1,2 0-406,1 0 1,2 0 0,2-1 0,-1-2-218,-1-1 0,-2 0 0,3 4 1,-3 0-128,-1 0 1,3 4 0,-4 1 0,-1 1-200,3-1 0,-5 4 0,1-1 0,-4 2 439,-2 2 0,-1 0 0,1 0 0,-4 1 552,-3 3 0,-1-3 0,-1 2 0,-3-2 159,-4-1 1,-4-4-1,-2 0 1,-3 0-125,-2-2 1,0 4 0,-4-7 0,2 0-312,2-2 0,4 1 1,0 0-1,2 2-37,1-1 1,4-2-424,0-1 0,7-4 1,1 0 123,6 2 1,6 0-1,2 2 1,4 0-444,0 0 1,2 2 0,2 0 0,-1 4 255,-2 0 0,0 6 0,2 4 0,-3-1 234,-1 2 1,-5 2 0,-4 4 195,1 1 0,-4-2 0,-2-1 1,-6-1-1,-5 1-40,-2 1 1,-11-2 0,-3-1 0,-2 2-125,-3 1 1,-1-3 0,-5-3-1,-1-3-686,1-2 1,5 0 0,2-3 0,5-4-421,3-3 0,4-2 0,8-3 0,6-4 578,4-3 1,10-6-1,9-1 1,5-2 569,6 1 0,-3-1 0,0-3 0</inkml:trace>
  <inkml:trace contextRef="#ctx0" brushRef="#br0">20588 9855 7799,'-3'8'362,"-1"0"1,-2-6 2165,2 2-140,3-2-1964,-4-2 1,10-6-1,4-1 1,6-4-275,4-1 1,0 0 0,0 1 0,4 0-48,3 3 1,-4-2-1,4 3 1,0-1-1387,-1 1 1,2 4 0,-1-1 0,1 3-2900,0 1 4182,-3 0 0,0 0 0,0 0 0</inkml:trace>
  <inkml:trace contextRef="#ctx0" brushRef="#br0">20612 9973 7799,'-12'5'0,"0"2"0,1 1 1372,-1-1 196,5-4 0,3 2 0,10-5 0,5-1-906,8-3 1,8-2 0,6-6-728,5 0 1,0-4 0,5 1 0,0 0 0,1 3-439,-1 4 0,-5-2 0,1 3 503,-2 1 0,-2-10 0,1 3 0</inkml:trace>
  <inkml:trace contextRef="#ctx0" brushRef="#br0">22003 9513 7799,'11'-22'689,"-3"2"1,-4 5-37,-3 1 0,-2 4 0,-3 2 0,-5 4-258,-6 3 0,1 7 0,-7 6 0,-3 7-23,-2 3 0,-7 9 1,2 7-1,-3 11 4,-2 7 1,2 0 0,18-25-1,1 1 1,1-1 0,0 1-185,1 2 0,2-1 0,-3 25 0,9 2 0,13-10-437,16-12 0,12-10 0,18-12 0,8-11 68,-28-6 0,0-3 0,0-2 0,0-4 0,3-4 0,1-3 0,-3-2 0,0-3 113,0-1 1,-3-2-1,-3 1 1,-3-2-1,-3-1 1,-1-1-1,13-27 66,-13 1 1,-9-3 0,-14 3 0,-4-1-128,-7 0 1,-10 7 0,-11 2 0,-6 10-525,-8 11 1,1 12 0,-7 11-1,-3 6 649,-3 7 0,28 2 0,-1 2 0,-3 3 0,-1 1 0</inkml:trace>
  <inkml:trace contextRef="#ctx0" brushRef="#br0">16579 9643 21878,'-8'0'2401,"0"0"1,6-1-2717,-2-3 1,4-3 0,4-5 0,4 1 701,2-1 1,2-1 0,0-2-1,1 0-27,3 0 0,-2 6 0,4 1 0,1 0-80,-1 2 0,-4 0 0,2 6 0,-1 0-125,0 0 0,-3 2 1,1 2-1,-4 5-195,1 5 1,-5 1 0,-1 3 0,-3 0 492,-1 1 1,-5-4 0,-3 4 0,-3-1-216,0 0 1,-2-2-1,-2 2 1,-2-1-239,-1-2 0,2-6 0,-2-1 0,-1 0 0,1-2 0,6 1 0,-4-3 0,13-3-1303,-1 3 1,13-4 0,10-3 0,5-1 256,4 2 0,-2-3 0,4 1 1,0 1-1452,0 2 2634,-4 6 0,8 2 1,-3 4-1</inkml:trace>
  <inkml:trace contextRef="#ctx0" brushRef="#br0">17652 9867 21732,'0'-8'-3,"0"0"0,2 2 0,0-1 98,2 7 1,0 5-1,-4 10 1,-1 4 159,-3 9 1,1 6 0,-5 5 0,-1 4-513,-1 3 0,2-3 0,0-1 0,-1 0-269,-2 0 1,-1-9-1,2-2 1,2-6-1054,4-5 0,-1-7 1,0-6 1878,-2-2 1,-1-1 0,-3-4 0</inkml:trace>
  <inkml:trace contextRef="#ctx0" brushRef="#br0">17357 10291 24721,'8'-4'962,"0"0"1,1-5 0,7 1 0,5-2-22,5-2 0,6-4 0,6 1 0,2 0-2151,2 2 0,1 3 0,3 2 1152,-2 4 0,7-3 0,-3 1 0</inkml:trace>
  <inkml:trace contextRef="#ctx0" brushRef="#br0">18360 10008 21732,'1'-8'-186,"3"1"0,-3 3 772,3-4 1,-4 5-1121,-4-1 0,2 3 781,-6 1 1,0 0-3653,-4 0 3529,0 0 0,1 0 0,-1 0 1</inkml:trace>
  <inkml:trace contextRef="#ctx0" brushRef="#br0">16473 10126 7227,'-12'0'-188,"0"0"0,1 0 0,-1 0 380,0 0 1,4 0 0,0 0-295,-1 0 1,4-5-58,1-3 0,3-2 91,1-2 1,0 4-262,0 0-30,0 6 292,0-4 327,0 6 154,5 0 244,-4 0-58,4 0 1,-5 2 467,0 2-789,0-3 0,6 4 0,2-6 0,2-2-11,2-1 1,1-5 0,3 1-647,3-2 0,2-3 1,0-1-1,-1 1 0,0 3 378,-2-1 0,-1 6 0,-5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Essential Functions for Calculus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954B41-1521-B890-A22C-12D1C6B7B6AF}"/>
                  </a:ext>
                </a:extLst>
              </p14:cNvPr>
              <p14:cNvContentPartPr/>
              <p14:nvPr/>
            </p14:nvContentPartPr>
            <p14:xfrm>
              <a:off x="8413560" y="709200"/>
              <a:ext cx="153360" cy="88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954B41-1521-B890-A22C-12D1C6B7B6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04200" y="699840"/>
                <a:ext cx="1720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7C74-8030-41B8-B85D-062A5A59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AB382-6539-E00A-3A68-C28146F9DA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G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raph is the straight line with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slope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crossing the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-axis at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(0 , 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).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(0 ,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called the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-intercept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slope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a line containing </a:t>
                </a: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points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AB382-6539-E00A-3A68-C28146F9DA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447B1B03-58EB-8D44-E3E2-2A407755D4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3" t="24691" r="17334" b="17037"/>
          <a:stretch/>
        </p:blipFill>
        <p:spPr bwMode="auto">
          <a:xfrm>
            <a:off x="5284323" y="2432941"/>
            <a:ext cx="3321963" cy="23009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6CCD6-FFDD-BC29-313D-C37B30E5A929}"/>
                  </a:ext>
                </a:extLst>
              </p14:cNvPr>
              <p14:cNvContentPartPr/>
              <p14:nvPr/>
            </p14:nvContentPartPr>
            <p14:xfrm>
              <a:off x="662040" y="768600"/>
              <a:ext cx="6397920" cy="4085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6CCD6-FFDD-BC29-313D-C37B30E5A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680" y="759240"/>
                <a:ext cx="6416640" cy="41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80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244C-1AE5-FBC6-FA9C-B8F713D8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85BA1-E39B-2855-A73D-E2A5F457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constant f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unction of the form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for some real number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 graph of </a:t>
                </a:r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 is a horizontal line. </a:t>
                </a:r>
              </a:p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Vertical lines are given by the equation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for some real number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Vertical lines are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NOT functions.</a:t>
                </a:r>
              </a:p>
              <a:p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85BA1-E39B-2855-A73D-E2A5F457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495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785EA7-3958-6C1F-7EF0-4148DE4C683B}"/>
                  </a:ext>
                </a:extLst>
              </p14:cNvPr>
              <p14:cNvContentPartPr/>
              <p14:nvPr/>
            </p14:nvContentPartPr>
            <p14:xfrm>
              <a:off x="832680" y="2363760"/>
              <a:ext cx="7428600" cy="232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785EA7-3958-6C1F-7EF0-4148DE4C68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320" y="2354400"/>
                <a:ext cx="7447320" cy="23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430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3F7F-6A49-FFC6-12CE-7A8C058A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30847-F094-F072-CD85-EBFE180CF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924" y="1055999"/>
                <a:ext cx="7886700" cy="3263504"/>
              </a:xfrm>
            </p:spPr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Functions of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≠0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Characteristics of quadratic functions: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graph of a quadratic function is a cup-shaped curve called a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parabola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graph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opens upward if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or opens downwards if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&lt;0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It has a turning point (max or min), or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vertex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whose first coordinate is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30847-F094-F072-CD85-EBFE180CF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924" y="1055999"/>
                <a:ext cx="7886700" cy="3263504"/>
              </a:xfrm>
              <a:blipFill>
                <a:blip r:embed="rId2"/>
                <a:stretch>
                  <a:fillRect l="-309"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4EC9EE3-CDCA-1B0C-4DCA-B0A2DD6C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732" y="2915311"/>
            <a:ext cx="3932616" cy="17780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D839FF-FEAD-3F7E-19E0-7DC2A699BE5D}"/>
                  </a:ext>
                </a:extLst>
              </p14:cNvPr>
              <p14:cNvContentPartPr/>
              <p14:nvPr/>
            </p14:nvContentPartPr>
            <p14:xfrm>
              <a:off x="1893600" y="2923920"/>
              <a:ext cx="6444000" cy="117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D839FF-FEAD-3F7E-19E0-7DC2A699BE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4240" y="2914560"/>
                <a:ext cx="6462720" cy="11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169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9780-C8F2-6A94-8F16-B240645D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9C025-BA55-7E50-10D3-3493F5A0A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</p:spPr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nonnegative integer (called 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the polynomial)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real numbers, called 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coefficients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domain of any polynomial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−∞,∞</m:t>
                        </m:r>
                      </m:e>
                    </m:d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EXAMPLES: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9C025-BA55-7E50-10D3-3493F5A0A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  <a:blipFill>
                <a:blip r:embed="rId2"/>
                <a:stretch>
                  <a:fillRect l="-386" t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B7FB58-9745-F8B5-936F-CB6F5E3BDD46}"/>
                  </a:ext>
                </a:extLst>
              </p14:cNvPr>
              <p14:cNvContentPartPr/>
              <p14:nvPr/>
            </p14:nvContentPartPr>
            <p14:xfrm>
              <a:off x="823320" y="12600"/>
              <a:ext cx="7454880" cy="508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B7FB58-9745-F8B5-936F-CB6F5E3BDD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960" y="3240"/>
                <a:ext cx="7473600" cy="510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292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158B-B5D3-6894-1183-CF846379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F9D1-BE9A-D289-179D-331CF12B2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Functions that are given by a quotient, or ratio, of two polynomials. Rational functions have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𝑄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, 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are polynomials.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domain of a rational function are all input values that do not result in division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EXAMPLES: 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F9D1-BE9A-D289-179D-331CF12B2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676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1B92F5-BC10-1828-F365-3FAFBCDC4D18}"/>
                  </a:ext>
                </a:extLst>
              </p14:cNvPr>
              <p14:cNvContentPartPr/>
              <p14:nvPr/>
            </p14:nvContentPartPr>
            <p14:xfrm>
              <a:off x="794160" y="2198880"/>
              <a:ext cx="6108120" cy="2253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1B92F5-BC10-1828-F365-3FAFBCDC4D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800" y="2189520"/>
                <a:ext cx="6126840" cy="22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493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559A-E0E9-716F-2068-C537F756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E4FB-D469-7B73-697F-AECA5C8D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71472-6BDE-4837-DC9E-B2893B765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Rational functions often have asymptotes. 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Vertical Asymptote:</a:t>
                </a:r>
                <a:r>
                  <a:rPr lang="en-US" sz="1600" dirty="0"/>
                  <a:t> Occurs where function value magnitudes grow larger as 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 approaches a fixed number. With rational functions, to find the vertical asymptotes, we determine the values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that make the denominator equal to 0 in the </a:t>
                </a:r>
                <a:r>
                  <a:rPr lang="en-US" sz="1600" u="sng" dirty="0"/>
                  <a:t>fully simplified</a:t>
                </a:r>
                <a:r>
                  <a:rPr lang="en-US" sz="1600" dirty="0"/>
                  <a:t> rational function.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Horizontal Asymptote:</a:t>
                </a:r>
                <a:r>
                  <a:rPr lang="en-US" sz="1600" dirty="0"/>
                  <a:t> occur when a function approaches a horizontal line as 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 approaches positive or negative infinity. With a rational function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/>
                  <a:t>, we consider the table.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71472-6BDE-4837-DC9E-B2893B765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D400160-E518-78EA-A2C6-FE904E8099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4" t="34370" r="18000" b="22173"/>
          <a:stretch/>
        </p:blipFill>
        <p:spPr bwMode="auto">
          <a:xfrm>
            <a:off x="4571999" y="3103950"/>
            <a:ext cx="4098925" cy="1627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3213C4BA-DB92-4C8A-861F-F1882D174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20" y="2774172"/>
            <a:ext cx="1950804" cy="19572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D513C1-4614-F7AF-7245-DAB92A7E0032}"/>
                  </a:ext>
                </a:extLst>
              </p14:cNvPr>
              <p14:cNvContentPartPr/>
              <p14:nvPr/>
            </p14:nvContentPartPr>
            <p14:xfrm>
              <a:off x="2703960" y="3199680"/>
              <a:ext cx="5481000" cy="97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D513C1-4614-F7AF-7245-DAB92A7E00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94600" y="3190320"/>
                <a:ext cx="5499720" cy="99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017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2D43-5F61-7D9A-9F21-0D5FD81F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829F-C0BE-E510-6053-6D1FFD8A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A6C-5199-D1AF-3B33-7743AFCFC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Ex. </a:t>
                </a:r>
                <a:r>
                  <a:rPr lang="en-US" sz="1600" dirty="0"/>
                  <a:t>Find the horizontal and vertical asymptotes of </a:t>
                </a:r>
              </a:p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1600" dirty="0"/>
                  <a:t>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−18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den>
                    </m:f>
                  </m:oMath>
                </a14:m>
                <a:endParaRPr lang="en-US" sz="1600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A6C-5199-D1AF-3B33-7743AFCFC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2211E9-C694-E526-E58F-E98E5DD9C1CD}"/>
                  </a:ext>
                </a:extLst>
              </p14:cNvPr>
              <p14:cNvContentPartPr/>
              <p14:nvPr/>
            </p14:nvContentPartPr>
            <p14:xfrm>
              <a:off x="653760" y="1295280"/>
              <a:ext cx="8396640" cy="338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2211E9-C694-E526-E58F-E98E5DD9C1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400" y="1285920"/>
                <a:ext cx="8415360" cy="340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197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65DB-AC99-0DE1-D835-B70B7246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8985"/>
            <a:ext cx="7886700" cy="994172"/>
          </a:xfrm>
        </p:spPr>
        <p:txBody>
          <a:bodyPr/>
          <a:lstStyle/>
          <a:p>
            <a:r>
              <a:rPr lang="en-US" dirty="0"/>
              <a:t>Power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3FC47-2554-1613-06B8-71682E7C5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848032"/>
                <a:ext cx="7886700" cy="3784691"/>
              </a:xfrm>
            </p:spPr>
            <p:txBody>
              <a:bodyPr/>
              <a:lstStyle/>
              <a:p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a constant.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a positive integer.</a:t>
                </a: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a positive integer.</a:t>
                </a: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CASE 3: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a positive integer.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3FC47-2554-1613-06B8-71682E7C5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848032"/>
                <a:ext cx="7886700" cy="3784691"/>
              </a:xfrm>
              <a:blipFill>
                <a:blip r:embed="rId2"/>
                <a:stretch>
                  <a:fillRect l="-386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B3865A-12A6-7543-70CE-84108144F362}"/>
                  </a:ext>
                </a:extLst>
              </p14:cNvPr>
              <p14:cNvContentPartPr/>
              <p14:nvPr/>
            </p14:nvContentPartPr>
            <p14:xfrm>
              <a:off x="228960" y="1105920"/>
              <a:ext cx="6762960" cy="347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B3865A-12A6-7543-70CE-84108144F3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600" y="1096560"/>
                <a:ext cx="6781680" cy="34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339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4EEC-BAB7-9743-2991-7323A959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Function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9E118-296D-5B69-8F7B-AA0AE51E0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4574" y="1047135"/>
                <a:ext cx="8222225" cy="35855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Ex. Write the given function as a sum/difference of power functions.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+2+</m:t>
                          </m:r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9E118-296D-5B69-8F7B-AA0AE51E0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574" y="1047135"/>
                <a:ext cx="8222225" cy="3585588"/>
              </a:xfrm>
              <a:blipFill>
                <a:blip r:embed="rId2"/>
                <a:stretch>
                  <a:fillRect l="-593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2EB3C4-45A8-AF1E-E23C-F0A3AA0397DF}"/>
                  </a:ext>
                </a:extLst>
              </p14:cNvPr>
              <p14:cNvContentPartPr/>
              <p14:nvPr/>
            </p14:nvContentPartPr>
            <p14:xfrm>
              <a:off x="1632240" y="997200"/>
              <a:ext cx="6212880" cy="2792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2EB3C4-45A8-AF1E-E23C-F0A3AA039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2880" y="987840"/>
                <a:ext cx="6231600" cy="281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6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21CC-B9F0-A7DA-2793-74C43830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A15D3-10B1-8427-93F8-80D3C70BE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84006"/>
                <a:ext cx="7886700" cy="354871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Functions of the form 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, where the 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base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a constant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≠1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any real number.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Example: Graph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A15D3-10B1-8427-93F8-80D3C70BE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84006"/>
                <a:ext cx="7886700" cy="3548717"/>
              </a:xfrm>
              <a:blipFill>
                <a:blip r:embed="rId2"/>
                <a:stretch>
                  <a:fillRect l="-618" t="-1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10x10">
            <a:extLst>
              <a:ext uri="{FF2B5EF4-FFF2-40B4-BE49-F238E27FC236}">
                <a16:creationId xmlns:a16="http://schemas.microsoft.com/office/drawing/2014/main" id="{954C67CE-179F-3E25-D89C-EF422D0BA8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t="5017" r="4040" b="40133"/>
          <a:stretch/>
        </p:blipFill>
        <p:spPr bwMode="auto">
          <a:xfrm>
            <a:off x="4461388" y="1436938"/>
            <a:ext cx="4053962" cy="24810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BC8E82-01E4-8FD9-B1C5-C7544F621B80}"/>
                  </a:ext>
                </a:extLst>
              </p14:cNvPr>
              <p14:cNvContentPartPr/>
              <p14:nvPr/>
            </p14:nvContentPartPr>
            <p14:xfrm>
              <a:off x="590400" y="-360"/>
              <a:ext cx="7628400" cy="471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BC8E82-01E4-8FD9-B1C5-C7544F621B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040" y="-9720"/>
                <a:ext cx="7647120" cy="47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2073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Exponential and Logarithmic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412" y="1074251"/>
                <a:ext cx="7886700" cy="3263504"/>
              </a:xfrm>
            </p:spPr>
            <p:txBody>
              <a:bodyPr/>
              <a:lstStyle/>
              <a:p>
                <a:r>
                  <a:rPr lang="en-US" dirty="0"/>
                  <a:t>You may remember that exponential and logarithmic functions are inverses. That is, 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 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800" dirty="0"/>
                  <a:t>Notice that the logarithmic expression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is the exponent!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412" y="1074251"/>
                <a:ext cx="7886700" cy="3263504"/>
              </a:xfrm>
              <a:blipFill>
                <a:blip r:embed="rId2"/>
                <a:stretch>
                  <a:fillRect l="-927" t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FA625DAE-1097-4735-4669-A8AA3B1D3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6" t="17538" r="31528" b="9831"/>
          <a:stretch>
            <a:fillRect/>
          </a:stretch>
        </p:blipFill>
        <p:spPr bwMode="auto">
          <a:xfrm>
            <a:off x="6010810" y="1449802"/>
            <a:ext cx="2703644" cy="24216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E4839B-62F1-962A-2937-D02D771B8CDE}"/>
                  </a:ext>
                </a:extLst>
              </p14:cNvPr>
              <p14:cNvContentPartPr/>
              <p14:nvPr/>
            </p14:nvContentPartPr>
            <p14:xfrm>
              <a:off x="1090800" y="309960"/>
              <a:ext cx="4809960" cy="399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E4839B-62F1-962A-2937-D02D771B8C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1440" y="300600"/>
                <a:ext cx="4828680" cy="40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26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31D0-698B-BBCC-3D01-CA9C8FF6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and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41B07E1-6FCA-3A3F-D95A-0D995826691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3988582"/>
                  </p:ext>
                </p:extLst>
              </p:nvPr>
            </p:nvGraphicFramePr>
            <p:xfrm>
              <a:off x="628650" y="1179871"/>
              <a:ext cx="7807427" cy="29865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8698">
                      <a:extLst>
                        <a:ext uri="{9D8B030D-6E8A-4147-A177-3AD203B41FA5}">
                          <a16:colId xmlns:a16="http://schemas.microsoft.com/office/drawing/2014/main" val="2767341700"/>
                        </a:ext>
                      </a:extLst>
                    </a:gridCol>
                    <a:gridCol w="2893831">
                      <a:extLst>
                        <a:ext uri="{9D8B030D-6E8A-4147-A177-3AD203B41FA5}">
                          <a16:colId xmlns:a16="http://schemas.microsoft.com/office/drawing/2014/main" val="3968485865"/>
                        </a:ext>
                      </a:extLst>
                    </a:gridCol>
                    <a:gridCol w="3334898">
                      <a:extLst>
                        <a:ext uri="{9D8B030D-6E8A-4147-A177-3AD203B41FA5}">
                          <a16:colId xmlns:a16="http://schemas.microsoft.com/office/drawing/2014/main" val="368716969"/>
                        </a:ext>
                      </a:extLst>
                    </a:gridCol>
                  </a:tblGrid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Exponential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Logarithmic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283070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Domain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00755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261246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Asymptote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875861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5789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41B07E1-6FCA-3A3F-D95A-0D995826691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3988582"/>
                  </p:ext>
                </p:extLst>
              </p:nvPr>
            </p:nvGraphicFramePr>
            <p:xfrm>
              <a:off x="628650" y="1179871"/>
              <a:ext cx="7807427" cy="29865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8698">
                      <a:extLst>
                        <a:ext uri="{9D8B030D-6E8A-4147-A177-3AD203B41FA5}">
                          <a16:colId xmlns:a16="http://schemas.microsoft.com/office/drawing/2014/main" val="2767341700"/>
                        </a:ext>
                      </a:extLst>
                    </a:gridCol>
                    <a:gridCol w="2893831">
                      <a:extLst>
                        <a:ext uri="{9D8B030D-6E8A-4147-A177-3AD203B41FA5}">
                          <a16:colId xmlns:a16="http://schemas.microsoft.com/office/drawing/2014/main" val="3968485865"/>
                        </a:ext>
                      </a:extLst>
                    </a:gridCol>
                    <a:gridCol w="3334898">
                      <a:extLst>
                        <a:ext uri="{9D8B030D-6E8A-4147-A177-3AD203B41FA5}">
                          <a16:colId xmlns:a16="http://schemas.microsoft.com/office/drawing/2014/main" val="368716969"/>
                        </a:ext>
                      </a:extLst>
                    </a:gridCol>
                  </a:tblGrid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4737" t="-1739" r="-115579" b="-32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4369" t="-1739" r="-366" b="-32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83070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Domain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00755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261246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Asymptote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875861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57897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55A0E0-1266-FA3F-DA6C-EC8A7E399280}"/>
                  </a:ext>
                </a:extLst>
              </p14:cNvPr>
              <p14:cNvContentPartPr/>
              <p14:nvPr/>
            </p14:nvContentPartPr>
            <p14:xfrm>
              <a:off x="2364480" y="1564560"/>
              <a:ext cx="5178960" cy="2468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55A0E0-1266-FA3F-DA6C-EC8A7E3992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5120" y="1555200"/>
                <a:ext cx="5197680" cy="248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81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28BA-443D-EBD8-227B-0FB391BD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74769-C780-4DE3-2504-36D5CCB104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1948" y="1106129"/>
                <a:ext cx="8251723" cy="35265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Euler’s Number: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 dirty="0"/>
                  <a:t> is an irrational number (like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, it is NOT a variable).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≈2.71828182846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We call the function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 the </a:t>
                </a:r>
                <a:r>
                  <a:rPr lang="en-US" sz="1800" b="1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natural exponential function</a:t>
                </a:r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800" dirty="0">
                    <a:ea typeface="Calibri" panose="020F0502020204030204" pitchFamily="34" charset="0"/>
                    <a:cs typeface="Calibri" panose="020F0502020204030204" pitchFamily="34" charset="0"/>
                  </a:rPr>
                  <a:t>We call the function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the </a:t>
                </a:r>
                <a:r>
                  <a:rPr lang="en-US" sz="18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natural logarithm function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74769-C780-4DE3-2504-36D5CCB10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948" y="1106129"/>
                <a:ext cx="8251723" cy="3526594"/>
              </a:xfrm>
              <a:blipFill>
                <a:blip r:embed="rId2"/>
                <a:stretch>
                  <a:fillRect l="-591" t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D9563F9-BC80-83A9-07F8-80133C11E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32" t="15054" r="50565" b="19427"/>
          <a:stretch/>
        </p:blipFill>
        <p:spPr>
          <a:xfrm>
            <a:off x="6430297" y="2469150"/>
            <a:ext cx="2293374" cy="22299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125E81-6AE8-A592-9EFC-FD8D291746E0}"/>
                  </a:ext>
                </a:extLst>
              </p14:cNvPr>
              <p14:cNvContentPartPr/>
              <p14:nvPr/>
            </p14:nvContentPartPr>
            <p14:xfrm>
              <a:off x="2290320" y="1969200"/>
              <a:ext cx="2323800" cy="60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125E81-6AE8-A592-9EFC-FD8D291746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80960" y="1959840"/>
                <a:ext cx="2342520" cy="62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920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cap="small" dirty="0"/>
              <a:t>Properties Of LOGARITHMIC FUNCTIONS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302052-5BC4-F610-05BD-75ECA1401FC3}"/>
                  </a:ext>
                </a:extLst>
              </p14:cNvPr>
              <p14:cNvContentPartPr/>
              <p14:nvPr/>
            </p14:nvContentPartPr>
            <p14:xfrm>
              <a:off x="640800" y="1001880"/>
              <a:ext cx="5506200" cy="385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302052-5BC4-F610-05BD-75ECA1401F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440" y="992520"/>
                <a:ext cx="5524920" cy="38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5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88741"/>
                <a:ext cx="7886700" cy="36439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Expand each expression.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a.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AutoNum type="alphaLcParenR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88741"/>
                <a:ext cx="7886700" cy="3643982"/>
              </a:xfrm>
              <a:blipFill>
                <a:blip r:embed="rId2"/>
                <a:stretch>
                  <a:fillRect l="-927" t="-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CFD3FE-0ACD-BE3A-7EF2-37543C9BDD5E}"/>
                  </a:ext>
                </a:extLst>
              </p14:cNvPr>
              <p14:cNvContentPartPr/>
              <p14:nvPr/>
            </p14:nvContentPartPr>
            <p14:xfrm>
              <a:off x="2492640" y="309960"/>
              <a:ext cx="4885200" cy="420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CFD3FE-0ACD-BE3A-7EF2-37543C9BDD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3280" y="300600"/>
                <a:ext cx="4903920" cy="422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81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Solving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there is a </a:t>
                </a:r>
                <a:r>
                  <a:rPr lang="en-US" i="1" dirty="0"/>
                  <a:t>variable in the exponent</a:t>
                </a:r>
                <a:r>
                  <a:rPr lang="en-US" dirty="0"/>
                  <a:t>, writing the equation as a logarithm is helpful.</a:t>
                </a:r>
              </a:p>
              <a:p>
                <a:pPr marL="0" indent="0">
                  <a:buNone/>
                </a:pPr>
                <a:r>
                  <a:rPr lang="en-US" dirty="0"/>
                  <a:t>Ex.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</m:t>
                    </m:r>
                  </m:oMath>
                </a14:m>
                <a:r>
                  <a:rPr lang="en-US" dirty="0"/>
                  <a:t>Ex.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  <a:blipFill>
                <a:blip r:embed="rId2"/>
                <a:stretch>
                  <a:fillRect l="-927" t="-1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81CDC2-20B9-5FDC-8A3A-2FC8C4959A56}"/>
                  </a:ext>
                </a:extLst>
              </p14:cNvPr>
              <p14:cNvContentPartPr/>
              <p14:nvPr/>
            </p14:nvContentPartPr>
            <p14:xfrm>
              <a:off x="466200" y="386640"/>
              <a:ext cx="7536240" cy="475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81CDC2-20B9-5FDC-8A3A-2FC8C4959A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840" y="377280"/>
                <a:ext cx="7554960" cy="47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199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Solving Equations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32387"/>
                <a:ext cx="7886700" cy="360033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there is a </a:t>
                </a:r>
                <a:r>
                  <a:rPr lang="en-US" i="1" dirty="0"/>
                  <a:t>variable in the logarithm</a:t>
                </a:r>
                <a:r>
                  <a:rPr lang="en-US" dirty="0"/>
                  <a:t>, writing the equation as an exponent is helpful.</a:t>
                </a:r>
              </a:p>
              <a:p>
                <a:pPr marL="0" indent="0">
                  <a:buNone/>
                </a:pPr>
                <a:r>
                  <a:rPr lang="en-US" dirty="0"/>
                  <a:t>Ex.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</m:t>
                    </m:r>
                  </m:oMath>
                </a14:m>
                <a:r>
                  <a:rPr lang="en-US" dirty="0"/>
                  <a:t>Ex.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32387"/>
                <a:ext cx="7886700" cy="3600336"/>
              </a:xfrm>
              <a:blipFill>
                <a:blip r:embed="rId2"/>
                <a:stretch>
                  <a:fillRect l="-927" t="-186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D37BD4-34D5-1615-525F-72EDC59AAE7E}"/>
                  </a:ext>
                </a:extLst>
              </p14:cNvPr>
              <p14:cNvContentPartPr/>
              <p14:nvPr/>
            </p14:nvContentPartPr>
            <p14:xfrm>
              <a:off x="258840" y="546480"/>
              <a:ext cx="8159400" cy="326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D37BD4-34D5-1615-525F-72EDC59AAE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480" y="537120"/>
                <a:ext cx="8178120" cy="32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558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1bfbfa-c0ce-47fc-8480-503910e6e19c"/>
  </ds:schemaRefs>
</ds:datastoreItem>
</file>

<file path=customXml/itemProps2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994</TotalTime>
  <Words>783</Words>
  <Application>Microsoft Office PowerPoint</Application>
  <PresentationFormat>On-screen Show (16:9)</PresentationFormat>
  <Paragraphs>95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Essential Functions for Calculus</vt:lpstr>
      <vt:lpstr>Linear Functions</vt:lpstr>
      <vt:lpstr>Constant Functions</vt:lpstr>
      <vt:lpstr>Quadratic Functions</vt:lpstr>
      <vt:lpstr>Polynomial Functions</vt:lpstr>
      <vt:lpstr>Rational Functions</vt:lpstr>
      <vt:lpstr>Rational Functions</vt:lpstr>
      <vt:lpstr>Rational Functions</vt:lpstr>
      <vt:lpstr>Power Functions</vt:lpstr>
      <vt:lpstr>Power Function Examples</vt:lpstr>
      <vt:lpstr>Exponential Functions</vt:lpstr>
      <vt:lpstr>Exponential and Logarithmic Functions</vt:lpstr>
      <vt:lpstr>Domain and Range</vt:lpstr>
      <vt:lpstr>Special Bases</vt:lpstr>
      <vt:lpstr>Properties Of LOGARITHMIC FUNCTIONS</vt:lpstr>
      <vt:lpstr>Examples</vt:lpstr>
      <vt:lpstr>Solving Equations</vt:lpstr>
      <vt:lpstr>Solving Equations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&amp; Logarithmic Functions</dc:title>
  <dc:creator>Microsoft Office User</dc:creator>
  <cp:lastModifiedBy>Dustin Deutsch</cp:lastModifiedBy>
  <cp:revision>15</cp:revision>
  <dcterms:created xsi:type="dcterms:W3CDTF">2019-11-08T19:52:07Z</dcterms:created>
  <dcterms:modified xsi:type="dcterms:W3CDTF">2025-07-30T15:40:30Z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