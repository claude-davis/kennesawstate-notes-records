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8" r:id="rId6"/>
    <p:sldId id="259" r:id="rId7"/>
    <p:sldId id="260" r:id="rId8"/>
    <p:sldId id="261" r:id="rId9"/>
    <p:sldId id="263" r:id="rId1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94"/>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stin Deutsch" userId="317d3870-7f9b-438f-aeba-8a1544be72a1" providerId="ADAL" clId="{D7913741-FD06-4219-B94F-FC05388110A4}"/>
    <pc:docChg chg="delSld modSld">
      <pc:chgData name="Dustin Deutsch" userId="317d3870-7f9b-438f-aeba-8a1544be72a1" providerId="ADAL" clId="{D7913741-FD06-4219-B94F-FC05388110A4}" dt="2025-07-29T20:49:25.217" v="10" actId="47"/>
      <pc:docMkLst>
        <pc:docMk/>
      </pc:docMkLst>
      <pc:sldChg chg="modSp mod">
        <pc:chgData name="Dustin Deutsch" userId="317d3870-7f9b-438f-aeba-8a1544be72a1" providerId="ADAL" clId="{D7913741-FD06-4219-B94F-FC05388110A4}" dt="2025-07-24T21:12:33.536" v="3" actId="20577"/>
        <pc:sldMkLst>
          <pc:docMk/>
          <pc:sldMk cId="422095949" sldId="256"/>
        </pc:sldMkLst>
        <pc:spChg chg="mod">
          <ac:chgData name="Dustin Deutsch" userId="317d3870-7f9b-438f-aeba-8a1544be72a1" providerId="ADAL" clId="{D7913741-FD06-4219-B94F-FC05388110A4}" dt="2025-07-24T21:12:33.536" v="3" actId="20577"/>
          <ac:spMkLst>
            <pc:docMk/>
            <pc:sldMk cId="422095949" sldId="256"/>
            <ac:spMk id="3" creationId="{8A35E92A-F551-B44B-B0E0-013059FA3283}"/>
          </ac:spMkLst>
        </pc:spChg>
      </pc:sldChg>
      <pc:sldChg chg="del">
        <pc:chgData name="Dustin Deutsch" userId="317d3870-7f9b-438f-aeba-8a1544be72a1" providerId="ADAL" clId="{D7913741-FD06-4219-B94F-FC05388110A4}" dt="2025-07-29T20:49:18.103" v="4" actId="47"/>
        <pc:sldMkLst>
          <pc:docMk/>
          <pc:sldMk cId="1670903511" sldId="264"/>
        </pc:sldMkLst>
      </pc:sldChg>
      <pc:sldChg chg="del">
        <pc:chgData name="Dustin Deutsch" userId="317d3870-7f9b-438f-aeba-8a1544be72a1" providerId="ADAL" clId="{D7913741-FD06-4219-B94F-FC05388110A4}" dt="2025-07-29T20:49:19.989" v="5" actId="47"/>
        <pc:sldMkLst>
          <pc:docMk/>
          <pc:sldMk cId="3976492463" sldId="265"/>
        </pc:sldMkLst>
      </pc:sldChg>
      <pc:sldChg chg="del">
        <pc:chgData name="Dustin Deutsch" userId="317d3870-7f9b-438f-aeba-8a1544be72a1" providerId="ADAL" clId="{D7913741-FD06-4219-B94F-FC05388110A4}" dt="2025-07-29T20:49:21.164" v="6" actId="47"/>
        <pc:sldMkLst>
          <pc:docMk/>
          <pc:sldMk cId="885809730" sldId="266"/>
        </pc:sldMkLst>
      </pc:sldChg>
      <pc:sldChg chg="del">
        <pc:chgData name="Dustin Deutsch" userId="317d3870-7f9b-438f-aeba-8a1544be72a1" providerId="ADAL" clId="{D7913741-FD06-4219-B94F-FC05388110A4}" dt="2025-07-29T20:49:22.304" v="7" actId="47"/>
        <pc:sldMkLst>
          <pc:docMk/>
          <pc:sldMk cId="3755214359" sldId="267"/>
        </pc:sldMkLst>
      </pc:sldChg>
      <pc:sldChg chg="del">
        <pc:chgData name="Dustin Deutsch" userId="317d3870-7f9b-438f-aeba-8a1544be72a1" providerId="ADAL" clId="{D7913741-FD06-4219-B94F-FC05388110A4}" dt="2025-07-29T20:49:23.462" v="8" actId="47"/>
        <pc:sldMkLst>
          <pc:docMk/>
          <pc:sldMk cId="365510065" sldId="268"/>
        </pc:sldMkLst>
      </pc:sldChg>
      <pc:sldChg chg="del">
        <pc:chgData name="Dustin Deutsch" userId="317d3870-7f9b-438f-aeba-8a1544be72a1" providerId="ADAL" clId="{D7913741-FD06-4219-B94F-FC05388110A4}" dt="2025-07-29T20:49:24.362" v="9" actId="47"/>
        <pc:sldMkLst>
          <pc:docMk/>
          <pc:sldMk cId="363030733" sldId="269"/>
        </pc:sldMkLst>
      </pc:sldChg>
      <pc:sldChg chg="del">
        <pc:chgData name="Dustin Deutsch" userId="317d3870-7f9b-438f-aeba-8a1544be72a1" providerId="ADAL" clId="{D7913741-FD06-4219-B94F-FC05388110A4}" dt="2025-07-29T20:49:25.217" v="10" actId="47"/>
        <pc:sldMkLst>
          <pc:docMk/>
          <pc:sldMk cId="855986012"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82" indent="0" algn="ctr">
              <a:buNone/>
              <a:defRPr sz="1500"/>
            </a:lvl2pPr>
            <a:lvl3pPr marL="685766" indent="0" algn="ctr">
              <a:buNone/>
              <a:defRPr sz="1351"/>
            </a:lvl3pPr>
            <a:lvl4pPr marL="1028649" indent="0" algn="ctr">
              <a:buNone/>
              <a:defRPr sz="1200"/>
            </a:lvl4pPr>
            <a:lvl5pPr marL="1371532" indent="0" algn="ctr">
              <a:buNone/>
              <a:defRPr sz="1200"/>
            </a:lvl5pPr>
            <a:lvl6pPr marL="1714414" indent="0" algn="ctr">
              <a:buNone/>
              <a:defRPr sz="1200"/>
            </a:lvl6pPr>
            <a:lvl7pPr marL="2057298" indent="0" algn="ctr">
              <a:buNone/>
              <a:defRPr sz="1200"/>
            </a:lvl7pPr>
            <a:lvl8pPr marL="2400180" indent="0" algn="ctr">
              <a:buNone/>
              <a:defRPr sz="1200"/>
            </a:lvl8pPr>
            <a:lvl9pPr marL="2743062"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628651" y="4874138"/>
            <a:ext cx="2057400" cy="273844"/>
          </a:xfrm>
        </p:spPr>
        <p:txBody>
          <a:bodyPr/>
          <a:lstStyle/>
          <a:p>
            <a:fld id="{02989721-2E5E-A74E-BDA4-3350CBAAF42E}" type="datetimeFigureOut">
              <a:rPr lang="en-US" smtClean="0"/>
              <a:t>7/29/2025</a:t>
            </a:fld>
            <a:endParaRPr lang="en-US"/>
          </a:p>
        </p:txBody>
      </p:sp>
      <p:sp>
        <p:nvSpPr>
          <p:cNvPr id="5" name="Footer Placeholder 4"/>
          <p:cNvSpPr>
            <a:spLocks noGrp="1"/>
          </p:cNvSpPr>
          <p:nvPr>
            <p:ph type="ftr" sz="quarter" idx="11"/>
          </p:nvPr>
        </p:nvSpPr>
        <p:spPr>
          <a:xfrm>
            <a:off x="3028951" y="4874138"/>
            <a:ext cx="3086100" cy="273844"/>
          </a:xfrm>
        </p:spPr>
        <p:txBody>
          <a:bodyPr/>
          <a:lstStyle/>
          <a:p>
            <a:endParaRPr lang="en-US"/>
          </a:p>
        </p:txBody>
      </p:sp>
      <p:sp>
        <p:nvSpPr>
          <p:cNvPr id="6" name="Slide Number Placeholder 5"/>
          <p:cNvSpPr>
            <a:spLocks noGrp="1"/>
          </p:cNvSpPr>
          <p:nvPr>
            <p:ph type="sldNum" sz="quarter" idx="12"/>
          </p:nvPr>
        </p:nvSpPr>
        <p:spPr>
          <a:xfrm>
            <a:off x="6457951" y="4874138"/>
            <a:ext cx="2057400" cy="273844"/>
          </a:xfrm>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1567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523822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90" y="1282308"/>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90" y="3442098"/>
            <a:ext cx="7886700" cy="1125140"/>
          </a:xfrm>
        </p:spPr>
        <p:txBody>
          <a:bodyPr/>
          <a:lstStyle>
            <a:lvl1pPr marL="0" indent="0">
              <a:buNone/>
              <a:defRPr sz="1800">
                <a:solidFill>
                  <a:schemeClr val="tx1">
                    <a:tint val="75000"/>
                  </a:schemeClr>
                </a:solidFill>
              </a:defRPr>
            </a:lvl1pPr>
            <a:lvl2pPr marL="342882" indent="0">
              <a:buNone/>
              <a:defRPr sz="1500">
                <a:solidFill>
                  <a:schemeClr val="tx1">
                    <a:tint val="75000"/>
                  </a:schemeClr>
                </a:solidFill>
              </a:defRPr>
            </a:lvl2pPr>
            <a:lvl3pPr marL="685766" indent="0">
              <a:buNone/>
              <a:defRPr sz="1351">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4" indent="0">
              <a:buNone/>
              <a:defRPr sz="1200">
                <a:solidFill>
                  <a:schemeClr val="tx1">
                    <a:tint val="75000"/>
                  </a:schemeClr>
                </a:solidFill>
              </a:defRPr>
            </a:lvl6pPr>
            <a:lvl7pPr marL="2057298" indent="0">
              <a:buNone/>
              <a:defRPr sz="1200">
                <a:solidFill>
                  <a:schemeClr val="tx1">
                    <a:tint val="75000"/>
                  </a:schemeClr>
                </a:solidFill>
              </a:defRPr>
            </a:lvl7pPr>
            <a:lvl8pPr marL="2400180" indent="0">
              <a:buNone/>
              <a:defRPr sz="1200">
                <a:solidFill>
                  <a:schemeClr val="tx1">
                    <a:tint val="75000"/>
                  </a:schemeClr>
                </a:solidFill>
              </a:defRPr>
            </a:lvl8pPr>
            <a:lvl9pPr marL="2743062"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89721-2E5E-A74E-BDA4-3350CBAAF42E}"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898844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1"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989721-2E5E-A74E-BDA4-3350CBAAF42E}"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1864669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3"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7"/>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3" y="1260872"/>
            <a:ext cx="3887391" cy="617934"/>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3" y="1878807"/>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989721-2E5E-A74E-BDA4-3350CBAAF42E}"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1813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989721-2E5E-A74E-BDA4-3350CBAAF42E}"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653326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989721-2E5E-A74E-BDA4-3350CBAAF42E}"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198397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9"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3" y="740573"/>
            <a:ext cx="4629151"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4"/>
            <a:ext cx="2949179" cy="2858691"/>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02989721-2E5E-A74E-BDA4-3350CBAAF42E}"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065882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9"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3" y="740573"/>
            <a:ext cx="4629151" cy="3655219"/>
          </a:xfrm>
        </p:spPr>
        <p:txBody>
          <a:bodyPr anchor="t"/>
          <a:lstStyle>
            <a:lvl1pPr marL="0" indent="0">
              <a:buNone/>
              <a:defRPr sz="2400"/>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4"/>
            <a:ext cx="2949179" cy="2858691"/>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02989721-2E5E-A74E-BDA4-3350CBAAF42E}"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49158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314641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7" y="273848"/>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2" y="273848"/>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934404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1"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2989721-2E5E-A74E-BDA4-3350CBAAF42E}" type="datetimeFigureOut">
              <a:rPr lang="en-US" smtClean="0"/>
              <a:t>7/29/2025</a:t>
            </a:fld>
            <a:endParaRPr lang="en-US"/>
          </a:p>
        </p:txBody>
      </p:sp>
      <p:sp>
        <p:nvSpPr>
          <p:cNvPr id="5" name="Footer Placeholder 4"/>
          <p:cNvSpPr>
            <a:spLocks noGrp="1"/>
          </p:cNvSpPr>
          <p:nvPr>
            <p:ph type="ftr" sz="quarter" idx="3"/>
          </p:nvPr>
        </p:nvSpPr>
        <p:spPr>
          <a:xfrm>
            <a:off x="3028951"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1"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40EFFAF-D776-0E4A-B23C-093906A319D0}" type="slidenum">
              <a:rPr lang="en-US" smtClean="0"/>
              <a:t>‹#›</a:t>
            </a:fld>
            <a:endParaRPr lang="en-US"/>
          </a:p>
        </p:txBody>
      </p:sp>
    </p:spTree>
    <p:extLst>
      <p:ext uri="{BB962C8B-B14F-4D97-AF65-F5344CB8AC3E}">
        <p14:creationId xmlns:p14="http://schemas.microsoft.com/office/powerpoint/2010/main" val="3543424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76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66"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26"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08"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1"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2973"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857"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06"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66" rtl="0" eaLnBrk="1" latinLnBrk="0" hangingPunct="1">
        <a:defRPr sz="1351" kern="1200">
          <a:solidFill>
            <a:schemeClr val="tx1"/>
          </a:solidFill>
          <a:latin typeface="+mn-lt"/>
          <a:ea typeface="+mn-ea"/>
          <a:cs typeface="+mn-cs"/>
        </a:defRPr>
      </a:lvl1pPr>
      <a:lvl2pPr marL="342882"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9"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4" algn="l" defTabSz="685766" rtl="0" eaLnBrk="1" latinLnBrk="0" hangingPunct="1">
        <a:defRPr sz="1351" kern="1200">
          <a:solidFill>
            <a:schemeClr val="tx1"/>
          </a:solidFill>
          <a:latin typeface="+mn-lt"/>
          <a:ea typeface="+mn-ea"/>
          <a:cs typeface="+mn-cs"/>
        </a:defRPr>
      </a:lvl6pPr>
      <a:lvl7pPr marL="2057298"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2"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cai.kennesaw.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57CF-B9B9-EF4E-9E54-ADDE6D43E23E}"/>
              </a:ext>
            </a:extLst>
          </p:cNvPr>
          <p:cNvSpPr>
            <a:spLocks noGrp="1"/>
          </p:cNvSpPr>
          <p:nvPr>
            <p:ph type="ctrTitle"/>
          </p:nvPr>
        </p:nvSpPr>
        <p:spPr/>
        <p:txBody>
          <a:bodyPr/>
          <a:lstStyle/>
          <a:p>
            <a:r>
              <a:rPr lang="en-US" dirty="0"/>
              <a:t>Academic Integrity</a:t>
            </a:r>
          </a:p>
        </p:txBody>
      </p:sp>
      <p:sp>
        <p:nvSpPr>
          <p:cNvPr id="3" name="Subtitle 2">
            <a:extLst>
              <a:ext uri="{FF2B5EF4-FFF2-40B4-BE49-F238E27FC236}">
                <a16:creationId xmlns:a16="http://schemas.microsoft.com/office/drawing/2014/main" id="{8A35E92A-F551-B44B-B0E0-013059FA3283}"/>
              </a:ext>
            </a:extLst>
          </p:cNvPr>
          <p:cNvSpPr>
            <a:spLocks noGrp="1"/>
          </p:cNvSpPr>
          <p:nvPr>
            <p:ph type="subTitle" idx="1"/>
          </p:nvPr>
        </p:nvSpPr>
        <p:spPr/>
        <p:txBody>
          <a:bodyPr/>
          <a:lstStyle/>
          <a:p>
            <a:r>
              <a:rPr lang="en-US" dirty="0"/>
              <a:t>PRESS Summer 2025</a:t>
            </a:r>
          </a:p>
        </p:txBody>
      </p:sp>
    </p:spTree>
    <p:extLst>
      <p:ext uri="{BB962C8B-B14F-4D97-AF65-F5344CB8AC3E}">
        <p14:creationId xmlns:p14="http://schemas.microsoft.com/office/powerpoint/2010/main" val="42209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0177-985F-4C59-BEFA-CDB0B865932E}"/>
              </a:ext>
            </a:extLst>
          </p:cNvPr>
          <p:cNvSpPr>
            <a:spLocks noGrp="1"/>
          </p:cNvSpPr>
          <p:nvPr>
            <p:ph type="title"/>
          </p:nvPr>
        </p:nvSpPr>
        <p:spPr/>
        <p:txBody>
          <a:bodyPr>
            <a:normAutofit/>
          </a:bodyPr>
          <a:lstStyle/>
          <a:p>
            <a:r>
              <a:rPr lang="en-US" dirty="0"/>
              <a:t>Academic Integrity Tips for Students</a:t>
            </a:r>
            <a:br>
              <a:rPr lang="en-US" dirty="0"/>
            </a:br>
            <a:r>
              <a:rPr lang="en-US" sz="1300" dirty="0"/>
              <a:t>https://scai.kennesaw.edu/students/tips_students.php</a:t>
            </a:r>
          </a:p>
        </p:txBody>
      </p:sp>
      <p:sp>
        <p:nvSpPr>
          <p:cNvPr id="3" name="Content Placeholder 2">
            <a:extLst>
              <a:ext uri="{FF2B5EF4-FFF2-40B4-BE49-F238E27FC236}">
                <a16:creationId xmlns:a16="http://schemas.microsoft.com/office/drawing/2014/main" id="{FDF0D72B-90AD-49B5-9013-8F606DE6B1F0}"/>
              </a:ext>
            </a:extLst>
          </p:cNvPr>
          <p:cNvSpPr>
            <a:spLocks noGrp="1"/>
          </p:cNvSpPr>
          <p:nvPr>
            <p:ph idx="1"/>
          </p:nvPr>
        </p:nvSpPr>
        <p:spPr/>
        <p:txBody>
          <a:bodyPr/>
          <a:lstStyle/>
          <a:p>
            <a:r>
              <a:rPr lang="en-US" dirty="0"/>
              <a:t>“</a:t>
            </a:r>
            <a:r>
              <a:rPr lang="en-US" b="1" dirty="0"/>
              <a:t>KNOW THE RULES. </a:t>
            </a:r>
            <a:r>
              <a:rPr lang="en-US" dirty="0"/>
              <a:t>You agreed to follow the Code of Academic Integrity when you became a KSU student. Make sure you know what you agree to and ask questions if you don’t understand. Once you are determined to have had a reasonable opportunity to know a rule, then you can get in trouble for breaking that rule even if you did so unintentionally.  </a:t>
            </a:r>
            <a:r>
              <a:rPr lang="en-US" dirty="0">
                <a:hlinkClick r:id="rId2"/>
              </a:rPr>
              <a:t>http://scai.kennesaw.edu/</a:t>
            </a:r>
            <a:endParaRPr lang="en-US" dirty="0"/>
          </a:p>
          <a:p>
            <a:r>
              <a:rPr lang="en-US" b="1" dirty="0"/>
              <a:t>Always get assignment directions from your professor. </a:t>
            </a:r>
            <a:r>
              <a:rPr lang="en-US" dirty="0"/>
              <a:t>If a classmate gives you bad information, even by mistake, you could still get in trouble (such as by using notes on a test that isn’t open note). Make sure you understand your instructions.”</a:t>
            </a:r>
          </a:p>
          <a:p>
            <a:endParaRPr lang="en-US" dirty="0"/>
          </a:p>
        </p:txBody>
      </p:sp>
    </p:spTree>
    <p:extLst>
      <p:ext uri="{BB962C8B-B14F-4D97-AF65-F5344CB8AC3E}">
        <p14:creationId xmlns:p14="http://schemas.microsoft.com/office/powerpoint/2010/main" val="3302680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0177-985F-4C59-BEFA-CDB0B865932E}"/>
              </a:ext>
            </a:extLst>
          </p:cNvPr>
          <p:cNvSpPr>
            <a:spLocks noGrp="1"/>
          </p:cNvSpPr>
          <p:nvPr>
            <p:ph type="title"/>
          </p:nvPr>
        </p:nvSpPr>
        <p:spPr/>
        <p:txBody>
          <a:bodyPr>
            <a:normAutofit/>
          </a:bodyPr>
          <a:lstStyle/>
          <a:p>
            <a:r>
              <a:rPr lang="en-US" dirty="0"/>
              <a:t>Academic Integrity Tips for Students</a:t>
            </a:r>
            <a:br>
              <a:rPr lang="en-US" dirty="0"/>
            </a:br>
            <a:r>
              <a:rPr lang="en-US" sz="1300" dirty="0"/>
              <a:t>https://scai.kennesaw.edu/students/tips_students.php</a:t>
            </a:r>
          </a:p>
        </p:txBody>
      </p:sp>
      <p:sp>
        <p:nvSpPr>
          <p:cNvPr id="3" name="Content Placeholder 2">
            <a:extLst>
              <a:ext uri="{FF2B5EF4-FFF2-40B4-BE49-F238E27FC236}">
                <a16:creationId xmlns:a16="http://schemas.microsoft.com/office/drawing/2014/main" id="{FDF0D72B-90AD-49B5-9013-8F606DE6B1F0}"/>
              </a:ext>
            </a:extLst>
          </p:cNvPr>
          <p:cNvSpPr>
            <a:spLocks noGrp="1"/>
          </p:cNvSpPr>
          <p:nvPr>
            <p:ph idx="1"/>
          </p:nvPr>
        </p:nvSpPr>
        <p:spPr/>
        <p:txBody>
          <a:bodyPr/>
          <a:lstStyle/>
          <a:p>
            <a:r>
              <a:rPr lang="en-US" dirty="0"/>
              <a:t>“</a:t>
            </a:r>
            <a:r>
              <a:rPr lang="en-US" b="1" dirty="0"/>
              <a:t>Don’t give away copies of your work without permission. </a:t>
            </a:r>
            <a:r>
              <a:rPr lang="en-US" dirty="0"/>
              <a:t>Once your work is in someone else’s hands, you don’t know what they are going to do with it and they might copy without your consent. Check with your professor first.</a:t>
            </a:r>
          </a:p>
          <a:p>
            <a:r>
              <a:rPr lang="en-US" b="1" dirty="0"/>
              <a:t>Procrastinate wisely. </a:t>
            </a:r>
            <a:r>
              <a:rPr lang="en-US" dirty="0"/>
              <a:t>You can’t always get every assignment done early, so be honest with yourself about your strengths and weaknesses. Citations can take time to do correctly, so waiting to the last minute to cite a long paper or project risks errors of sloppiness or desperation. Prioritize what you can afford to let slide and what you need to tackle earlier.”</a:t>
            </a:r>
          </a:p>
          <a:p>
            <a:endParaRPr lang="en-US" dirty="0"/>
          </a:p>
        </p:txBody>
      </p:sp>
    </p:spTree>
    <p:extLst>
      <p:ext uri="{BB962C8B-B14F-4D97-AF65-F5344CB8AC3E}">
        <p14:creationId xmlns:p14="http://schemas.microsoft.com/office/powerpoint/2010/main" val="3651183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0177-985F-4C59-BEFA-CDB0B865932E}"/>
              </a:ext>
            </a:extLst>
          </p:cNvPr>
          <p:cNvSpPr>
            <a:spLocks noGrp="1"/>
          </p:cNvSpPr>
          <p:nvPr>
            <p:ph type="title"/>
          </p:nvPr>
        </p:nvSpPr>
        <p:spPr/>
        <p:txBody>
          <a:bodyPr>
            <a:normAutofit/>
          </a:bodyPr>
          <a:lstStyle/>
          <a:p>
            <a:r>
              <a:rPr lang="en-US" dirty="0"/>
              <a:t>Academic Integrity Tips for Students</a:t>
            </a:r>
            <a:br>
              <a:rPr lang="en-US" dirty="0"/>
            </a:br>
            <a:r>
              <a:rPr lang="en-US" sz="1300" dirty="0"/>
              <a:t>https://scai.kennesaw.edu/students/tips_students.php</a:t>
            </a:r>
          </a:p>
        </p:txBody>
      </p:sp>
      <p:sp>
        <p:nvSpPr>
          <p:cNvPr id="3" name="Content Placeholder 2">
            <a:extLst>
              <a:ext uri="{FF2B5EF4-FFF2-40B4-BE49-F238E27FC236}">
                <a16:creationId xmlns:a16="http://schemas.microsoft.com/office/drawing/2014/main" id="{FDF0D72B-90AD-49B5-9013-8F606DE6B1F0}"/>
              </a:ext>
            </a:extLst>
          </p:cNvPr>
          <p:cNvSpPr>
            <a:spLocks noGrp="1"/>
          </p:cNvSpPr>
          <p:nvPr>
            <p:ph idx="1"/>
          </p:nvPr>
        </p:nvSpPr>
        <p:spPr/>
        <p:txBody>
          <a:bodyPr/>
          <a:lstStyle/>
          <a:p>
            <a:r>
              <a:rPr lang="en-US" dirty="0"/>
              <a:t>“</a:t>
            </a:r>
            <a:r>
              <a:rPr lang="en-US" b="1" dirty="0"/>
              <a:t>Keep that phone away! </a:t>
            </a:r>
            <a:r>
              <a:rPr lang="en-US" dirty="0"/>
              <a:t>The moment you pull out an unapproved electronic device during a quiz, test, or exam, you are automatically considered cheating even if you’re just checking the time</a:t>
            </a:r>
          </a:p>
          <a:p>
            <a:r>
              <a:rPr lang="en-US" b="1" dirty="0"/>
              <a:t>If you use someone else’s words in your work, make sure you: 1) put those words in quotation marks (or use block quotes); 2) clearly identify the source of those words; and 3) include enough information to find that source as part of your comprehensive list of source (i.e. works cited, reference page, etc.). </a:t>
            </a:r>
            <a:r>
              <a:rPr lang="en-US" dirty="0"/>
              <a:t>If your professor can’t tell what words were authored by whom, or can’t track down all the sources you used, that’s plagiarism”.</a:t>
            </a:r>
          </a:p>
        </p:txBody>
      </p:sp>
    </p:spTree>
    <p:extLst>
      <p:ext uri="{BB962C8B-B14F-4D97-AF65-F5344CB8AC3E}">
        <p14:creationId xmlns:p14="http://schemas.microsoft.com/office/powerpoint/2010/main" val="3887591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0177-985F-4C59-BEFA-CDB0B865932E}"/>
              </a:ext>
            </a:extLst>
          </p:cNvPr>
          <p:cNvSpPr>
            <a:spLocks noGrp="1"/>
          </p:cNvSpPr>
          <p:nvPr>
            <p:ph type="title"/>
          </p:nvPr>
        </p:nvSpPr>
        <p:spPr/>
        <p:txBody>
          <a:bodyPr>
            <a:normAutofit/>
          </a:bodyPr>
          <a:lstStyle/>
          <a:p>
            <a:r>
              <a:rPr lang="en-US" dirty="0"/>
              <a:t>Academic Integrity Tips for Students</a:t>
            </a:r>
            <a:br>
              <a:rPr lang="en-US" dirty="0"/>
            </a:br>
            <a:r>
              <a:rPr lang="en-US" sz="1300" dirty="0"/>
              <a:t>https://scai.kennesaw.edu/students/tips_students.php</a:t>
            </a:r>
          </a:p>
        </p:txBody>
      </p:sp>
      <p:sp>
        <p:nvSpPr>
          <p:cNvPr id="3" name="Content Placeholder 2">
            <a:extLst>
              <a:ext uri="{FF2B5EF4-FFF2-40B4-BE49-F238E27FC236}">
                <a16:creationId xmlns:a16="http://schemas.microsoft.com/office/drawing/2014/main" id="{FDF0D72B-90AD-49B5-9013-8F606DE6B1F0}"/>
              </a:ext>
            </a:extLst>
          </p:cNvPr>
          <p:cNvSpPr>
            <a:spLocks noGrp="1"/>
          </p:cNvSpPr>
          <p:nvPr>
            <p:ph idx="1"/>
          </p:nvPr>
        </p:nvSpPr>
        <p:spPr/>
        <p:txBody>
          <a:bodyPr/>
          <a:lstStyle/>
          <a:p>
            <a:r>
              <a:rPr lang="en-US" dirty="0"/>
              <a:t>“</a:t>
            </a:r>
            <a:r>
              <a:rPr lang="en-US" b="1" dirty="0"/>
              <a:t>If you use someone else’s ideas in your work (i.e. paragraph), make sure you: 1) identify where you got those ideas and who came up with those ideas; and 2) list the source in your comprehensive list.</a:t>
            </a:r>
            <a:r>
              <a:rPr lang="en-US" dirty="0"/>
              <a:t> Remember that it only counts as a paraphrase if you truly put it in your own words and faithfully represent what the source was trying to say</a:t>
            </a:r>
          </a:p>
          <a:p>
            <a:r>
              <a:rPr lang="en-US" b="1" dirty="0"/>
              <a:t>Always do original work. </a:t>
            </a:r>
            <a:r>
              <a:rPr lang="en-US" dirty="0"/>
              <a:t>If you want to turn in something you wrote in the past (such as reusing a paper you wrote for another class), get permission from your professor first. Re-use without permission is self-plagiarism.”</a:t>
            </a:r>
          </a:p>
          <a:p>
            <a:endParaRPr lang="en-US" dirty="0"/>
          </a:p>
        </p:txBody>
      </p:sp>
    </p:spTree>
    <p:extLst>
      <p:ext uri="{BB962C8B-B14F-4D97-AF65-F5344CB8AC3E}">
        <p14:creationId xmlns:p14="http://schemas.microsoft.com/office/powerpoint/2010/main" val="103930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0177-985F-4C59-BEFA-CDB0B865932E}"/>
              </a:ext>
            </a:extLst>
          </p:cNvPr>
          <p:cNvSpPr>
            <a:spLocks noGrp="1"/>
          </p:cNvSpPr>
          <p:nvPr>
            <p:ph type="title"/>
          </p:nvPr>
        </p:nvSpPr>
        <p:spPr/>
        <p:txBody>
          <a:bodyPr>
            <a:normAutofit/>
          </a:bodyPr>
          <a:lstStyle/>
          <a:p>
            <a:r>
              <a:rPr lang="en-US" dirty="0"/>
              <a:t>Academic Integrity Tips for Students</a:t>
            </a:r>
            <a:br>
              <a:rPr lang="en-US" dirty="0"/>
            </a:br>
            <a:r>
              <a:rPr lang="en-US" sz="1300" dirty="0"/>
              <a:t>https://scai.kennesaw.edu/students/tips_students.php</a:t>
            </a:r>
          </a:p>
        </p:txBody>
      </p:sp>
      <p:sp>
        <p:nvSpPr>
          <p:cNvPr id="3" name="Content Placeholder 2">
            <a:extLst>
              <a:ext uri="{FF2B5EF4-FFF2-40B4-BE49-F238E27FC236}">
                <a16:creationId xmlns:a16="http://schemas.microsoft.com/office/drawing/2014/main" id="{FDF0D72B-90AD-49B5-9013-8F606DE6B1F0}"/>
              </a:ext>
            </a:extLst>
          </p:cNvPr>
          <p:cNvSpPr>
            <a:spLocks noGrp="1"/>
          </p:cNvSpPr>
          <p:nvPr>
            <p:ph idx="1"/>
          </p:nvPr>
        </p:nvSpPr>
        <p:spPr/>
        <p:txBody>
          <a:bodyPr/>
          <a:lstStyle/>
          <a:p>
            <a:r>
              <a:rPr lang="en-US" dirty="0"/>
              <a:t>“</a:t>
            </a:r>
            <a:r>
              <a:rPr lang="en-US" b="1" dirty="0"/>
              <a:t>ASK FOR HELP. </a:t>
            </a:r>
            <a:r>
              <a:rPr lang="en-US" dirty="0"/>
              <a:t>Life happens, and some classes turn out to be harder than expected. If you’re struggling, tell your professor as soon as possible to get the most extra help possible. Professors want to assist students, especially students who are proactive about asking for that help</a:t>
            </a:r>
          </a:p>
          <a:p>
            <a:r>
              <a:rPr lang="en-US" b="1" dirty="0"/>
              <a:t>IF YOU DO SOMETHING WRONG, COOPERATE. </a:t>
            </a:r>
            <a:r>
              <a:rPr lang="en-US" dirty="0"/>
              <a:t>People make mistakes. We’re all human. KSU’s academic misconduct resolution process rewards students who take responsibility for their mistakes with more lenient consequences. You will always get the best outcome by being fully honest.”</a:t>
            </a:r>
          </a:p>
          <a:p>
            <a:endParaRPr lang="en-US" dirty="0"/>
          </a:p>
        </p:txBody>
      </p:sp>
    </p:spTree>
    <p:extLst>
      <p:ext uri="{BB962C8B-B14F-4D97-AF65-F5344CB8AC3E}">
        <p14:creationId xmlns:p14="http://schemas.microsoft.com/office/powerpoint/2010/main" val="21072701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eob-2019-ppt-16x9" id="{041FDD2D-1615-5F4F-B82D-98D094696C7F}" vid="{19C20F82-67CC-014D-B13B-62176558C12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88FD09BC65C6498B60C1DA04268158" ma:contentTypeVersion="5" ma:contentTypeDescription="Create a new document." ma:contentTypeScope="" ma:versionID="3b1443a53a9889c53b1d42811326bee2">
  <xsd:schema xmlns:xsd="http://www.w3.org/2001/XMLSchema" xmlns:xs="http://www.w3.org/2001/XMLSchema" xmlns:p="http://schemas.microsoft.com/office/2006/metadata/properties" xmlns:ns3="e41bfbfa-c0ce-47fc-8480-503910e6e19c" targetNamespace="http://schemas.microsoft.com/office/2006/metadata/properties" ma:root="true" ma:fieldsID="83b49ef5dd758b81c117b37c6dd92b46" ns3:_="">
    <xsd:import namespace="e41bfbfa-c0ce-47fc-8480-503910e6e19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1bfbfa-c0ce-47fc-8480-503910e6e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D31430-750F-410D-8BA0-8AD43F9962B7}">
  <ds:schemaRefs>
    <ds:schemaRef ds:uri="http://schemas.microsoft.com/sharepoint/v3/contenttype/forms"/>
  </ds:schemaRefs>
</ds:datastoreItem>
</file>

<file path=customXml/itemProps2.xml><?xml version="1.0" encoding="utf-8"?>
<ds:datastoreItem xmlns:ds="http://schemas.openxmlformats.org/officeDocument/2006/customXml" ds:itemID="{DEBA4079-95B3-454C-8A47-DFD2CD3C2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1bfbfa-c0ce-47fc-8480-503910e6e1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D7CDD4-C21D-4577-8CBA-4F6D43A8577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53</TotalTime>
  <Words>693</Words>
  <Application>Microsoft Office PowerPoint</Application>
  <PresentationFormat>On-screen Show (16:9)</PresentationFormat>
  <Paragraphs>17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Academic Integrity</vt:lpstr>
      <vt:lpstr>Academic Integrity Tips for Students https://scai.kennesaw.edu/students/tips_students.php</vt:lpstr>
      <vt:lpstr>Academic Integrity Tips for Students https://scai.kennesaw.edu/students/tips_students.php</vt:lpstr>
      <vt:lpstr>Academic Integrity Tips for Students https://scai.kennesaw.edu/students/tips_students.php</vt:lpstr>
      <vt:lpstr>Academic Integrity Tips for Students https://scai.kennesaw.edu/students/tips_students.php</vt:lpstr>
      <vt:lpstr>Academic Integrity Tips for Students https://scai.kennesaw.edu/students/tips_students.php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Dustin Deutsch</cp:lastModifiedBy>
  <cp:revision>5</cp:revision>
  <dcterms:created xsi:type="dcterms:W3CDTF">2019-11-08T19:52:07Z</dcterms:created>
  <dcterms:modified xsi:type="dcterms:W3CDTF">2025-07-29T20:49:26Z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0x0101004188FD09BC65C6498B60C1DA04268158</vt:lpwstr>
  </property>
</Properties>
</file>