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62" r:id="rId6"/>
    <p:sldId id="264" r:id="rId7"/>
    <p:sldId id="263" r:id="rId8"/>
    <p:sldId id="265" r:id="rId9"/>
    <p:sldId id="266" r:id="rId10"/>
    <p:sldId id="257" r:id="rId11"/>
    <p:sldId id="259" r:id="rId12"/>
    <p:sldId id="258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8" autoAdjust="0"/>
    <p:restoredTop sz="86481" autoAdjust="0"/>
  </p:normalViewPr>
  <p:slideViewPr>
    <p:cSldViewPr snapToGrid="0" snapToObjects="1">
      <p:cViewPr varScale="1">
        <p:scale>
          <a:sx n="94" d="100"/>
          <a:sy n="94" d="100"/>
        </p:scale>
        <p:origin x="557" y="77"/>
      </p:cViewPr>
      <p:guideLst/>
    </p:cSldViewPr>
  </p:slideViewPr>
  <p:outlineViewPr>
    <p:cViewPr>
      <p:scale>
        <a:sx n="33" d="100"/>
        <a:sy n="33" d="100"/>
      </p:scale>
      <p:origin x="0" y="-390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stin Deutsch" userId="317d3870-7f9b-438f-aeba-8a1544be72a1" providerId="ADAL" clId="{CC4787F0-948C-41E2-A3EB-85A7BA9C7B83}"/>
    <pc:docChg chg="modSld">
      <pc:chgData name="Dustin Deutsch" userId="317d3870-7f9b-438f-aeba-8a1544be72a1" providerId="ADAL" clId="{CC4787F0-948C-41E2-A3EB-85A7BA9C7B83}" dt="2025-07-29T16:17:35.623" v="33" actId="20577"/>
      <pc:docMkLst>
        <pc:docMk/>
      </pc:docMkLst>
      <pc:sldChg chg="modSp mod">
        <pc:chgData name="Dustin Deutsch" userId="317d3870-7f9b-438f-aeba-8a1544be72a1" providerId="ADAL" clId="{CC4787F0-948C-41E2-A3EB-85A7BA9C7B83}" dt="2025-07-29T16:16:16.500" v="2" actId="20577"/>
        <pc:sldMkLst>
          <pc:docMk/>
          <pc:sldMk cId="422095949" sldId="256"/>
        </pc:sldMkLst>
        <pc:spChg chg="mod">
          <ac:chgData name="Dustin Deutsch" userId="317d3870-7f9b-438f-aeba-8a1544be72a1" providerId="ADAL" clId="{CC4787F0-948C-41E2-A3EB-85A7BA9C7B83}" dt="2025-07-29T16:16:16.500" v="2" actId="20577"/>
          <ac:spMkLst>
            <pc:docMk/>
            <pc:sldMk cId="422095949" sldId="256"/>
            <ac:spMk id="3" creationId="{8A35E92A-F551-B44B-B0E0-013059FA3283}"/>
          </ac:spMkLst>
        </pc:spChg>
      </pc:sldChg>
      <pc:sldChg chg="modSp mod">
        <pc:chgData name="Dustin Deutsch" userId="317d3870-7f9b-438f-aeba-8a1544be72a1" providerId="ADAL" clId="{CC4787F0-948C-41E2-A3EB-85A7BA9C7B83}" dt="2025-07-29T16:16:49.344" v="3" actId="20577"/>
        <pc:sldMkLst>
          <pc:docMk/>
          <pc:sldMk cId="1926689173" sldId="264"/>
        </pc:sldMkLst>
        <pc:spChg chg="mod">
          <ac:chgData name="Dustin Deutsch" userId="317d3870-7f9b-438f-aeba-8a1544be72a1" providerId="ADAL" clId="{CC4787F0-948C-41E2-A3EB-85A7BA9C7B83}" dt="2025-07-29T16:16:49.344" v="3" actId="20577"/>
          <ac:spMkLst>
            <pc:docMk/>
            <pc:sldMk cId="1926689173" sldId="264"/>
            <ac:spMk id="7" creationId="{03F07718-4A9F-4C69-86C1-DC2B819AE183}"/>
          </ac:spMkLst>
        </pc:spChg>
      </pc:sldChg>
      <pc:sldChg chg="modSp mod">
        <pc:chgData name="Dustin Deutsch" userId="317d3870-7f9b-438f-aeba-8a1544be72a1" providerId="ADAL" clId="{CC4787F0-948C-41E2-A3EB-85A7BA9C7B83}" dt="2025-07-29T16:17:35.623" v="33" actId="20577"/>
        <pc:sldMkLst>
          <pc:docMk/>
          <pc:sldMk cId="176822182" sldId="265"/>
        </pc:sldMkLst>
        <pc:spChg chg="mod">
          <ac:chgData name="Dustin Deutsch" userId="317d3870-7f9b-438f-aeba-8a1544be72a1" providerId="ADAL" clId="{CC4787F0-948C-41E2-A3EB-85A7BA9C7B83}" dt="2025-07-29T16:17:35.623" v="33" actId="20577"/>
          <ac:spMkLst>
            <pc:docMk/>
            <pc:sldMk cId="176822182" sldId="265"/>
            <ac:spMk id="7" creationId="{7F022AEF-114E-4163-A8DE-DA485257FD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1" y="4874138"/>
            <a:ext cx="2057400" cy="273844"/>
          </a:xfrm>
        </p:spPr>
        <p:txBody>
          <a:bodyPr/>
          <a:lstStyle/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4874138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1" y="4874138"/>
            <a:ext cx="2057400" cy="273844"/>
          </a:xfrm>
        </p:spPr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0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2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0" y="1282308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0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6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1878807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2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7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3" y="740573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8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3" y="740573"/>
            <a:ext cx="4629151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4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273848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8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9721-2E5E-A74E-BDA4-3350CBAAF42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2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57CF-B9B9-EF4E-9E54-ADDE6D43E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College Expectations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5E92A-F551-B44B-B0E0-013059FA32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CSM PRESS 2025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209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E3C4-F825-4742-93CA-1A626BDF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36F7F-110E-4F45-A571-A18FD1DDF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Voluntary</a:t>
            </a:r>
          </a:p>
          <a:p>
            <a:r>
              <a:rPr lang="en-US" dirty="0"/>
              <a:t>You may have long gaps between classes</a:t>
            </a:r>
          </a:p>
          <a:p>
            <a:r>
              <a:rPr lang="en-US" dirty="0"/>
              <a:t>You manage your own time</a:t>
            </a:r>
          </a:p>
          <a:p>
            <a:r>
              <a:rPr lang="en-US" dirty="0"/>
              <a:t>No homework doesn’t mean no studying</a:t>
            </a:r>
          </a:p>
          <a:p>
            <a:r>
              <a:rPr lang="en-US" dirty="0"/>
              <a:t>Expected to seek assistance outside of instructional time</a:t>
            </a:r>
          </a:p>
        </p:txBody>
      </p:sp>
    </p:spTree>
    <p:extLst>
      <p:ext uri="{BB962C8B-B14F-4D97-AF65-F5344CB8AC3E}">
        <p14:creationId xmlns:p14="http://schemas.microsoft.com/office/powerpoint/2010/main" val="2941191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E3C4-F825-4742-93CA-1A626BDF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INSTRUCTIONAL TIME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F07718-4A9F-4C69-86C1-DC2B819AE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15-week term</a:t>
            </a:r>
          </a:p>
          <a:p>
            <a:r>
              <a:rPr lang="en-US" dirty="0"/>
              <a:t>Classes meet 2-3 times a week</a:t>
            </a:r>
          </a:p>
          <a:p>
            <a:r>
              <a:rPr lang="en-US" dirty="0"/>
              <a:t>Attendance may or may not be mandatory</a:t>
            </a:r>
          </a:p>
          <a:p>
            <a:r>
              <a:rPr lang="en-US" dirty="0"/>
              <a:t>Expected to do much more outside of class</a:t>
            </a:r>
          </a:p>
          <a:p>
            <a:r>
              <a:rPr lang="en-US" dirty="0"/>
              <a:t>Expected to visit office hours for assistance</a:t>
            </a:r>
          </a:p>
          <a:p>
            <a:r>
              <a:rPr lang="en-US" dirty="0"/>
              <a:t>Class format vary greatly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689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E3C4-F825-4742-93CA-1A626BDF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FACULTY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BF8AD2-76C5-4580-B9AA-7CCDD1ACA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Studied content and possibly pedagogy</a:t>
            </a:r>
          </a:p>
          <a:p>
            <a:r>
              <a:rPr lang="en-US" dirty="0"/>
              <a:t>May have research obligations</a:t>
            </a:r>
          </a:p>
          <a:p>
            <a:r>
              <a:rPr lang="en-US" dirty="0"/>
              <a:t>May be on campus only a few hours each day</a:t>
            </a:r>
          </a:p>
          <a:p>
            <a:r>
              <a:rPr lang="en-US" dirty="0"/>
              <a:t>Syllabus!!</a:t>
            </a:r>
          </a:p>
          <a:p>
            <a:r>
              <a:rPr lang="en-US" dirty="0"/>
              <a:t>Assumes you are prepared</a:t>
            </a:r>
          </a:p>
          <a:p>
            <a:r>
              <a:rPr lang="en-US" dirty="0"/>
              <a:t>Absences are your responsibility, not theirs. </a:t>
            </a:r>
          </a:p>
          <a:p>
            <a:r>
              <a:rPr lang="en-US" dirty="0"/>
              <a:t>Available to help, but expect you to seek assistance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30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E3C4-F825-4742-93CA-1A626BDF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022AEF-114E-4163-A8DE-DA485257F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only have 2 or 3 tests</a:t>
            </a:r>
          </a:p>
          <a:p>
            <a:r>
              <a:rPr lang="en-US" dirty="0"/>
              <a:t>May earn a zero if you miss a test</a:t>
            </a:r>
          </a:p>
          <a:p>
            <a:r>
              <a:rPr lang="en-US" dirty="0"/>
              <a:t>Test dates fixed and published in syllabus</a:t>
            </a:r>
          </a:p>
          <a:p>
            <a:r>
              <a:rPr lang="en-US" dirty="0"/>
              <a:t>Know the </a:t>
            </a:r>
            <a:r>
              <a:rPr lang="en-US"/>
              <a:t>makeup exam policy</a:t>
            </a:r>
            <a:endParaRPr lang="en-US" dirty="0"/>
          </a:p>
          <a:p>
            <a:r>
              <a:rPr lang="en-US" dirty="0"/>
              <a:t>Apply the concepts you’ve learned in new situations</a:t>
            </a:r>
          </a:p>
          <a:p>
            <a:r>
              <a:rPr lang="en-US" dirty="0"/>
              <a:t>Synthesize the content and pick out what’s important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22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E3C4-F825-4742-93CA-1A626BDF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1A7745-F106-4ECC-AAC8-D22D29701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Assumed you did the work/reading</a:t>
            </a:r>
          </a:p>
          <a:p>
            <a:r>
              <a:rPr lang="en-US" dirty="0"/>
              <a:t>Extra credit opportunities are rare</a:t>
            </a:r>
          </a:p>
          <a:p>
            <a:r>
              <a:rPr lang="en-US" dirty="0"/>
              <a:t>Results count, not effort</a:t>
            </a:r>
          </a:p>
          <a:p>
            <a:r>
              <a:rPr lang="en-US" dirty="0"/>
              <a:t>May only have a few assignments with heavy weights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3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581247B-A09A-4681-B2B1-569060969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808" y="416150"/>
            <a:ext cx="6187905" cy="370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2BA5DD-566F-41C1-8FD2-EE115872EA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1" y="-994172"/>
            <a:ext cx="7886700" cy="9941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Syllabus comic strip</a:t>
            </a:r>
          </a:p>
        </p:txBody>
      </p:sp>
    </p:spTree>
    <p:extLst>
      <p:ext uri="{BB962C8B-B14F-4D97-AF65-F5344CB8AC3E}">
        <p14:creationId xmlns:p14="http://schemas.microsoft.com/office/powerpoint/2010/main" val="2872379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4201-4DFA-4F91-9741-F08AACC068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1" y="-994172"/>
            <a:ext cx="7886700" cy="9941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Email comic strip</a:t>
            </a:r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CDEDFDDB-028F-4CE9-B93A-192501775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98" y="546797"/>
            <a:ext cx="8018003" cy="347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596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8ECC9A6-91FA-4252-8A8F-90C9CDE70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76" y="566777"/>
            <a:ext cx="5612122" cy="401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73E3840-858A-4F77-A294-687214156D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1" y="-994172"/>
            <a:ext cx="7886700" cy="9941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How to write an email</a:t>
            </a:r>
          </a:p>
        </p:txBody>
      </p:sp>
    </p:spTree>
    <p:extLst>
      <p:ext uri="{BB962C8B-B14F-4D97-AF65-F5344CB8AC3E}">
        <p14:creationId xmlns:p14="http://schemas.microsoft.com/office/powerpoint/2010/main" val="3969176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Time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ob-2019-ppt-16x9" id="{041FDD2D-1615-5F4F-B82D-98D094696C7F}" vid="{19C20F82-67CC-014D-B13B-62176558C12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88FD09BC65C6498B60C1DA04268158" ma:contentTypeVersion="5" ma:contentTypeDescription="Create a new document." ma:contentTypeScope="" ma:versionID="3b1443a53a9889c53b1d42811326bee2">
  <xsd:schema xmlns:xsd="http://www.w3.org/2001/XMLSchema" xmlns:xs="http://www.w3.org/2001/XMLSchema" xmlns:p="http://schemas.microsoft.com/office/2006/metadata/properties" xmlns:ns3="e41bfbfa-c0ce-47fc-8480-503910e6e19c" targetNamespace="http://schemas.microsoft.com/office/2006/metadata/properties" ma:root="true" ma:fieldsID="83b49ef5dd758b81c117b37c6dd92b46" ns3:_="">
    <xsd:import namespace="e41bfbfa-c0ce-47fc-8480-503910e6e1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bfbfa-c0ce-47fc-8480-503910e6e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D31430-750F-410D-8BA0-8AD43F9962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BA4079-95B3-454C-8A47-DFD2CD3C2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bfbfa-c0ce-47fc-8480-503910e6e1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D7CDD4-C21D-4577-8CBA-4F6D43A85774}">
  <ds:schemaRefs>
    <ds:schemaRef ds:uri="http://www.w3.org/XML/1998/namespace"/>
    <ds:schemaRef ds:uri="http://purl.org/dc/elements/1.1/"/>
    <ds:schemaRef ds:uri="http://schemas.microsoft.com/office/2006/metadata/properties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e41bfbfa-c0ce-47fc-8480-503910e6e19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</TotalTime>
  <Words>196</Words>
  <Application>Microsoft Office PowerPoint</Application>
  <PresentationFormat>On-screen Show (16:9)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College Expectations</vt:lpstr>
      <vt:lpstr>SCHEDULE</vt:lpstr>
      <vt:lpstr>INSTRUCTIONAL TIME</vt:lpstr>
      <vt:lpstr>FACULTY</vt:lpstr>
      <vt:lpstr>TESTS</vt:lpstr>
      <vt:lpstr>GRADES</vt:lpstr>
      <vt:lpstr>Syllabus comic strip</vt:lpstr>
      <vt:lpstr>Email comic strip</vt:lpstr>
      <vt:lpstr>How to write an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1 - College Expectations</dc:title>
  <dc:creator>Microsoft Office User</dc:creator>
  <cp:lastModifiedBy>Dustin Deutsch</cp:lastModifiedBy>
  <cp:revision>5</cp:revision>
  <dcterms:created xsi:type="dcterms:W3CDTF">2019-11-08T19:52:07Z</dcterms:created>
  <dcterms:modified xsi:type="dcterms:W3CDTF">2025-07-29T16:17:37Z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0x0101004188FD09BC65C6498B60C1DA04268158</vt:lpwstr>
  </property>
</Properties>
</file>