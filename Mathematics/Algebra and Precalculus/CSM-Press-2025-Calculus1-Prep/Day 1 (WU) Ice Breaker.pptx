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9" r:id="rId6"/>
    <p:sldId id="257" r:id="rId7"/>
    <p:sldId id="25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D9C19-277D-4080-9201-017D86A0947B}" v="5" dt="2025-07-21T14:56:1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463D9C19-277D-4080-9201-017D86A0947B}"/>
    <pc:docChg chg="undo custSel addSld modSld">
      <pc:chgData name="Dustin Deutsch" userId="317d3870-7f9b-438f-aeba-8a1544be72a1" providerId="ADAL" clId="{463D9C19-277D-4080-9201-017D86A0947B}" dt="2025-07-28T12:33:21.734" v="132" actId="20577"/>
      <pc:docMkLst>
        <pc:docMk/>
      </pc:docMkLst>
      <pc:sldChg chg="modSp mod">
        <pc:chgData name="Dustin Deutsch" userId="317d3870-7f9b-438f-aeba-8a1544be72a1" providerId="ADAL" clId="{463D9C19-277D-4080-9201-017D86A0947B}" dt="2025-07-28T12:32:02.155" v="89" actId="20577"/>
        <pc:sldMkLst>
          <pc:docMk/>
          <pc:sldMk cId="422095949" sldId="256"/>
        </pc:sldMkLst>
        <pc:spChg chg="mod">
          <ac:chgData name="Dustin Deutsch" userId="317d3870-7f9b-438f-aeba-8a1544be72a1" providerId="ADAL" clId="{463D9C19-277D-4080-9201-017D86A0947B}" dt="2025-07-28T12:32:02.155" v="89" actId="20577"/>
          <ac:spMkLst>
            <pc:docMk/>
            <pc:sldMk cId="422095949" sldId="256"/>
            <ac:spMk id="2" creationId="{E78B57CF-B9B9-EF4E-9E54-ADDE6D43E23E}"/>
          </ac:spMkLst>
        </pc:spChg>
        <pc:spChg chg="mod">
          <ac:chgData name="Dustin Deutsch" userId="317d3870-7f9b-438f-aeba-8a1544be72a1" providerId="ADAL" clId="{463D9C19-277D-4080-9201-017D86A0947B}" dt="2025-07-21T14:55:28.801" v="1" actId="20577"/>
          <ac:spMkLst>
            <pc:docMk/>
            <pc:sldMk cId="422095949" sldId="256"/>
            <ac:spMk id="3" creationId="{8A35E92A-F551-B44B-B0E0-013059FA3283}"/>
          </ac:spMkLst>
        </pc:spChg>
      </pc:sldChg>
      <pc:sldChg chg="modSp new mod">
        <pc:chgData name="Dustin Deutsch" userId="317d3870-7f9b-438f-aeba-8a1544be72a1" providerId="ADAL" clId="{463D9C19-277D-4080-9201-017D86A0947B}" dt="2025-07-28T12:33:21.734" v="132" actId="20577"/>
        <pc:sldMkLst>
          <pc:docMk/>
          <pc:sldMk cId="2118850863" sldId="259"/>
        </pc:sldMkLst>
        <pc:spChg chg="mod">
          <ac:chgData name="Dustin Deutsch" userId="317d3870-7f9b-438f-aeba-8a1544be72a1" providerId="ADAL" clId="{463D9C19-277D-4080-9201-017D86A0947B}" dt="2025-07-21T14:56:10.351" v="34" actId="20577"/>
          <ac:spMkLst>
            <pc:docMk/>
            <pc:sldMk cId="2118850863" sldId="259"/>
            <ac:spMk id="2" creationId="{3CF1AB8A-FBC9-ACA9-FF86-CC70AA219834}"/>
          </ac:spMkLst>
        </pc:spChg>
        <pc:spChg chg="mod">
          <ac:chgData name="Dustin Deutsch" userId="317d3870-7f9b-438f-aeba-8a1544be72a1" providerId="ADAL" clId="{463D9C19-277D-4080-9201-017D86A0947B}" dt="2025-07-28T12:33:21.734" v="132" actId="20577"/>
          <ac:spMkLst>
            <pc:docMk/>
            <pc:sldMk cId="2118850863" sldId="259"/>
            <ac:spMk id="3" creationId="{231624C2-07E1-EFD1-88BD-631ED3C201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MATH 1190 CSM PRESS!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AB8A-FBC9-ACA9-FF86-CC70AA21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 PRESS – Summer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624C2-07E1-EFD1-88BD-631ED3C2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055077"/>
            <a:ext cx="7886700" cy="357764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2800" dirty="0"/>
              <a:t>What is your name?</a:t>
            </a:r>
          </a:p>
          <a:p>
            <a:pPr marL="0" lvl="0" indent="0">
              <a:buNone/>
            </a:pPr>
            <a:endParaRPr lang="en-US" sz="2800" dirty="0"/>
          </a:p>
          <a:p>
            <a:pPr marL="0" lvl="0" indent="0">
              <a:buNone/>
            </a:pPr>
            <a:r>
              <a:rPr lang="en-US" sz="2800" dirty="0"/>
              <a:t>Where are you from?</a:t>
            </a:r>
          </a:p>
          <a:p>
            <a:pPr marL="0" indent="0">
              <a:buNone/>
            </a:pPr>
            <a:r>
              <a:rPr lang="en-US" sz="2800" dirty="0"/>
              <a:t> </a:t>
            </a:r>
          </a:p>
          <a:p>
            <a:pPr marL="0" lvl="0" indent="0">
              <a:buNone/>
            </a:pPr>
            <a:r>
              <a:rPr lang="en-US" sz="2800" dirty="0"/>
              <a:t>What is your intended major?</a:t>
            </a:r>
          </a:p>
          <a:p>
            <a:pPr marL="0" lvl="0" indent="0">
              <a:buNone/>
            </a:pPr>
            <a:endParaRPr lang="en-US" sz="2800" dirty="0"/>
          </a:p>
          <a:p>
            <a:pPr marL="0" lvl="0" indent="0">
              <a:buNone/>
            </a:pPr>
            <a:r>
              <a:rPr lang="en-US" sz="2800" dirty="0"/>
              <a:t>Is this your </a:t>
            </a:r>
            <a:r>
              <a:rPr lang="en-US" sz="2800"/>
              <a:t>first semester here at KSU?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5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1D5-2219-479C-B646-4DF2E72E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ICEBREAKER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EBB6C-9F44-4088-B800-58B27A2A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Split up into groups of four.</a:t>
            </a:r>
          </a:p>
          <a:p>
            <a:endParaRPr lang="en-US" sz="1200" dirty="0"/>
          </a:p>
          <a:p>
            <a:r>
              <a:rPr lang="en-US" dirty="0"/>
              <a:t>One at a time or as a group, answer each question on the list. </a:t>
            </a:r>
          </a:p>
          <a:p>
            <a:endParaRPr lang="en-US" sz="1200" dirty="0"/>
          </a:p>
          <a:p>
            <a:r>
              <a:rPr lang="en-US" dirty="0"/>
              <a:t>As a group, choose one answer for each question that everyone in the group agrees on. </a:t>
            </a:r>
          </a:p>
          <a:p>
            <a:endParaRPr lang="en-US" sz="1200" dirty="0"/>
          </a:p>
          <a:p>
            <a:r>
              <a:rPr lang="en-US" dirty="0"/>
              <a:t>Send a representative to the board to write your group’s response.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38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95FE-3137-445F-B23E-DFF5F8F9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41357-9672-4FC0-80CA-95C14CCDD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+mj-lt"/>
              </a:rPr>
              <a:t>If you were stranded on a deserted island and could only bring three items, what would they be and why?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could go back in time, but couldn’t change anything, what time would you go to </a:t>
            </a:r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why?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could choose any superpower, which superpower would you choose and why?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99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D7CDD4-C21D-4577-8CBA-4F6D43A85774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41bfbfa-c0ce-47fc-8480-503910e6e19c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bfbfa-c0ce-47fc-8480-503910e6e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155</Words>
  <Application>Microsoft Office PowerPoint</Application>
  <PresentationFormat>On-screen Show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Welcome to MATH 1190 CSM PRESS!</vt:lpstr>
      <vt:lpstr>CSM PRESS – Summer 2025</vt:lpstr>
      <vt:lpstr>ICEBREAKER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Get to Know Each Other</dc:title>
  <dc:creator>Microsoft Office User</dc:creator>
  <cp:lastModifiedBy>Dustin Deutsch</cp:lastModifiedBy>
  <cp:revision>6</cp:revision>
  <dcterms:created xsi:type="dcterms:W3CDTF">2019-11-08T19:52:07Z</dcterms:created>
  <dcterms:modified xsi:type="dcterms:W3CDTF">2025-07-28T12:33:27Z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