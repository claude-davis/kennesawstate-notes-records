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302" r:id="rId5"/>
    <p:sldId id="289" r:id="rId6"/>
    <p:sldId id="266" r:id="rId7"/>
    <p:sldId id="296" r:id="rId8"/>
    <p:sldId id="297" r:id="rId9"/>
    <p:sldId id="303" r:id="rId10"/>
    <p:sldId id="291" r:id="rId11"/>
    <p:sldId id="292" r:id="rId1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249" autoAdjust="0"/>
  </p:normalViewPr>
  <p:slideViewPr>
    <p:cSldViewPr snapToGrid="0" snapToObjects="1">
      <p:cViewPr varScale="1">
        <p:scale>
          <a:sx n="151" d="100"/>
          <a:sy n="151" d="100"/>
        </p:scale>
        <p:origin x="778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stin Deutsch" userId="317d3870-7f9b-438f-aeba-8a1544be72a1" providerId="ADAL" clId="{81F07340-84E3-E244-A9AA-4627355EBD0B}"/>
    <pc:docChg chg="custSel modSld">
      <pc:chgData name="Dustin Deutsch" userId="317d3870-7f9b-438f-aeba-8a1544be72a1" providerId="ADAL" clId="{81F07340-84E3-E244-A9AA-4627355EBD0B}" dt="2025-08-07T14:54:11.812" v="1" actId="7634"/>
      <pc:docMkLst>
        <pc:docMk/>
      </pc:docMkLst>
      <pc:sldChg chg="addSp">
        <pc:chgData name="Dustin Deutsch" userId="317d3870-7f9b-438f-aeba-8a1544be72a1" providerId="ADAL" clId="{81F07340-84E3-E244-A9AA-4627355EBD0B}" dt="2025-08-07T14:54:11.812" v="1" actId="7634"/>
        <pc:sldMkLst>
          <pc:docMk/>
          <pc:sldMk cId="1236483322" sldId="266"/>
        </pc:sldMkLst>
        <pc:inkChg chg="add">
          <ac:chgData name="Dustin Deutsch" userId="317d3870-7f9b-438f-aeba-8a1544be72a1" providerId="ADAL" clId="{81F07340-84E3-E244-A9AA-4627355EBD0B}" dt="2025-08-07T14:54:11.812" v="1" actId="7634"/>
          <ac:inkMkLst>
            <pc:docMk/>
            <pc:sldMk cId="1236483322" sldId="266"/>
            <ac:inkMk id="3" creationId="{061058E5-856D-CA06-F270-638C21EC376D}"/>
          </ac:inkMkLst>
        </pc:inkChg>
      </pc:sldChg>
      <pc:sldChg chg="addSp">
        <pc:chgData name="Dustin Deutsch" userId="317d3870-7f9b-438f-aeba-8a1544be72a1" providerId="ADAL" clId="{81F07340-84E3-E244-A9AA-4627355EBD0B}" dt="2025-07-31T15:33:42.411" v="0" actId="7634"/>
        <pc:sldMkLst>
          <pc:docMk/>
          <pc:sldMk cId="3918209170" sldId="289"/>
        </pc:sldMkLst>
      </pc:sldChg>
      <pc:sldChg chg="addSp">
        <pc:chgData name="Dustin Deutsch" userId="317d3870-7f9b-438f-aeba-8a1544be72a1" providerId="ADAL" clId="{81F07340-84E3-E244-A9AA-4627355EBD0B}" dt="2025-08-07T14:54:11.812" v="1" actId="7634"/>
        <pc:sldMkLst>
          <pc:docMk/>
          <pc:sldMk cId="2050109599" sldId="291"/>
        </pc:sldMkLst>
        <pc:inkChg chg="add">
          <ac:chgData name="Dustin Deutsch" userId="317d3870-7f9b-438f-aeba-8a1544be72a1" providerId="ADAL" clId="{81F07340-84E3-E244-A9AA-4627355EBD0B}" dt="2025-08-07T14:54:11.812" v="1" actId="7634"/>
          <ac:inkMkLst>
            <pc:docMk/>
            <pc:sldMk cId="2050109599" sldId="291"/>
            <ac:inkMk id="2" creationId="{C6B4745B-4883-9FE8-D4D2-7E3A89E90D28}"/>
          </ac:inkMkLst>
        </pc:inkChg>
      </pc:sldChg>
      <pc:sldChg chg="addSp">
        <pc:chgData name="Dustin Deutsch" userId="317d3870-7f9b-438f-aeba-8a1544be72a1" providerId="ADAL" clId="{81F07340-84E3-E244-A9AA-4627355EBD0B}" dt="2025-08-07T14:54:11.812" v="1" actId="7634"/>
        <pc:sldMkLst>
          <pc:docMk/>
          <pc:sldMk cId="3074202606" sldId="292"/>
        </pc:sldMkLst>
        <pc:inkChg chg="add">
          <ac:chgData name="Dustin Deutsch" userId="317d3870-7f9b-438f-aeba-8a1544be72a1" providerId="ADAL" clId="{81F07340-84E3-E244-A9AA-4627355EBD0B}" dt="2025-08-07T14:54:11.812" v="1" actId="7634"/>
          <ac:inkMkLst>
            <pc:docMk/>
            <pc:sldMk cId="3074202606" sldId="292"/>
            <ac:inkMk id="3" creationId="{D22EB0A0-B3A4-F8F8-6526-22F2050ECD15}"/>
          </ac:inkMkLst>
        </pc:inkChg>
      </pc:sldChg>
      <pc:sldChg chg="addSp">
        <pc:chgData name="Dustin Deutsch" userId="317d3870-7f9b-438f-aeba-8a1544be72a1" providerId="ADAL" clId="{81F07340-84E3-E244-A9AA-4627355EBD0B}" dt="2025-08-07T14:54:11.812" v="1" actId="7634"/>
        <pc:sldMkLst>
          <pc:docMk/>
          <pc:sldMk cId="222507986" sldId="296"/>
        </pc:sldMkLst>
        <pc:inkChg chg="add">
          <ac:chgData name="Dustin Deutsch" userId="317d3870-7f9b-438f-aeba-8a1544be72a1" providerId="ADAL" clId="{81F07340-84E3-E244-A9AA-4627355EBD0B}" dt="2025-08-07T14:54:11.812" v="1" actId="7634"/>
          <ac:inkMkLst>
            <pc:docMk/>
            <pc:sldMk cId="222507986" sldId="296"/>
            <ac:inkMk id="5" creationId="{F336AEF5-0763-316A-01FF-18FF692A267D}"/>
          </ac:inkMkLst>
        </pc:inkChg>
      </pc:sldChg>
      <pc:sldChg chg="addSp">
        <pc:chgData name="Dustin Deutsch" userId="317d3870-7f9b-438f-aeba-8a1544be72a1" providerId="ADAL" clId="{81F07340-84E3-E244-A9AA-4627355EBD0B}" dt="2025-08-07T14:54:11.812" v="1" actId="7634"/>
        <pc:sldMkLst>
          <pc:docMk/>
          <pc:sldMk cId="3544958956" sldId="297"/>
        </pc:sldMkLst>
        <pc:inkChg chg="add">
          <ac:chgData name="Dustin Deutsch" userId="317d3870-7f9b-438f-aeba-8a1544be72a1" providerId="ADAL" clId="{81F07340-84E3-E244-A9AA-4627355EBD0B}" dt="2025-08-07T14:54:11.812" v="1" actId="7634"/>
          <ac:inkMkLst>
            <pc:docMk/>
            <pc:sldMk cId="3544958956" sldId="297"/>
            <ac:inkMk id="3" creationId="{7EC39DA9-D50C-4331-F690-66EE0422BA21}"/>
          </ac:inkMkLst>
        </pc:inkChg>
      </pc:sldChg>
      <pc:sldChg chg="addSp">
        <pc:chgData name="Dustin Deutsch" userId="317d3870-7f9b-438f-aeba-8a1544be72a1" providerId="ADAL" clId="{81F07340-84E3-E244-A9AA-4627355EBD0B}" dt="2025-07-31T15:33:42.411" v="0" actId="7634"/>
        <pc:sldMkLst>
          <pc:docMk/>
          <pc:sldMk cId="4239327782" sldId="298"/>
        </pc:sldMkLst>
      </pc:sldChg>
      <pc:sldChg chg="addSp">
        <pc:chgData name="Dustin Deutsch" userId="317d3870-7f9b-438f-aeba-8a1544be72a1" providerId="ADAL" clId="{81F07340-84E3-E244-A9AA-4627355EBD0B}" dt="2025-07-31T15:33:42.411" v="0" actId="7634"/>
        <pc:sldMkLst>
          <pc:docMk/>
          <pc:sldMk cId="244395253" sldId="299"/>
        </pc:sldMkLst>
      </pc:sldChg>
      <pc:sldChg chg="addSp">
        <pc:chgData name="Dustin Deutsch" userId="317d3870-7f9b-438f-aeba-8a1544be72a1" providerId="ADAL" clId="{81F07340-84E3-E244-A9AA-4627355EBD0B}" dt="2025-07-31T15:33:42.411" v="0" actId="7634"/>
        <pc:sldMkLst>
          <pc:docMk/>
          <pc:sldMk cId="1104289836" sldId="300"/>
        </pc:sldMkLst>
      </pc:sldChg>
      <pc:sldChg chg="addSp">
        <pc:chgData name="Dustin Deutsch" userId="317d3870-7f9b-438f-aeba-8a1544be72a1" providerId="ADAL" clId="{81F07340-84E3-E244-A9AA-4627355EBD0B}" dt="2025-07-31T15:33:42.411" v="0" actId="7634"/>
        <pc:sldMkLst>
          <pc:docMk/>
          <pc:sldMk cId="397662968" sldId="301"/>
        </pc:sldMkLst>
      </pc:sldChg>
      <pc:sldChg chg="addSp">
        <pc:chgData name="Dustin Deutsch" userId="317d3870-7f9b-438f-aeba-8a1544be72a1" providerId="ADAL" clId="{81F07340-84E3-E244-A9AA-4627355EBD0B}" dt="2025-08-07T14:54:11.812" v="1" actId="7634"/>
        <pc:sldMkLst>
          <pc:docMk/>
          <pc:sldMk cId="1556238883" sldId="302"/>
        </pc:sldMkLst>
        <pc:inkChg chg="add">
          <ac:chgData name="Dustin Deutsch" userId="317d3870-7f9b-438f-aeba-8a1544be72a1" providerId="ADAL" clId="{81F07340-84E3-E244-A9AA-4627355EBD0B}" dt="2025-08-07T14:54:11.812" v="1" actId="7634"/>
          <ac:inkMkLst>
            <pc:docMk/>
            <pc:sldMk cId="1556238883" sldId="302"/>
            <ac:inkMk id="4" creationId="{85E83A1D-D96E-F07C-92EC-50572C8B0554}"/>
          </ac:inkMkLst>
        </pc:inkChg>
      </pc:sldChg>
      <pc:sldChg chg="addSp">
        <pc:chgData name="Dustin Deutsch" userId="317d3870-7f9b-438f-aeba-8a1544be72a1" providerId="ADAL" clId="{81F07340-84E3-E244-A9AA-4627355EBD0B}" dt="2025-08-07T14:54:11.812" v="1" actId="7634"/>
        <pc:sldMkLst>
          <pc:docMk/>
          <pc:sldMk cId="2855085987" sldId="303"/>
        </pc:sldMkLst>
        <pc:inkChg chg="add">
          <ac:chgData name="Dustin Deutsch" userId="317d3870-7f9b-438f-aeba-8a1544be72a1" providerId="ADAL" clId="{81F07340-84E3-E244-A9AA-4627355EBD0B}" dt="2025-08-07T14:54:11.812" v="1" actId="7634"/>
          <ac:inkMkLst>
            <pc:docMk/>
            <pc:sldMk cId="2855085987" sldId="303"/>
            <ac:inkMk id="4" creationId="{F18DCFAA-463D-C82E-1ACD-0D970F989451}"/>
          </ac:inkMkLst>
        </pc:inkChg>
      </pc:sldChg>
    </pc:docChg>
  </pc:docChgLst>
  <pc:docChgLst>
    <pc:chgData name="Dustin Deutsch" userId="317d3870-7f9b-438f-aeba-8a1544be72a1" providerId="ADAL" clId="{C2EF03CE-C648-4A3F-A236-C88625AB93B9}"/>
    <pc:docChg chg="addSld delSld modSld">
      <pc:chgData name="Dustin Deutsch" userId="317d3870-7f9b-438f-aeba-8a1544be72a1" providerId="ADAL" clId="{C2EF03CE-C648-4A3F-A236-C88625AB93B9}" dt="2025-08-07T10:20:51.236" v="82" actId="47"/>
      <pc:docMkLst>
        <pc:docMk/>
      </pc:docMkLst>
      <pc:sldChg chg="modSp del mod">
        <pc:chgData name="Dustin Deutsch" userId="317d3870-7f9b-438f-aeba-8a1544be72a1" providerId="ADAL" clId="{C2EF03CE-C648-4A3F-A236-C88625AB93B9}" dt="2025-08-07T10:20:51.236" v="82" actId="47"/>
        <pc:sldMkLst>
          <pc:docMk/>
          <pc:sldMk cId="422095949" sldId="256"/>
        </pc:sldMkLst>
        <pc:spChg chg="mod">
          <ac:chgData name="Dustin Deutsch" userId="317d3870-7f9b-438f-aeba-8a1544be72a1" providerId="ADAL" clId="{C2EF03CE-C648-4A3F-A236-C88625AB93B9}" dt="2025-07-30T21:37:01.707" v="57" actId="20577"/>
          <ac:spMkLst>
            <pc:docMk/>
            <pc:sldMk cId="422095949" sldId="256"/>
            <ac:spMk id="2" creationId="{E78B57CF-B9B9-EF4E-9E54-ADDE6D43E23E}"/>
          </ac:spMkLst>
        </pc:spChg>
        <pc:spChg chg="mod">
          <ac:chgData name="Dustin Deutsch" userId="317d3870-7f9b-438f-aeba-8a1544be72a1" providerId="ADAL" clId="{C2EF03CE-C648-4A3F-A236-C88625AB93B9}" dt="2025-07-30T21:34:16.923" v="1" actId="20577"/>
          <ac:spMkLst>
            <pc:docMk/>
            <pc:sldMk cId="422095949" sldId="256"/>
            <ac:spMk id="3" creationId="{8A35E92A-F551-B44B-B0E0-013059FA3283}"/>
          </ac:spMkLst>
        </pc:spChg>
      </pc:sldChg>
      <pc:sldChg chg="delSp add mod">
        <pc:chgData name="Dustin Deutsch" userId="317d3870-7f9b-438f-aeba-8a1544be72a1" providerId="ADAL" clId="{C2EF03CE-C648-4A3F-A236-C88625AB93B9}" dt="2025-08-07T10:20:39.826" v="77" actId="33639"/>
        <pc:sldMkLst>
          <pc:docMk/>
          <pc:sldMk cId="1236483322" sldId="266"/>
        </pc:sldMkLst>
        <pc:inkChg chg="del">
          <ac:chgData name="Dustin Deutsch" userId="317d3870-7f9b-438f-aeba-8a1544be72a1" providerId="ADAL" clId="{C2EF03CE-C648-4A3F-A236-C88625AB93B9}" dt="2025-08-07T10:20:39.826" v="77" actId="33639"/>
          <ac:inkMkLst>
            <pc:docMk/>
            <pc:sldMk cId="1236483322" sldId="266"/>
            <ac:inkMk id="2" creationId="{B1CD5D59-A082-8EA6-EF77-B6DF79834B21}"/>
          </ac:inkMkLst>
        </pc:inkChg>
      </pc:sldChg>
      <pc:sldChg chg="del">
        <pc:chgData name="Dustin Deutsch" userId="317d3870-7f9b-438f-aeba-8a1544be72a1" providerId="ADAL" clId="{C2EF03CE-C648-4A3F-A236-C88625AB93B9}" dt="2025-07-30T21:34:20.510" v="3" actId="47"/>
        <pc:sldMkLst>
          <pc:docMk/>
          <pc:sldMk cId="3100454435" sldId="280"/>
        </pc:sldMkLst>
      </pc:sldChg>
      <pc:sldChg chg="del">
        <pc:chgData name="Dustin Deutsch" userId="317d3870-7f9b-438f-aeba-8a1544be72a1" providerId="ADAL" clId="{C2EF03CE-C648-4A3F-A236-C88625AB93B9}" dt="2025-07-30T21:34:29.342" v="7" actId="47"/>
        <pc:sldMkLst>
          <pc:docMk/>
          <pc:sldMk cId="2856730675" sldId="281"/>
        </pc:sldMkLst>
      </pc:sldChg>
      <pc:sldChg chg="del">
        <pc:chgData name="Dustin Deutsch" userId="317d3870-7f9b-438f-aeba-8a1544be72a1" providerId="ADAL" clId="{C2EF03CE-C648-4A3F-A236-C88625AB93B9}" dt="2025-07-30T21:34:42.331" v="8" actId="47"/>
        <pc:sldMkLst>
          <pc:docMk/>
          <pc:sldMk cId="4134507230" sldId="287"/>
        </pc:sldMkLst>
      </pc:sldChg>
      <pc:sldChg chg="del">
        <pc:chgData name="Dustin Deutsch" userId="317d3870-7f9b-438f-aeba-8a1544be72a1" providerId="ADAL" clId="{C2EF03CE-C648-4A3F-A236-C88625AB93B9}" dt="2025-07-30T21:34:43.165" v="9" actId="47"/>
        <pc:sldMkLst>
          <pc:docMk/>
          <pc:sldMk cId="326839679" sldId="288"/>
        </pc:sldMkLst>
      </pc:sldChg>
      <pc:sldChg chg="delSp add del mod">
        <pc:chgData name="Dustin Deutsch" userId="317d3870-7f9b-438f-aeba-8a1544be72a1" providerId="ADAL" clId="{C2EF03CE-C648-4A3F-A236-C88625AB93B9}" dt="2025-08-07T10:20:39.826" v="77" actId="33639"/>
        <pc:sldMkLst>
          <pc:docMk/>
          <pc:sldMk cId="3918209170" sldId="289"/>
        </pc:sldMkLst>
        <pc:inkChg chg="del">
          <ac:chgData name="Dustin Deutsch" userId="317d3870-7f9b-438f-aeba-8a1544be72a1" providerId="ADAL" clId="{C2EF03CE-C648-4A3F-A236-C88625AB93B9}" dt="2025-08-07T10:20:39.826" v="77" actId="33639"/>
          <ac:inkMkLst>
            <pc:docMk/>
            <pc:sldMk cId="3918209170" sldId="289"/>
            <ac:inkMk id="2" creationId="{CCF50581-AA82-8DB8-DCDD-5AB717A621D7}"/>
          </ac:inkMkLst>
        </pc:inkChg>
      </pc:sldChg>
      <pc:sldChg chg="del">
        <pc:chgData name="Dustin Deutsch" userId="317d3870-7f9b-438f-aeba-8a1544be72a1" providerId="ADAL" clId="{C2EF03CE-C648-4A3F-A236-C88625AB93B9}" dt="2025-07-30T21:34:23.287" v="5" actId="47"/>
        <pc:sldMkLst>
          <pc:docMk/>
          <pc:sldMk cId="1315123823" sldId="290"/>
        </pc:sldMkLst>
      </pc:sldChg>
      <pc:sldChg chg="add">
        <pc:chgData name="Dustin Deutsch" userId="317d3870-7f9b-438f-aeba-8a1544be72a1" providerId="ADAL" clId="{C2EF03CE-C648-4A3F-A236-C88625AB93B9}" dt="2025-07-30T21:36:37.203" v="19"/>
        <pc:sldMkLst>
          <pc:docMk/>
          <pc:sldMk cId="2050109599" sldId="291"/>
        </pc:sldMkLst>
      </pc:sldChg>
      <pc:sldChg chg="delSp modSp add mod">
        <pc:chgData name="Dustin Deutsch" userId="317d3870-7f9b-438f-aeba-8a1544be72a1" providerId="ADAL" clId="{C2EF03CE-C648-4A3F-A236-C88625AB93B9}" dt="2025-08-07T10:20:39.826" v="77" actId="33639"/>
        <pc:sldMkLst>
          <pc:docMk/>
          <pc:sldMk cId="3074202606" sldId="292"/>
        </pc:sldMkLst>
        <pc:spChg chg="mod">
          <ac:chgData name="Dustin Deutsch" userId="317d3870-7f9b-438f-aeba-8a1544be72a1" providerId="ADAL" clId="{C2EF03CE-C648-4A3F-A236-C88625AB93B9}" dt="2025-07-31T10:31:46.536" v="76" actId="20577"/>
          <ac:spMkLst>
            <pc:docMk/>
            <pc:sldMk cId="3074202606" sldId="292"/>
            <ac:spMk id="8" creationId="{778FB382-1D80-4F9B-B332-B8057A10F48B}"/>
          </ac:spMkLst>
        </pc:spChg>
        <pc:inkChg chg="del">
          <ac:chgData name="Dustin Deutsch" userId="317d3870-7f9b-438f-aeba-8a1544be72a1" providerId="ADAL" clId="{C2EF03CE-C648-4A3F-A236-C88625AB93B9}" dt="2025-08-07T10:20:39.826" v="77" actId="33639"/>
          <ac:inkMkLst>
            <pc:docMk/>
            <pc:sldMk cId="3074202606" sldId="292"/>
            <ac:inkMk id="2" creationId="{9115FA5F-39F7-912A-8139-9CDF87547F9F}"/>
          </ac:inkMkLst>
        </pc:inkChg>
      </pc:sldChg>
      <pc:sldChg chg="del">
        <pc:chgData name="Dustin Deutsch" userId="317d3870-7f9b-438f-aeba-8a1544be72a1" providerId="ADAL" clId="{C2EF03CE-C648-4A3F-A236-C88625AB93B9}" dt="2025-07-30T21:34:44.564" v="10" actId="47"/>
        <pc:sldMkLst>
          <pc:docMk/>
          <pc:sldMk cId="4005482976" sldId="293"/>
        </pc:sldMkLst>
      </pc:sldChg>
      <pc:sldChg chg="del">
        <pc:chgData name="Dustin Deutsch" userId="317d3870-7f9b-438f-aeba-8a1544be72a1" providerId="ADAL" clId="{C2EF03CE-C648-4A3F-A236-C88625AB93B9}" dt="2025-07-30T21:34:28.377" v="6" actId="47"/>
        <pc:sldMkLst>
          <pc:docMk/>
          <pc:sldMk cId="4194762385" sldId="295"/>
        </pc:sldMkLst>
      </pc:sldChg>
      <pc:sldChg chg="delSp add mod">
        <pc:chgData name="Dustin Deutsch" userId="317d3870-7f9b-438f-aeba-8a1544be72a1" providerId="ADAL" clId="{C2EF03CE-C648-4A3F-A236-C88625AB93B9}" dt="2025-08-07T10:20:39.826" v="77" actId="33639"/>
        <pc:sldMkLst>
          <pc:docMk/>
          <pc:sldMk cId="222507986" sldId="296"/>
        </pc:sldMkLst>
        <pc:inkChg chg="del">
          <ac:chgData name="Dustin Deutsch" userId="317d3870-7f9b-438f-aeba-8a1544be72a1" providerId="ADAL" clId="{C2EF03CE-C648-4A3F-A236-C88625AB93B9}" dt="2025-08-07T10:20:39.826" v="77" actId="33639"/>
          <ac:inkMkLst>
            <pc:docMk/>
            <pc:sldMk cId="222507986" sldId="296"/>
            <ac:inkMk id="2" creationId="{11DB01E4-66FD-48BF-ACC8-E76EB00C2244}"/>
          </ac:inkMkLst>
        </pc:inkChg>
      </pc:sldChg>
      <pc:sldChg chg="del">
        <pc:chgData name="Dustin Deutsch" userId="317d3870-7f9b-438f-aeba-8a1544be72a1" providerId="ADAL" clId="{C2EF03CE-C648-4A3F-A236-C88625AB93B9}" dt="2025-07-30T21:34:22.224" v="4" actId="47"/>
        <pc:sldMkLst>
          <pc:docMk/>
          <pc:sldMk cId="3528449385" sldId="297"/>
        </pc:sldMkLst>
      </pc:sldChg>
      <pc:sldChg chg="delSp add mod">
        <pc:chgData name="Dustin Deutsch" userId="317d3870-7f9b-438f-aeba-8a1544be72a1" providerId="ADAL" clId="{C2EF03CE-C648-4A3F-A236-C88625AB93B9}" dt="2025-08-07T10:20:39.826" v="77" actId="33639"/>
        <pc:sldMkLst>
          <pc:docMk/>
          <pc:sldMk cId="3544958956" sldId="297"/>
        </pc:sldMkLst>
        <pc:inkChg chg="del">
          <ac:chgData name="Dustin Deutsch" userId="317d3870-7f9b-438f-aeba-8a1544be72a1" providerId="ADAL" clId="{C2EF03CE-C648-4A3F-A236-C88625AB93B9}" dt="2025-08-07T10:20:39.826" v="77" actId="33639"/>
          <ac:inkMkLst>
            <pc:docMk/>
            <pc:sldMk cId="3544958956" sldId="297"/>
            <ac:inkMk id="2" creationId="{D28336CE-29AE-D6E2-7260-9FEA207E9417}"/>
          </ac:inkMkLst>
        </pc:inkChg>
      </pc:sldChg>
      <pc:sldChg chg="delSp del mod">
        <pc:chgData name="Dustin Deutsch" userId="317d3870-7f9b-438f-aeba-8a1544be72a1" providerId="ADAL" clId="{C2EF03CE-C648-4A3F-A236-C88625AB93B9}" dt="2025-08-07T10:20:42.624" v="78" actId="47"/>
        <pc:sldMkLst>
          <pc:docMk/>
          <pc:sldMk cId="4239327782" sldId="298"/>
        </pc:sldMkLst>
        <pc:inkChg chg="del">
          <ac:chgData name="Dustin Deutsch" userId="317d3870-7f9b-438f-aeba-8a1544be72a1" providerId="ADAL" clId="{C2EF03CE-C648-4A3F-A236-C88625AB93B9}" dt="2025-08-07T10:20:39.826" v="77" actId="33639"/>
          <ac:inkMkLst>
            <pc:docMk/>
            <pc:sldMk cId="4239327782" sldId="298"/>
            <ac:inkMk id="4" creationId="{E173B68F-3CDE-14CC-2EC1-588DD31CF666}"/>
          </ac:inkMkLst>
        </pc:inkChg>
      </pc:sldChg>
      <pc:sldChg chg="delSp del mod">
        <pc:chgData name="Dustin Deutsch" userId="317d3870-7f9b-438f-aeba-8a1544be72a1" providerId="ADAL" clId="{C2EF03CE-C648-4A3F-A236-C88625AB93B9}" dt="2025-08-07T10:20:43.534" v="79" actId="47"/>
        <pc:sldMkLst>
          <pc:docMk/>
          <pc:sldMk cId="244395253" sldId="299"/>
        </pc:sldMkLst>
        <pc:inkChg chg="del">
          <ac:chgData name="Dustin Deutsch" userId="317d3870-7f9b-438f-aeba-8a1544be72a1" providerId="ADAL" clId="{C2EF03CE-C648-4A3F-A236-C88625AB93B9}" dt="2025-08-07T10:20:39.826" v="77" actId="33639"/>
          <ac:inkMkLst>
            <pc:docMk/>
            <pc:sldMk cId="244395253" sldId="299"/>
            <ac:inkMk id="4" creationId="{1CC2703D-F643-6155-1A4B-E9949050FB98}"/>
          </ac:inkMkLst>
        </pc:inkChg>
      </pc:sldChg>
      <pc:sldChg chg="delSp del mod">
        <pc:chgData name="Dustin Deutsch" userId="317d3870-7f9b-438f-aeba-8a1544be72a1" providerId="ADAL" clId="{C2EF03CE-C648-4A3F-A236-C88625AB93B9}" dt="2025-08-07T10:20:44.326" v="80" actId="47"/>
        <pc:sldMkLst>
          <pc:docMk/>
          <pc:sldMk cId="1104289836" sldId="300"/>
        </pc:sldMkLst>
        <pc:inkChg chg="del">
          <ac:chgData name="Dustin Deutsch" userId="317d3870-7f9b-438f-aeba-8a1544be72a1" providerId="ADAL" clId="{C2EF03CE-C648-4A3F-A236-C88625AB93B9}" dt="2025-08-07T10:20:39.826" v="77" actId="33639"/>
          <ac:inkMkLst>
            <pc:docMk/>
            <pc:sldMk cId="1104289836" sldId="300"/>
            <ac:inkMk id="4" creationId="{9D92868B-04C6-AF83-1790-02E000C2952F}"/>
          </ac:inkMkLst>
        </pc:inkChg>
      </pc:sldChg>
      <pc:sldChg chg="delSp del mod">
        <pc:chgData name="Dustin Deutsch" userId="317d3870-7f9b-438f-aeba-8a1544be72a1" providerId="ADAL" clId="{C2EF03CE-C648-4A3F-A236-C88625AB93B9}" dt="2025-08-07T10:20:50.085" v="81" actId="47"/>
        <pc:sldMkLst>
          <pc:docMk/>
          <pc:sldMk cId="397662968" sldId="301"/>
        </pc:sldMkLst>
        <pc:inkChg chg="del">
          <ac:chgData name="Dustin Deutsch" userId="317d3870-7f9b-438f-aeba-8a1544be72a1" providerId="ADAL" clId="{C2EF03CE-C648-4A3F-A236-C88625AB93B9}" dt="2025-08-07T10:20:39.826" v="77" actId="33639"/>
          <ac:inkMkLst>
            <pc:docMk/>
            <pc:sldMk cId="397662968" sldId="301"/>
            <ac:inkMk id="3" creationId="{072934E5-329C-B4BE-1831-BEA6C2EC406C}"/>
          </ac:inkMkLst>
        </pc:inkChg>
      </pc:sldChg>
      <pc:sldChg chg="modSp add mod setBg">
        <pc:chgData name="Dustin Deutsch" userId="317d3870-7f9b-438f-aeba-8a1544be72a1" providerId="ADAL" clId="{C2EF03CE-C648-4A3F-A236-C88625AB93B9}" dt="2025-07-30T21:35:36.296" v="13" actId="20577"/>
        <pc:sldMkLst>
          <pc:docMk/>
          <pc:sldMk cId="1556238883" sldId="302"/>
        </pc:sldMkLst>
        <pc:spChg chg="mod">
          <ac:chgData name="Dustin Deutsch" userId="317d3870-7f9b-438f-aeba-8a1544be72a1" providerId="ADAL" clId="{C2EF03CE-C648-4A3F-A236-C88625AB93B9}" dt="2025-07-30T21:35:36.296" v="13" actId="20577"/>
          <ac:spMkLst>
            <pc:docMk/>
            <pc:sldMk cId="1556238883" sldId="302"/>
            <ac:spMk id="3" creationId="{8A35E92A-F551-B44B-B0E0-013059FA3283}"/>
          </ac:spMkLst>
        </pc:spChg>
      </pc:sldChg>
      <pc:sldChg chg="delSp add mod">
        <pc:chgData name="Dustin Deutsch" userId="317d3870-7f9b-438f-aeba-8a1544be72a1" providerId="ADAL" clId="{C2EF03CE-C648-4A3F-A236-C88625AB93B9}" dt="2025-08-07T10:20:39.826" v="77" actId="33639"/>
        <pc:sldMkLst>
          <pc:docMk/>
          <pc:sldMk cId="2855085987" sldId="303"/>
        </pc:sldMkLst>
        <pc:inkChg chg="del">
          <ac:chgData name="Dustin Deutsch" userId="317d3870-7f9b-438f-aeba-8a1544be72a1" providerId="ADAL" clId="{C2EF03CE-C648-4A3F-A236-C88625AB93B9}" dt="2025-08-07T10:20:39.826" v="77" actId="33639"/>
          <ac:inkMkLst>
            <pc:docMk/>
            <pc:sldMk cId="2855085987" sldId="303"/>
            <ac:inkMk id="3" creationId="{FF9E6E51-3538-FAD7-CFA8-7E95C48C90E2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height" value="0.053" units="cm"/>
      <inkml:brushProperty name="color" value="#FF0000"/>
    </inkml:brush>
  </inkml:definitions>
  <inkml:trace contextRef="#ctx0" brushRef="#br0">14138 4409 7651,'-55'-16'-91,"5"-9"1,17 6 0,0-1 0,-12-14-192,23 10 0,14 15 0,13 10 0,7 11 282,6 11 0,10 5 0,-3 2 0,3-1 0</inkml:trace>
  <inkml:trace contextRef="#ctx0" brushRef="#br0">13171 3784 7619,'0'-24'0,"0"1"0</inkml:trace>
  <inkml:trace contextRef="#ctx0" brushRef="#br0">23760 6413 24575,'0'0'0</inkml:trace>
  <inkml:trace contextRef="#ctx0" brushRef="#br0">23878 6319 24575,'0'0'0</inkml:trace>
  <inkml:trace contextRef="#ctx0" brushRef="#br0">19221 3265 10636,'-46'-34'1858,"9"15"1,0 0 0,19 21-1859,21 20 0,24 15 0,-3-8 0,1 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height" value="0.053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57D200"/>
    </inkml:brush>
    <inkml:brush xml:id="br2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18218 5104 12009,'0'-6'-83,"0"1"-179,0 5 185,5 0 395,-3 0 302,8 0 144,-8 5-640,3 1 0,-6 1 0,-2-2 1,-2-1 165,-2 0 0,3 0-78,-4-4 1,0 0-78,-3 0 1,4-1-100,3-3 0,3 1 0,1-5-83,0-1 0,1 0 1,2 0-1,2 1-7,2-1 1,0 0-1,5-1 109,0 2 0,0 6 44,0-2 0,-1 4-46,1 4 1,-4 2-1,-1 6 461,-2 0 1,-1 0-172,-4 0 0,-2-1 0,-1 0-175,-5-3 1,1 1-1,-1-5-66,-1-2 1,-1 0 0,-2-2 0,0 0-85,0 0 0,0-2 0,1-2-142,-1-3 0,1 0 0,4-1 151,3-1 1,2 3 0,2-2-26,0-2 1,2 4-1,2-2 48,3-1 0,4 4 1,1-1-1,-1 2-229,1 1 0,0-1 0,0 4 0,0 0 136,-1 0-1,1 0 1,-1 1 0,-2 2 193,-1 0 1,-6 7 0,4-2 16,-1 2 1,-4-2 0,3 0 0,-3 1 79,-1 1 1,-1 2-1,-3 0-75,-4 0 1,-2-4-1,-2-2-221,0-1 0,0-1 1,1-4-214,-1 0 0,0 0 62,0 0 0,0 0 158,1 0 0,4-1 292,3-3-140,3 3 1,1-6 0,1 5 3,3-2 0,-1 0 100,5 4 0,-4 0 346,3 0-426,-4 0 0,4 0-89,-4 0 0,0 0-18,5 0 0,-4 0-131,4 0 97,-6 0 1,5 0-75,-3 0-37,-3 0 1,6 0-19,-3 0 0,-2 0-11,6 0 0,-4-2 161,4-2 33,-5 3 0,3-4-41,-2 5 1,-3-1 110,3-3 0,-1 2-68,1-2 1,-2 3-3,6 1 0,-4-4-24,4 0 0,-5-1-44,1 1-46,2 3 0,-1-6 56,3 3 0,3 3 2,-3-3 0,-3 1 1,0 1-3,0-2 1,-2 0-105,5 4 0,-2-1 0,4-2 14,-3-1 1,-3 0 26,4 4 0,-4-1 0,4-2-21,1-1 1,-2 0-14,1 4 1,-4-1 62,3-3 0,-3 3 0,4-3 9,1 3 1,-3-1-1,-1 0 33,0-2 0,-2 0-26,5 4 0,-5 0 113,5 0 1,0-4 86,4 0 0,-4-1-78,0 1 1,-4 3 0,2-5 14,-1 1 0,1 4-22,-2-3 0,-2-1-95,6 1 0,-5-2 1,2 4-9,0-2 1,-3-1 0,3 2 69,0-1 0,-4-1 0,5 2-8,-1-1 1,-4-1 100,3 1 1,1 1-48,-1-4 0,1 4 0,-2-2-22,1 0 0,1 2-58,-1-5 0,-1 1 0,3-2-38,0 1 0,-1 6 0,-3-3-47,2-1 0,0 4 0,-2-5 136,2 2 1,-3 0 0,4 2 108,0-1-48,-3-5-247,8 2 144,-3-4-57,4-1 0,1 0 50,0 0 1,-4 6 0,-2 1-41,0-1 1,-1 4-95,-1-6 0,2 0 19,6-4 0,-4 6 1,-1 0-119,-2 1 1,0 2 0,-1-3-24,4 1 0,-2-3 0,1 3 231,-2-2 0,0 4 0,-2-2 0,2 1 38,2 0 0,-4-1 0,2 2 5,0 0 1,-2-5 0,3 2 0,-1 0 0,3 2 1,-2-3 28,0 2 0,-3 0 0,2 2 27,0-1 1,-2-3-1,3 1-41,0 0 1,1 2 0,-1-4-11,0-1 0,-3 2 0,2 1 1,-1-1 97,0 1 0,4 2 0,-3-3 0,0 1 74,1-1 1,1 3 0,-1-4-81,0-1 1,-2 3 0,3-2-130,-2-2 0,0 5 0,-2 0 0,2 1-35,2 0 1,-3-5 34,3 1 1,-4 2 0,2-1 0,-1 0 31,0 1 0,1 3 0,-2-2 41,1 0 0,0 2 0,-3-3-45,3 0 1,-3 1 0,5 3 50,-1-2 0,-4-6-173,3 3 1,1 0 0,-1-1 72,-1-1 0,-2 2 0,1 0-2,1-3 0,-1 0 0,2-2-81,-3 0 0,-1 5 13,0-1 0,1 1 0,2-2-38,1 1 0,0 4 65,-4-4 0,0 4 104,0-3 1,1 3 42,3-4 1,-3 4 0,5-3 0,-2 1 25,-1-1 1,3 3-69,-2-4 0,-2 2 1,5-3-14,-2 1 1,0 1 0,-2-2 4,1 1 0,4 4 1,-4-4 17,-2-1 0,3 3 0,1-2-81,0-1 1,-2 0-1,3-1-44,-2 2 1,3 1-1,-3-4-6,2 3 1,-5 2 0,3 2 28,1-4 1,-4-1 0,5 0-14,-2 1 1,3 0 0,-3-3 4,2 4 0,-3-4 0,2 3 18,0-2 0,-1 2 1,-1 0-40,4-1 0,-2-2 0,2 0 19,1-1 1,-2 0-1,1 2 39,1 2 0,-3-3 1,2 3-1,0-2 32,-1-2 0,3 4 3,-2 0 1,1 0-1,0-2 1,-2 1-28,-2 1 1,0 5 0,-2-2 0,2 1-42,2 0 1,-3-5 161,3 1 1,-3 2-17,4-2 0,0 0-83,4-4 0,-4 4 0,0 0-33,1-1 0,-3 4 1,1 0-1,-1 1-126,1 0 1,-3-4 0,4 3 47,1-2 1,-2 3 0,0-3 70,3-3 1,-4 4-1,2-2-38,1-1 0,2-2 178,0 0 0,0-1 0,-2 1-57,-1 3 1,-4 2-1,2 2-45,0-4 0,2 1 0,-3 1-26,1 1 1,-2-3 0,3 3 0,-2-2-8,-2-2 1,2 2 0,0 1 0,0-1 11,1 1 1,-1 2-1,-1-4 56,4-1 0,-3 2 0,0 1 1,-1-1-17,0 1 0,1 2 0,-1-4-31,4-1 1,-3 2 0,1 0 11,-1 2 1,-4 0 0,4 2-51,1-1 1,-4-3 0,5 1 56,-2 0 1,3 2-1,-3-3-9,2 2 0,-3 0 1,2 1-10,-1-4 1,3 2-1,-3-1 1,1 0 78,-1 1 1,0 2-1,-1-4 0,-1 2 0,3-4 8,-1 3 1,1 4-1,-4-2-54,2-1 1,4 4 0,-3-5-25,2 2 0,-3-3 0,2 3-1,0-2 1,-1 5 0,-2-4 76,0 1 0,7 3-29,-3-6 0,0 5 1,0-2-37,-2 0 1,0 3-89,-1-2 0,-1-1 45,4 1 0,0-1 1,2 2-32,-1-1 0,-5-1 1,2 3 96,0-2 1,-2 0-1,3 2 45,0-1 0,-1 1-84,-1-2 0,1 2 1,4-1-5,-1-1 0,-4 0 0,3 3-16,-2-3 1,0 3 10,-1-3 0,-1 2 41,4 2-11,-4 0 0,4-1 88,-3-3-87,-3 3 0,5-4 273,-2 5-95,-2 0-156,3 0 1,-4-4-12,3 0 1,-1-1-27,5 1 1,-4 2-1,2-3-112,-1 0 0,1 3 56,-3-1 0,0 1 0,4 1-5,-2-3 1,0 3 0,-1-3-16,4 2 0,-2 2 107,2 0 1,-4-3 102,4-1 0,0 0-115,4 4 1,-4 0-1,-2-2 1,1 0-117,-1-2 0,-2 0-245,4 4 173,-5 0 1,3 0 0,-3 1 20,1 3 0,0-1 104,-4 5 0,0-1 1,0 5 63,0 0 1,-4-4-1,0 0 28,1 1 0,2-3 1,1 2 11,0 1 1,-4-2 289,0 1 1,-1-4-122,1 4 1,1-6 3,-5 2 0,1-4-199,-5-4 0,5 2 0,3-6 0,2-1 27,-2-2 1,2 2 0,-1-1 30,1-4 0,2 0 0,0 2 0,0 0-62,0 1 0,4-1 0,1 0-171,2 0 1,-3 4-1,4 2-105,1 1 1,-3 1-1,2 4 88,1 0 1,2 1-1,1 3 114,0 4 0,-5 2 1,0 2-1,-1 0 86,1 0 0,0-1 0,2 1 461,-1 0 0,-6 0 175,2 0 1,-3-1-310,-1 1 0,-1-5 0,-3-3-138,-4-3 1,-2-2-1,-2-3 1,0-3-277,1 1 0,-1-5 0,0 3-195,0-2 0,2-6 0,0 0 0,4 2 0,-1 0 71,1-2 0,3 3 1,-1-3-1,3 3 241,1 1 0,4 0 1,1 1-1,2-1-98,2 0 0,3 4 0,2 2 0,2 0-33,-2 4 0,-1-4 1,-1 3-1,1 0 25,3 2 0,-3 5 0,3 1 1,-3 1 66,-1 4 0,-4-4 0,-2 2 0,1 1 196,-1 2 0,-3 0 1,1 1-1,-3 0-29,-1 0 0,0 0 0,-1-2-214,-3-2 0,1 2 0,-5-3 0,-1 1 0,-1 0 0,-2-6 0,0 2 0,0-3-80,0-1 1,1 0-1,-1-1 1,0-1-395,0-2 0,1-6 0,-1 3 144,0-4 0,4-1 1,0 1-1,0-1-299,2 0 1,1 4-489,5 0 1,1 6 25,3-2 0,-2 4 0,5 4 1,0 5-749,-1 5 1,-2 1-1,3 4 1,-2 3-1499,-3 5 3337,0-2 0,-2 9 0,0-4 0</inkml:trace>
  <inkml:trace contextRef="#ctx0" brushRef="#br0">20423 3053 6690,'0'-6'1590,"4"-1"-1318,0 3 1,1 3 0,-2-4 46,1-1 0,1 5-144,-1-3 1,-1 2-92,5-2 0,-4 2 130,3-2 0,-3 3 1,3 0 501,-2-3 1,0 2-13,-1-1 1,-2 0 659,2-1-558,-3 3-456,-1-5 1,-1 6 68,-3 0 0,-3 0 36,-5 0 0,1 0-125,-1 0 1,4-1-72,0-3 0,5-2-256,-1-6 1,3-4-1,2 0 1,2 2-5,1 1 1,4 1 0,-3 0-116,2 1 1,1 0-139,3 3 0,1 4 219,0 8 1,-6 4 0,-2 7 0,-1 0 304,1 0 1,-3 2 0,3 0 0,-3 0 246,-1 0 0,0-2 0,-1-3 0,-1 0 292,-2 0 1,-2-4-563,2 0 1,-2-6 0,-6 2-1,0-3 1,1-1-172,-1 0 0,0-1 1,1-3-1,2-4-129,1-2 1,1-3 0,-4-2 0,2-2-235,1-1 0,5 4 0,0-2 1,1 3 154,2 1 0,0 0 1,2 0-1,1 2 3,5 2 1,0 1-1,3 5 59,2-2 0,1 1 0,-2 6 0,0 2 208,0 2 1,-2-3 0,-1 4-1,-1 1 173,1 1 1,-4-2-1,-1 0 1,-2 1 25,-2 2 0,0 0 1,0 1 287,0 0 1,0-4-297,0 0 0,-6-2-609,-1 2 0,-4-3 0,1-6-51,2-3 0,-1 1 1,3-3-1,1-1 57,0 1 1,1 2-1,3-3 1,-2 1 6,-1-1 1,0 3 0,3-2 513,-3 0 0,3 1 190,-3 1-161,2 3-195,2-4 0,2 5 352,2 0 250,-3 0-376,4 0-218,-5 0 0,-4 1 11,0 3 0,-1-3-196,1 3 1,1-2 48,-4-2 1,3 0 0,-4 0 51,-1 0 1,-2 0 82,-1 0 0,1 3 0,-1 1-11,0-1 0,4-2 1,2 1-1,-1 0 14,1 2 0,-2 0-96,-4-4 0,4 1-34,0 3 1,2-1 0,-4 4 11,3-2 0,3 0 0,-4-1 18,-1 4 0,2-3 0,0 0 0,1-1 48,-1 0 0,3 4 0,-3-3-8,-3 2 1,4-3 13,-2 4 1,1-5 0,-2 4 4,1-2 1,1 3-65,-5-4 0,0 4 0,1-3-29,4 2 1,-4-3 0,3 3-15,-2 3 1,2-4 0,0 2 5,-1 1 0,2-2 0,-1-1 107,-1 0 1,3 1-1,-1-1 1,1-1-23,-1 0 1,3 0 0,-4-1 134,-1 4 1,3-1 0,-2 1-191,-1 1 0,-2 1 1,-1 2 2,1 0 1,3-4-1,1 0 1,1-1-91,-1 0 1,3 3-1,-4-3 1,0 1 97,2 0 1,-5 0-1,5 3 21,-1 1 0,-3-4 1,3 0 10,1 1 1,-4-2-1,5-1 1,0 1-183,0-1 1,-4-2 155,1 4 1,-1-4 0,-1 4 32,2 1 0,2-3 0,-3 1 0,2 0-28,2-1 1,-3-2-1,3 3 1,0-1-21,-1 1 1,-1-3 0,1 2-1,0 1 24,-3-1 1,2 1 0,0 2 0,1-1 39,-1 1 0,0-2 1,-4 0-1,2 1-24,1-1 1,1 3 0,-2-2-1,1 3 10,-1 0 0,3 0 0,-1-2 0,1-1-136,-1 1 0,3 2 1,-4 0 43,-1 1 1,3 0-1,-1 0 1,0-2-1,1-1 48,-3-1 1,2 0-1,1 4 1,-1 0 8,0-1 1,1 1-1,-3 0 1,1 0-2,-1 0 1,2-1 0,-1 1 0,-1 0 18,-1 0 1,2 0 0,0-1 0,-1 1 39,-2 0 1,-1 0 0,1 0-1,-1-1 56,0 1 0,0 0 0,2 0 1,1-1-23,1 1 1,0 0 0,-4-1 0,2-2 11,2-1 1,-1-1-1,3 4 1,1-2-117,0-1 0,-3 0 1,3 2-1,0-1-22,-1-1 1,-2 0 0,3 4 0,0 0-15,0 0 0,0-1 0,2 1 0,-2 0 15,-2 0 0,3-1 0,-2 1 0,-1 0 89,1 0 0,2 0 1,-3-1-1,0 1 63,1 0 1,2-3-1,-3 2-93,2 2 0,-3 1 0,3-2 0,0 0 13,0-1 1,-3 1 0,3 0 0,-1 0-185,1 0 0,-3-1 0,3 1 0,-2 0 89,-2 0 0,3 0 1,-2-1-1,0 1 81,1 0 1,-3 0 0,3 0 0,-1-1 73,1 1 0,3-4 0,-3 0 0,1 1-63,-1 1 0,0-2 0,0 0 0,1 0-59,1-1 0,3 3 1,-6-2 17,-2 2 1,4-2 0,-2-1-1,0-1-6,2 1 0,-5-1 0,5 4 0,-2-3-2,0 3 1,0-4 0,-4 2 0,0 1 230,1 2 0,3-3 1,0-1-1,-1 1-115,-2-1 1,1 3-1,1-3 1,1 1-100,-1 0 0,2-4 0,1 3-182,0 3 1,-2-4 0,3 1 38,-1-2 1,2 3 0,-3-3 87,2 2 0,0-5 0,2 3 0,-2-1 67,-2 0 0,3 1 52,-4-1 1,1-1-40,-5 5 1,4-5 0,0 0-5,-1-1 1,2-2 0,1 1 0,-1 2-62,1 1 0,2 1-48,-4-1 1,1-2-1,-2 5 1,3-1 7,0 1 1,-3-4 0,1 2 91,-2 0 1,2-2 252,0 5 0,0-4-41,-3 3 1,3-4-195,0 1 1,0 1 6,-4-1 1,6 1 0,0-2-103,1 1 0,2 0 1,-3-3 251,1 3 1,-1-3-97,3 3 1,-3-1-92,-2 1 0,2-3 0,2 3 0,1-3-19,-5-1 1,6-1 30,-2-3 0,1 3 1,1-4-41,-2-1 1,-2 4-119,3-6 0,1 4 104,-2-4 0,2 6-69,-2-2 1,2 1-29,-1-1 230,1 3 0,2-6-172,0 3 0,5 3-152,3-3 1,-1 3 172,1 1 0,-6 1 1,4 2 40,-1 1 0,-4 1 107,3-1 1,-3 2-97,-1 6 1,0-4-1,-1-2-137,-3 0 1,-2 2 0,-6-5-74,0 0 0,0 0 0,0-1 55,1 2 1,-1 0 0,0-4 0,0 0 250,0 0 0,5 0 0,-1 0 45,-1 0 1,2 0 0,0-1-72,2-3 1,1 1-71,4-5 0,2 5 0,2-4-108,3 2 1,0-3-1,1 4 166,1 1 0,1 2 0,2 1 93,0 0 1,-1 1 0,-2 2 78,-1 1 1,-5 4 0,4-3 0,0 0 0,-2 2 84,0-1 0,-1 2 0,-4 4-307,0 0 0,0-4 0,-1 0 0,-3 1 0,1-4 0,-5-1 0,-2-3 0,-5-1 0,2 0 0,-2 0 0,0-1-383,-1-3 0,3-4 1,-2-6-1,0-3 42,-1-2 1,7 5 0,-1-3-1,3 1 432,5 0 0,0 1 0,2 3-72,0 0 1,2 2 0,2 2 0,3 4-300,4 3 1,1 1 0,-1 0 0,1 1-527,0 3 0,-4 0 0,0 6 1,0 3-253,-2 0 1,5 2-1,-5 1 1058,1 3 0,9 9 0,-3 2 0</inkml:trace>
  <inkml:trace contextRef="#ctx0" brushRef="#br0">2016 3737 7106,'0'-5'2724,"0"6"-1627,0 9 1,-4 9 0,-1 10 0,-2 6-711,-2 7 1,3 10 0,-2 5-1,-1 3-189,-2 1 1,1-12 0,0-1 0,4-8 30,1-10 1,1-13 0,4-8 475,0-6 1,-4-11-1,0-13 1,1-5-110,2-6 1,1-7-1,0-4 1,1-5-569,3-3 1,1 2 0,5-5 0,-3 0-178,3 1 1,4 3 0,3-1-1,0 3 66,0 5 0,3 8 1,-5 9-1,1 6-40,1 8 1,-4 6-1,3 6 1,-3 1 8,-1 3 1,0 4 0,0 6 0,1 3 99,2 2 1,-4 0 0,2 5 0,-1-1 258,-3 1 0,-4 1 1,2 0-1,-2 0-42,-2-3 0,-3-5 0,-3 1 0,-2-1 589,-2-2 0,-2-2 0,-5-1 0,-3-1-615,-2 1 0,0 0 0,-4 0 0,2 0-163,2-1 1,0 1 0,-2 0 0,3 1 0,1 3 1,1-3 0,6 3 0,2-2-13,4 2 1,3-2 0,3 4 0,5 1 75,5-1 1,7-4 0,1 1 0,3-5 121,5-2 1,-2-5 0,6 1 0,0-4 68,2-4 1,2-4-1,-2-8 1,-1-3-271,-2-4 0,-5-4 0,1-2 0,-5-1 0,-3-3 0,-4 3 0,1 0 0,-5 1 0,-3 3 0,-3 1 0,-5 3 0,0 2 0,-1 4 0,-3 9 0,-4 3 0,-2 6 0,-2 5 0,0 2 0,1 4 0,-5 7 0,0-1 0,2 4 0,1 0 0,1 2 0,0 1 0,2 3-100,2 1 1,-3-4-1,5 3 1,-1-1-1272,3-1 1,3 1-1,2-7 1,3-4-226,4-6 1,8-3 0,3 0 0,5-5-150,3-6 1,1-9-1,6-7 1745,3-3 0,6-7 0,-1-1 0</inkml:trace>
  <inkml:trace contextRef="#ctx0" brushRef="#br0">2900 3808 7670,'7'-12'632,"-2"0"0,-5 0 461,0 0 1,-1 6 0,-3 2 0,-4 3-324,-2 1 1,-2 1-1,-1 3 1,-2 4 497,0 2 0,-6 7 1,2 2-1,0 0-673,-1 1 1,8-4 0,-1 3 0,1 2-801,3 2 0,4-4 0,-2 0-176,2-2 0,1-2 1,5-2-1,3 0 1,4 2 119,3-1 0,1-7 0,-1 5 0,1-2-146,0 1 0,-4 0 0,-2 1 528,0 0 0,-3-4 0,-4-2-394,-3 0 1,-2-2-1,-6-4 1,-1 0-544,-3 0 0,2-2 1,-5 0-1,1-4 88,0 0 1,3-2 0,0-4 0,1 0 93,3 1 1,4 3 0,3 0 0,3-1 633,1-2 0,5-6 0,2-1 0</inkml:trace>
  <inkml:trace contextRef="#ctx0" brushRef="#br0">3254 3419 7667,'-1'7'1040,"-3"1"1,-4 2 138,-2 0 0,2 7 0,0 4 0,-1 5-259,-2 6 0,-1 10 0,1 9 0,-1 10-761,6-27 1,0 0 0,-2 29 0,2-3 0,-1-2-843,1-6 0,3-8 0,-1-10 0,3-9-1573,1-8 1,-2-10 2255,-2-3 0,-2-13 0,-6-4 0</inkml:trace>
  <inkml:trace contextRef="#ctx0" brushRef="#br0">2948 3867 8437,'-12'0'1840,"0"0"0,5 1 1,4 3-728,1 4 1,5-2 0,5 1-1,9-1-754,8 1 0,1-1 0,5 2 0,3-2-602,4-1 0,-4-4 1,4 3-1,0-3-1124,-1-1 1,-4 0 0,-4 0 0,-2 2-1900,-1 2 3266,-3-3 0,5 4 0,-4-5 0</inkml:trace>
  <inkml:trace contextRef="#ctx0" brushRef="#br0">3478 4091 8206,'-8'10'1968,"1"-2"0,3-3-741,-4-5 1,1-6 0,-1-5 0,4-5-691,3-2 1,1 2 0,0-3 0,0-4-481,0-3 0,0 1 0,1-2 1,3 1-173,4-2 1,-1-1 0,1-1 0,1 5-226,1 4 1,-2 7 0,0-2 0,1 4-866,2 5 0,0 1 0,1 6 0,0 0 610,0 0 0,0 6 0,-1 1 595,1 4 0,5 6 0,2 1 0</inkml:trace>
  <inkml:trace contextRef="#ctx0" brushRef="#br0">3797 3784 7760,'-6'12'769,"5"0"1,-4-1-1,1 1 414,0 0 1,-1 5 0,2 3 0,-1 3-746,2 5 0,0-3 0,2 2 0,0-2-1077,0-1 0,0-6 0,0-2-317,0-3 0,2-4 956,1-5 0,-1-11 0,3-11 0</inkml:trace>
  <inkml:trace contextRef="#ctx0" brushRef="#br0">3844 3572 10114,'-12'0'1564,"4"1"0,2 3 0,0 4-1344,4 2 0,0 0 0,2 0 1,0 3-1026,0 0 1,4 4-1,2-1 1,0 0 804,3 1 0,7-4 0,2 4 0</inkml:trace>
  <inkml:trace contextRef="#ctx0" brushRef="#br0">4257 3654 8397,'-12'-5'1910,"0"4"0,-1-3-607,-3 3 0,3 2 1,-3 3-1,2 4-295,-2 2 1,2 7 0,-6 3-1,-1 2-616,-1 2 1,2-1 0,2 2 0,1 1-586,2 2 0,6 3 0,3-3 1,0-2-813,4-1 1,6-5-1,4-2 1,3-1-326,5-3 1,0-5 0,5-2 0,2-2-851,2-2 0,-1-7 2180,7-4 0,-4-8 0,1-2 0</inkml:trace>
  <inkml:trace contextRef="#ctx0" brushRef="#br0">4657 3242 7705,'-11'5'1755,"0"-1"0,2 8 1,2 5-688,2 4 1,0 13 0,2 6 0,-2 10-841,-1 9 0,2 3 0,0-29 0,0 2 0,-1 0 0,1-1-390,-1 1 0,-1-2 0,-6 26 0,2-5-923,2-12 0,-1-3 0,5-19 0,0-4-604,-1-6 1,2-6 0,-3-8 1688,0-4 0,-8-8 0,1-2 0</inkml:trace>
  <inkml:trace contextRef="#ctx0" brushRef="#br0">4422 3643 7725,'0'-8'-509,"0"0"0,-2 0 744,-2 1 1,4-3-1,0 3 2026,7 1 0,9 1 1,5 5-1,5-2-1675,5-2 1,7 3 0,3-4 0,2 1-616,6 0 0,-6 0 1,3 3-1,-4-2 29,-4-1 0,-7 0 0,-2 4 0</inkml:trace>
  <inkml:trace contextRef="#ctx0" brushRef="#br0">5813 3501 7795,'-8'12'593,"2"0"0,-1-2 522,1-2 1,3 4-1,-1-2 1,1 6 270,-1 2 0,3-1 0,-1 6 0,4 2-966,6-1 1,2 3 0,2-2 0,1-1-167,3-1 1,-3-12-1,3 0 1,-2-4-31,2-5 1,-2-2-1,5-5 1,-1-7-88,0-6 1,-2-10 0,3-3 0,-1-3-195,0-2 1,-3 1 0,0 2 0,-2 3-15,-1 3 1,0 8 0,-1-3 0,-2 4 347,-1 3 170,-6 7 0,-2 15 0,-9 11 0,-4 10 348,-3 6 0,-5 6 0,2 16 0,7-25 0,-1 2-795,-3 2 0,0 2 0,3-1 0,-1 0 0,-4 2 0,0 1 0,1 1 0,0 1 0,0 0 0,0-1 0,4-7 0,0-1 0,-8 31 0,7-15-70,7-14 0,6-17 0,5-9 1,5-7-2389,5-5 0,2-5 1,5-11-1,3-10-3723,0-10 6181,4-3 0,-8 12 0,1-1 0,0 2 0,0-1 0</inkml:trace>
  <inkml:trace contextRef="#ctx0" brushRef="#br0">6485 3489 7795,'-17'17'1697,"0"-4"0,-3 3 0,5-1 866,2 0 1,2-4 0,3 3-1714,4 1 0,4-6 0,4-5 0,5-3 323,6-1 1,3-1-1,5-2 1,-1-2-1174,1-2 0,-6-1 0,7-2 0,-2 1-1231,1 1 1,-4 4-1,0-3 1,-1 1-1761,0-1 0,-2 1 0,4-3 2991,1 1 0,-10 0 0,0-4 0</inkml:trace>
  <inkml:trace contextRef="#ctx0" brushRef="#br0">6544 3690 7795,'-17'12'0,"4"1"0,-3 0 1816,3-1 1,8 2-15,5-6 1,5-3-1,8-1 1,3-3-2204,4-1 1,-1-4 0,2-1-1,3-1-1351,1-4 1,-6 4 1751,9-2 0,-6 0 0,7-4 0</inkml:trace>
  <inkml:trace contextRef="#ctx0" brushRef="#br0">7263 3348 7763,'-11'0'2085,"-1"0"0,0 0-447,0 0 0,-3 0 1,-1 0-1,1 0-672,2 0 0,-2 5 0,-2 3 1,0 2-554,0 2 0,-3 0 1,4 0-1,0 1-1382,-1 3 1,8-3 0,-1 4-1,3-2 407,5 1 0,2 1 1,3-2-1,5 0 37,3 0 1,2 3-1,1 0 1,2 2 395,-2 0 0,4-5 1,-4 4-1,-2-1 164,-3 0 1,-3-6-1,2 3 389,-4-1 0,-2-3 0,-4-5 0,-2-1-615,-4-2 0,-2-2 1,-3-1-1,-2-1-940,0-3 0,-5 1 0,4-4 0,2-3 556,1 0 0,1-6 0,2 0 575,2 2 0,-3-4 0,5-1 0</inkml:trace>
  <inkml:trace contextRef="#ctx0" brushRef="#br0">7417 3442 7763,'-12'24'625,"0"-1"0,3 1 1,0 0-1,-2 0-259,2 4 0,0-2 0,-1 4 0,2-1-378,4-3 1,-2-2 0,3-5-1340,0-3 0,3-8 1351,4-4 0,2-13 0,6-4 0</inkml:trace>
  <inkml:trace contextRef="#ctx0" brushRef="#br0">7488 3206 7763,'-6'-11'1402,"4"4"0,-6 3-1009,-1 3 0,2 3 1,1 5-1,-1 6 146,0 4 1,5-1 0,-2 4 0,3 0-1066,1 3 0,0 0 0,1 1 526,3-1 0,2 1 0,6 0 0</inkml:trace>
  <inkml:trace contextRef="#ctx0" brushRef="#br0">7641 3478 7763,'-5'11'1429,"3"-3"0,-3-1 0,1-1-238,0 1 1,-1 1 0,2 4 0,-1 1-732,2 2 0,-3-2 0,1 4 1,0-1-267,-2 0 0,5 0 1,-3-5-474,3 1 101,1-5 1,1-7-1,3-9 1,4-5-336,2-1 1,0-5 0,-1 3 0,1 0 67,-1 0 1,1 0 0,1 3-1,1-1 282,0 5 1,-4-2 0,0 5-1,0-1-12,-2 1 1,3 5 0,-3 2-151,0 7 1,-3 5-1,1 3 1,-3 4-332,-1-1 1,0 4 0,1-3 0,2 0-653,1 1 1,4-6 1307,-4 2 0,5-3 0,-3-1 0</inkml:trace>
  <inkml:trace contextRef="#ctx0" brushRef="#br0">7959 3584 7763,'7'0'1342,"-1"-2"1,-3-2 460,1-3 1,0 0 0,-4-1-1253,0-1 0,1-1 0,2-2 0,2-1-258,2-3 1,-4 3-1,5-3 1,0 3-86,-1 1 1,3 0-1,-3 1 1,1-1 6,-1 0 0,1 6 0,4 2-163,0 2 1,0 8-1,-1 1 1,1 4-137,0 1 0,0 5 1,1 4-1,1 3-71,2 4 1,1 1 0,-2-2 0,0 3 72,0 1 1,-1-1-1,1-5 1,0-1-418,0-1 1,-2-9 0,-3-1 0,1-5-621,1-3 0,-7-1 0,7-5 0,-3-3-2785,-3-4 3904,5-2 0,-10-2 0,4 0 0</inkml:trace>
  <inkml:trace contextRef="#ctx0" brushRef="#br0">8136 3808 7741,'-12'-12'1281,"6"3"1,2-2 0,5-3-335,7-3 1,6-8-1,15-8 1,8-5-144,9-5 0,-22 20 0,2-1 0,1-1 0,2 0-785,-1-1 1,0 1 0,-1 2-1,0 0 1,17-15 0,-4 7 0,-5 6-2693,-5 4 1,-11 10 2672,0 0 0,-4 1 0,-3-1 0</inkml:trace>
  <inkml:trace contextRef="#ctx0" brushRef="#br0">9610 3006 7766,'0'-7'4044,"-1"13"0,-3 11-3565,-4 8 0,-3 10 1,0 10-1,-1 6-768,0 8 1,0-3 0,1 5 0,-1 0-532,0-5 1,4-8 0,2-11 0,-1-8-1429,0-9 2248,5-6 0,-9-7 0,5-2 0</inkml:trace>
  <inkml:trace contextRef="#ctx0" brushRef="#br0">9351 3336 7766,'-12'0'398,"0"0"1,0 0 5088,0 0-4632,1 0 0,15 4 0,7 0 1,10 0-597,7 1 0,7-4 0,7 3 0,1-2-606,1-2 0,-1 1 0,3 2 0,0 1-3240,1-2 3587,-13-1 0,21-6 0,-12-1 0</inkml:trace>
  <inkml:trace contextRef="#ctx0" brushRef="#br0">9964 3254 7789,'-5'-7'189,"2"-2"0,-5 5 0,-2 1 852,-5 2 0,2 1 0,-4 3 1,0 3-133,-3 6 1,2 8-1,0-1 1,1 4-711,2 0 0,2 1 1,3-1-1,2 1-405,4-1 0,4-4 0,5-4 1,7-1 127,6-3 0,6-4 0,3-4 0,5-6-128,2-5 0,-3-6 1,-1-3-1,-1-2-111,-3-2 0,-6-1 1,-5 0-1,-6 0 218,-5-2 0,-8 7 1,-7-7-1,-7 3-408,-10 3 0,-4 2 1,-4 8-1,1 5-459,0 1 1,0 2 0,4 2 965,3 1 0,4 9 0,0 7 0</inkml:trace>
  <inkml:trace contextRef="#ctx0" brushRef="#br0">11591 2605 7784,'11'-15'0,"-4"-1"0,-3 1 0,-2 2 0,-2 1 0,-11 6 0,-2 1 0</inkml:trace>
  <inkml:trace contextRef="#ctx0" brushRef="#br0">11497 2723 7763,'0'8'123,"-2"-1"757,-1-2 0,1 0 0,-3-2-80,0 1 1,2-1 109,-5-3 1,4 0-90,-4 0 1,5 0-1,-5 0-272,-1 0 0,2-3 0,-1-1 0,-1 1-316,-2 2 0,0 1 1,-1 0-1,0 0-118,0 0 0,-1 0 0,-1 0 0,-2 0 35,2 0 1,-3 0 0,1 0-1,0 0 107,-1 0 0,3 0 0,-5 0 1,2 1-85,3 3 0,2-1 0,3 3-96,1-1 1,2 5 0,-4-4 0,4 2 118,1 0 0,1 0 0,4 3-2,0 1 0,0 0 1,0 0-1,1 0-51,3-1 1,-3 1 0,3 0 0,-3 1-63,-1 3 1,0-2 0,0 4 0,0 1-149,0-1 0,0 2 0,-1 2 1,-1 0-235,-2 2 0,-6-7 0,4 7 0,-2-2 90,0 0 0,4 2 0,-4-1 0,0 1 132,2-1 0,-5-2 0,5 0 0,-2 2 22,0-2 0,4-2 1,-4 1-1,1-3 73,0 0 1,0-4 0,5 3 0,-2-3 56,1-1 0,1-5 0,-1 1 0,-1 1 580,1 2 1,2-3 283,1 0 1,0-4-178,0 3 1,1-4-418,3 1 1,-1-3 0,4 1 0,-1 0-254,1 2 1,1 0 0,3-4 0,0 1-91,-3 3 0,2-1 0,-2 3 0,4 0-38,4-4 1,-3 4 0,2-1 0,-2 0-588,-1 0 1,4 1-1,0-4 1,-2 3-208,-1 2 1,-1-4 0,0 1 0,0-3-821,-1-1 0,-3 0 1,0 0-1765,1 0 3416,-3 0 0,4-11 0,-3-2 0</inkml:trace>
  <inkml:trace contextRef="#ctx0" brushRef="#br0">11662 3041 6184,'-12'0'4192,"0"0"-2163,1 0 1,3 0-298,0 0-1262,5 0 0,-1 0 1,8 0-603,4 0 1,3 0 0,0 0-1,1 0-379,0 0 0,0 0 0,1 0 0,1 0-798,2 0 0,0 0 1,-3 0-1,1 0 1309,2 0 0,5 0 0,-3 0 0</inkml:trace>
  <inkml:trace contextRef="#ctx0" brushRef="#br0">12086 2888 7774,'0'12'750,"0"0"-452,0 0 0,0-1 0,0 1 0,0 0 621,0 0 1,0 1 0,-1 1 0,-2 3-613,0 2 0,-5-4 0,2 4 0,1-1-829,0 0 0,-3-3 1,4 0-1,2-2-466,0-1 988,2-5 0,0-2 0,0-5 0</inkml:trace>
  <inkml:trace contextRef="#ctx0" brushRef="#br0">12193 2888 7774,'0'16'0,"0"-2"0,0 1 587,0-2 1,0 1 0,0 2-61,0 4 1,-4 1-1,0-2 1,1-2-825,2 0 1,1-4-1,-2 3 1,0-3-466,-2-1 1,0-4 761,4 0 0,0-1 0,0 5 0</inkml:trace>
  <inkml:trace contextRef="#ctx0" brushRef="#br0">12027 2829 7796,'-7'8'756,"-1"-1"1,0-1 998,1 1 0,1-3-627,2 4 1,4-2 0,0 2 0,8-4 112,6-3 1,4-1 0,6 0 0,0-1-755,-1-3 1,5-1 0,-1-3-1,1 3-1043,1-1 0,-5 5 0,4-3 1,-3 3 452,-2 1 1,-4 0 0,-2 0-6801,0 0 6903,-4 0 0,9 5 0,-3 2 0</inkml:trace>
  <inkml:trace contextRef="#ctx0" brushRef="#br0">11886 3195 7737,'-8'4'2994,"0"0"1,6 1-1209,-2-1 1,8-3 0,5 3 0,6-3-935,9-1 0,1 0 0,5 0 0,0 0-755,0 0 0,2-4 1,2-1-1,-1 0-1140,-2 0 1,-1-1 0,2 4 0,-5-4-1714,-2 0 1,-5 3-1,-2-2 2756,-1 0 0,-1 4 0,-4-5 0</inkml:trace>
  <inkml:trace contextRef="#ctx0" brushRef="#br0">12086 3407 7752,'-11'12'1119,"-1"-5"1,0 1 3081,0 2-3708,6-5 1,6 0 0,8-5 64,2 0 1,-2 0 0,0 0 0,1 0-252,1 0 0,2-4 0,0 0-483,0 2 0,4 0 0,-1 2-71,0 0 0,-2 2 0,-1 1 0,-2 5-12,-2 3 1,-2 1 0,-3-1-1,1 1 39,-1 0 0,-2 0 0,-2 0 0,-3 1 101,-4 2 1,-3-2 0,0 3-1,-1-3-74,0-1 0,-5 0 0,-1-2 0,-2-1 75,0-1 0,6-5 0,-3 1 0,1-3 95,0-1 0,1 0 1,3-1 565,0-3 0,6 1 1,2-5-175,2-1 0,4 4 0,2 1-81,3 3 1,8-3 0,2-1 0,1-1-1,3 0-467,1-1 1,2 3-1,0-2 1,-1 1-2374,1 2 1,-1 0 2551,1-1 0,-1 3 0,1-4 0</inkml:trace>
  <inkml:trace contextRef="#ctx0" brushRef="#br0">12818 3230 8117,'-8'0'1321,"1"1"1,1 3-1021,-1 4 0,3 3 0,-2 2 0,-1 2-421,0 5 1,5-2 0,-3 1 0,1-1-60,0 0 1,0-3 0,4 1 0,0-3-2669,0-2 2847,0-4 0,0 3 0,0-3 0</inkml:trace>
  <inkml:trace contextRef="#ctx0" brushRef="#br0">13218 2982 9097,'-6'6'1883,"1"2"-1839,-1 2 1,5 3 0,-3 3 0,3 2-194,1 1 1,-4 3 0,0-4 0,1 2 148,2-1 0,-4-4 0,-2 2 0</inkml:trace>
  <inkml:trace contextRef="#ctx0" brushRef="#br0">13360 2947 7736,'0'20'79,"0"-1"0,-4-4 0,0 2 1,0-1 262,-1-1 1,4 2-1,-3-2 1,1 0-596,-1 0 1,3-2 0,-3-1 0,3-1 252,1 1 0,-6-5 0,0-2 0</inkml:trace>
  <inkml:trace contextRef="#ctx0" brushRef="#br0">13089 2947 7763,'-8'5'0,"0"2"0,-1 1 823,-2 0 1,5-4 3923,2 3-4258,3-4 0,6 2 0,3-6 0,2-3-407,2-4 0,1 2 1,1-2-1,3-1-231,2-2 0,-1-1 0,3 2 0,-3 1-96,0 1 0,-3 4 0,-2-3 0,2 1-7,0-1 0,-3 5 0,-4-2 0,1 2-185,2 2 0,-3 0 1,-1 2-30,3 2 1,-4 2 0,1 6 41,-2 0 0,3 0 1,-3-1 222,2 1 1,-3-5-1,3-3 1,1-2 32,-1 2 0,3-3-166,-2 3 0,3-2 334,0-2 0,1-6 0,0 0 0</inkml:trace>
  <inkml:trace contextRef="#ctx0" brushRef="#br0">13124 3277 7714,'-12'0'0,"1"0"2459,-1 0 1,4 1-1052,0 3 1,8-2 0,3 2 0,8-3-754,6-1 0,3-1 1,5-2-1,3-2-634,3-2 0,-1 3 0,2-2 1,-1 1-391,-1 2 1,0-2-1,-4 1 1,2 1-1188,-2 2 0,-5 1 1,-3 0-1,0 0-2264,-4 0 3820,-1 0 0,-1 0 0,0 0 0</inkml:trace>
  <inkml:trace contextRef="#ctx0" brushRef="#br0">13325 3442 7725,'-12'12'624,"0"-2"0,0 0 0,0-4 1336,1-1 0,3-1-728,0-4 0,7-1-661,1-3 0,5-1 0,7-3-466,-1 4 0,1 1 0,0 1 1,0-2-1,0 1-198,-1 2 1,1 2 0,0 2 0,0 1-114,0-2 1,-5 4 0,1-1 0,1 0-23,2 0 1,-3 5-1,0-3 206,1 4 1,-4 1-1,-1 0 82,-3-1 0,-6 0 1,-3-2-1,-2-1-57,-2 1 0,-1 0 0,-3 0 0,-2-1-201,-1 1 0,-2 1 0,4-1 0,0-1 59,0 1 1,3-3 0,5 1 0,2-1 161,2 1 0,2-4 0,7 0 108,4-1 0,3-2 1,2 0-1,2-2-128,5-1 1,0 0-1,1-5 1,1-1-833,-1-2 1,1 0 0,3-1 0,0 0 828,-3 0 0,-1-5 0,3-1 0</inkml:trace>
  <inkml:trace contextRef="#ctx0" brushRef="#br0">13855 2888 7753,'-12'-5'0,"2"2"6370,2-5-5492,-2 6 0,14-3 0,-1 5 1,8 0-585,5 0 1,-3 1 0,2 2 0,0 2-333,1 1 0,-3-3 0,2 2 0,0-1-38,1 0 1,-6 0-1,4-4 117,1 0 1,-1 0 349,-2 0 1,-4 0 34,0 0 0,-7 0-325,-1 0 0,-5 1 0,-7 2-26,0 1 1,4 5 0,1 0-1,-3 6-291,0 4 1,-2 1 0,0 3 318,1 6 1,3 9 0,0 7 0,0 3 0,1 6 65,3 4 0,3-2 0,1 7 1,0-4-305,0-4 1,1-7 0,2-9 0,1-2 117,-1-3 0,-2-13 1,-1 5-1,0-6 63,0-6 1,-1-4 0,-3-4 0,-4-1 85,-3-2 0,-2-2 0,-1-1 0,-3-1 72,-2-3 1,4-3-1,-4-3 1,1 1-332,0 1 1,2 5-1,-2-1 1,1 3-1584,2 1 0,2 0 0,3 1 1710,2 3 0,-3 8 0,5 6 0</inkml:trace>
  <inkml:trace contextRef="#ctx0" brushRef="#br0">14315 3643 8102,'-12'0'1351,"1"0"699,-1 0-2505,5 0 1,3-2 0,8 0 0,4-2 454,3 1 0,6-9 0,1-1 0</inkml:trace>
  <inkml:trace contextRef="#ctx0" brushRef="#br0">1945 4916 7767,'-12'-5'1792,"5"3"1,-1-2-1046,-1 3 1,2 1 0,-1 0-426,-1 0 1,2 0 0,0 1 0,-1 3 0,0 5-195,0 6 0,0-1 0,-4 6 1,1 2-140,-1 4 1,0 2 0,1 6 0,2 3-49,1-1 0,6 2 0,-2-1 0,3 0-257,1-3 0,6-8 0,6-3 1,6-6-31,5-4 1,1-6 0,4-6 0,2-6 314,0-7 0,4-11 0,-4-2 0,2-5 15,-1-7 0,-6-2 1,-1-4-1,-7 2-91,-4 0 0,-7 3 0,-2-2 1,-2 2-12,-2 4 0,-7 8 0,-3 2 14,-5 7 1,-2 5 0,3 4 0,-2 6 0,2 3-176,1 3 1,1 6 0,0 1 0,2 3-290,2 1 1,-1 2 0,5-2 0,1 1 149,2 1 1,1-2 0,0 4 0,0 2 417,0 1 0,0 2 0,0 0 0</inkml:trace>
  <inkml:trace contextRef="#ctx0" brushRef="#br0">2287 5140 7168,'-6'5'660,"-3"-2"0,5 4 0,1 3 330,2 0 0,-3 2 0,0 1-631,1 3 0,2 1 1,1 4-1,0-2 0,0 1-158,0-2 0,0-1 1,0-5-1,0 0-107,0 0 1,0-4 0,1-2 62,3-1 0,-3-2 0,5-7 0,-2-4-177,0-2 0,5-6 0,-1-1 1,3-1-95,5-3 0,-3-2 0,4 0 0,-1-1-337,0 1 0,3 3 0,-2 2 0,0 1 43,0 2 0,0 6 1,-2 3 238,1 0 1,-2 8-1,-6 7 1,-3 5 71,0 6 0,-3 2 1,2 2-1,-3-1-100,-1 1 0,0-1 0,0 1 0,0 0-1665,0-1 1862,0 1 0,0-1 0,0 1 0</inkml:trace>
  <inkml:trace contextRef="#ctx0" brushRef="#br0">3856 4739 7841,'-11'1'1210,"3"3"1,-2-3-307,2 3 0,1-2 0,-1-2-497,-1 0 1,-1 0 0,-2 0-220,0 0 0,4 0 0,1 0 3,-3 0 1,0 1-1,-2 2 1,0 2-15,0 1 0,5-2 0,-1 4 0,-1 1-107,-2 2 0,3 1 0,0-1 0,1 3-138,0 1 0,0 4 1,5 3-1,-3 0-188,-2 2 0,4-3 0,-2 6 0,1-2 116,0-1 0,-4 1 0,3 1 0,0 1 63,0-1 1,-4 1 0,1-2 0,-3-1 42,-1-1 0,1-2 1,0 1-1,2-1 91,1-2 0,2-4 1,-4 1-1,4-2-7,1 2 0,-1-3 0,4 3 0,-2-3 53,1-2 1,2 5 0,1 0 0,0-2 281,0-1 0,4-5 0,1 0 166,2 1 0,0 0 0,5-1-146,0-4 0,0-2 0,0-2 1,-1 0-513,1 0 1,1-4 0,2-2 0,0 1-302,0 0 0,-1-3 0,1 3 0,0 0-767,0-1 0,-2-2 0,-1 5 1,1-1 1174,3-2 0,-3 5 0,4-4 0</inkml:trace>
  <inkml:trace contextRef="#ctx0" brushRef="#br0">4009 4928 7828,'-12'6'1596,"4"-1"0,2-3 1681,0 2-2545,-3-3 0,9 4-626,0-5 1,5 0-1,7 0 1,1-1-78,3-3 1,-1 3 0,3-5 0,-1 2-676,-3 0 0,3-1 1,-1 3-1,0-2-637,1 1 1,-7 2 0,3-1 1282,-2-1 0,7 1 0,-5-3 0</inkml:trace>
  <inkml:trace contextRef="#ctx0" brushRef="#br0">4540 4704 7837,'6'5'0,"-1"-3"0,-5 6 0,0 1 439,0 2 0,0-3 1,0 0-1,0 1 77,0 1 0,0 3 0,0 2 0,-1 1-611,-3-2 0,3 0 1,-4 1-400,-1 0 0,5 1 0,-3-4-1606,3 0 1295,1-6 1,0-6 804,0-8 0,5-7 0,2-4 0</inkml:trace>
  <inkml:trace contextRef="#ctx0" brushRef="#br0">4634 4668 7837,'0'8'0,"0"0"17,0 1 0,0-2 0,0 0 0,0 4 259,0 3 1,0-1-1,0 5 1,0-3-269,0 1 1,0 1 0,-1-3 0,-2 2-513,-1-2 0,0-4 0,3-4-791,-3-1 1295,3-1 0,-5-4 0,6 0 0</inkml:trace>
  <inkml:trace contextRef="#ctx0" brushRef="#br0">4374 4597 7837,'-7'4'0,"-1"2"2048,-1 0 0,3 2-1055,2 4 1,12-2 0,5-1 0,4-2-292,4-2 0,3-1 0,2-2-569,2 1 0,3-1 0,-2 2 0,0-3 0,1-1-754,0 0 1,-4 0-1,2 0 1,-5 0-777,-3 0 1,1 0 0,-5 0 1396,-2 0 0,4 0 0,1 0 0</inkml:trace>
  <inkml:trace contextRef="#ctx0" brushRef="#br0">4351 4975 7804,'-12'5'1652,"0"-2"1,0 3-782,1-1 0,5 3-208,6-4 1,11 4 0,9-4-1,2-1-411,1-2 0,2-5 0,2-1 0,1-1-854,2 1 1,1-3 0,0 3 0,-2-1-310,0-4 0,-4 4 1,1-1 910,-5 2 0,6-4 0,-2 2 0</inkml:trace>
  <inkml:trace contextRef="#ctx0" brushRef="#br0">4504 5187 8715,'-10'1'0,"0"2"3298,3 1-2413,4 0 1,-1-4-507,8 0 0,-1-2 1,4 0-1,3-2-132,0 1 1,2-2 0,0 1 0,0 1-290,-1 2 1,1 1 0,0 0 0,-2 1-61,-2 3 0,1-1 0,-3 5 0,0 1 1,-3 1 0,1 2 0,-3 0 49,-1 0 1,-1 0 0,-3-2-1,-4-1-139,-3-1 0,-2 0 0,-1 2 0,-2 0-34,2-3 0,-1-3 0,1 3 886,-2-2 0,1-1 271,3-4 0,7-1-664,5-3 0,5 3 0,7-3 0,-1 1-1109,1-1 0,1 3 1,3-3-1,2 1-1588,1-1 0,2 3 2429,-6-3 0,6-2 0,-2-1 0</inkml:trace>
  <inkml:trace contextRef="#ctx0" brushRef="#br0">5035 5057 8349,'-7'5'1411,"1"2"0,3 5 0,-2 1-1333,-2 3 0,3 2 0,-2 6 1,-1-2-79,1-3 0,-2 4 0,-4-5 0</inkml:trace>
  <inkml:trace contextRef="#ctx0" brushRef="#br0">5813 4597 8192,'-4'12'373,"0"0"1,-4 1 0,3 2-1,-1 3-137,-4 4 0,1-1 1,0 7-1,1-3-31,-1-2 0,4-3 1,0-1-1,1 1-1419,0-2 0,0-5 1214,4-5 0,5-5 0,2 2 0</inkml:trace>
  <inkml:trace contextRef="#ctx0" brushRef="#br0">5955 4550 7849,'-12'20'-302,"0"-2"0,0 2 1024,0 2 0,1 0 0,-1 9 0,0-3-296,0-1 1,4-2-1,2-2 1,-1-1-1275,1-2 0,3-3 0,0-7-1023,6-2 1871,-2-2 0,10-6 0,-5 0 0</inkml:trace>
  <inkml:trace contextRef="#ctx0" brushRef="#br0">5589 4527 7849,'-18'8'0,"2"-1"0,4 1 0,4 4 1705,4 0 1,11-6-1,7-2 1,11-2-589,8-2 1,6 0 0,11-2 0,4 0-1179,3-2 0,-3-5 1,6 2-1,-1-1-392,-2 0 0,-6 6 0,-3-2 0,-7 3 775,-10 1-322,-10 5 0,-4 1 0,-5 6 0</inkml:trace>
  <inkml:trace contextRef="#ctx0" brushRef="#br0">5554 4951 7855,'-11'8'0,"2"-1"666,1-2 0,5 0 0,1-2 1,4 1 1033,6-2 1,9-2 0,7-4 0,6-2-1154,4-1 1,-1-3 0,1 2-1,3-1-1206,-1 1 1,2-3 0,0 3 0,2-1-2617,-2 1 1,-3-1 3274,-4 5 0,4-5 0,-5 3 0</inkml:trace>
  <inkml:trace contextRef="#ctx0" brushRef="#br0">5837 5045 6738,'-12'0'980,"0"0"0,0 0 0,0 0 4001,1 0-4614,4 0 0,3 0 0,8 0 0,4 0-144,2 0 1,2 0 0,1 0-1,2 0-204,0 0 1,3 0 0,-4 0 0,3 0-116,1 0 1,-3 0 0,-1 2 0,-2 0 36,0 2 0,-7 5 0,5-1 188,-3 3 1,-3-3-1,-4 0 1,-1 2-101,-3 4 1,-7-1 0,-5 3-1,1-1-27,-2 0 0,-2-2 1,-3 3-1,1-3 96,1-1 0,9-4 1,-2 0-1,1 0-278,3-2 1,5 1-10,0-3 1,9-3 0,5 3 0,5-4-264,-1-4 1,5 1-1,-1-3 1,2-1-651,-1 1 0,1-2 0,4-4 1102,-1 0 0,6-5 0,1-1 0</inkml:trace>
  <inkml:trace contextRef="#ctx0" brushRef="#br0">6509 4444 8749,'-12'-6'0,"0"2"1824,0 2 0,5 2 328,-1 0 0,6 0-1861,2 0 0,6 0 0,5 0 0,3 0-115,1 0 1,0 0 0,3 0 0,-1 0-131,-3 0 0,1 0 0,1 0-428,3 0 1,-2 0-1,-1 0-161,-3 0 1,-5 0 0,0 0 238,1 0 0,-4 2 192,-1 2 0,-4-2-113,-4 6 0,-2 0 1,-6 5 27,0 3 1,0-2 0,2 5-1,1-1 92,1 0 1,1 3-1,-1 5 1,4 3 344,3 1 1,1 2 0,0 3 0,0 2-212,0 2 0,5 0 1,2 6-1,1 1 434,0-2 1,-2 1-1,2-1 1,-4-3-393,-3-6 1,-1-7-1,0-1 1,-1-2-390,-3-1 0,-3-6 1,-4-3-1,-2-5-229,-3-2 0,-2-4 1,-5 2-1,2 0 61,2-4 1,-1 0 0,-2-2 0,2 0-247,4 0 0,7 0 0,3 1-21,0 3 1,4-3 0,7 3 752,7-3 0,5-6 0,6-1 0</inkml:trace>
  <inkml:trace contextRef="#ctx0" brushRef="#br0">7039 5210 7784,'-11'17'573,"-1"-3"0,0 3 0,0 0 599,0 2 0,1 0 0,0 0 0,2 1-863,1-2 1,2 3-1,-2-4 1,4 0-1482,2 0 1,-1-5 1171,-1-4 0,0-5 0,4 2 0</inkml:trace>
  <inkml:trace contextRef="#ctx0" brushRef="#br0">7983 4656 7784,'-12'0'1057,"0"0"0,0 0-113,1 0 0,3 0 1,1 2-1,1 3-795,-1 7 0,4 1 0,1 6 0,4 4-197,6 3 1,3-1-1,1 2 1,1-2-64,2-1 0,0-5 1,3-2 73,-1-3 0,4-1 1,-1-9-1,2-3 1,2-5-65,-1-8 0,2-2 1,0-8-1,1-5-29,0-1 1,-2-4-1,5-2 1,-3 3 117,-4 3 0,-6 7 0,0 3 194,-3 1 1,-8 8-1,-6 10 178,-10 9 1,-2 13-1,-6 8 1,-4 4 127,-3 5 0,0 4 1,-4 9-1,0 4-409,14-26 0,2-1 1,-13 23-1,1 5 0,4-4-367,2-5 1,7-7 0,1-8-921,7-9 1,10-12 0,6-10 0,4-7 193,4-8 1,2-6-1,5-10 1,2-3 1013,-2-3 0,4-7 0,0-1 0</inkml:trace>
  <inkml:trace contextRef="#ctx0" brushRef="#br0">8620 4680 8184,'-12'5'1004,"-1"2"-431,-3 5 1,4-1 0,2 1 546,8 0 1,13-6 0,8-2-1,5-2-1198,4-2 0,2-4 0,5-1 0,2-2-813,2-2 0,-2-2 0,2 1-390,-2 2 0,-3-1 1281,-3 5 0,3-5 0,-4 2 0</inkml:trace>
  <inkml:trace contextRef="#ctx0" brushRef="#br0">8726 4869 7846,'-30'18'491,"-5"-1"0,15-1 0,-1-1 0,5-2 1344,5-3 0,9 0 0,2-3-1507,6-1 0,6-1 1,4-5-1,5 0-677,5 0 1,0-1 0,6-3 0,0-4-1300,2-2 0,6-3 0,-1-3 1648,-1-4 0,9-2 0,2-1 0</inkml:trace>
  <inkml:trace contextRef="#ctx0" brushRef="#br0">9457 4480 7781,'-32'4'779,"1"-1"0,3 7 1,-2-3 169,1 4 0,3 1 1,5 0-1,4-1 1,3 2-461,3 3 0,3-3 0,1 3 0,3-2-1041,2 2 0,2-2 1,0 5-1,2-2 503,2-3 0,0 5 0,6-1-942,3 0 1,3 1 0,-2-5 0,3 2 0,0-2 938,0-1 0,-1-1 0,-4 1 656,0 3 1,-2-3-1,-2 3 1,-4-3-77,-3-1 1,-6-6 0,-3-1-1,-2-1-549,-2 0 1,-1 0 0,-2-4 0,-2 0-439,-1 0 1,2-1 0,-2-2 0,0-2-963,-1-2 0,5 0 0,-1-5 1421,6 0 0,-1-5 0,3-1 0</inkml:trace>
  <inkml:trace contextRef="#ctx0" brushRef="#br0">9622 4692 6343,'0'27'0,"0"1"0,-4-6 0,0 6 0,1-4 525,2 0 1,-3-6 0,0-2 0,2-3-323,0-1 0,4-5-1558,2-4 1355,-3-6 0,9-15 0,-3-6 0</inkml:trace>
  <inkml:trace contextRef="#ctx0" brushRef="#br0">9693 4303 7822,'-12'0'1539,"1"1"1,2 3-535,1 4 0,2 2 0,-2 2 0,4 1-898,3 3 1,1 2 0,0 5-1,1-1-936,3 1 1,2-4-1,6 6 829,0-3 0,5 3 0,1-7 0</inkml:trace>
  <inkml:trace contextRef="#ctx0" brushRef="#br0">9952 4633 7822,'-12'19'474,"0"1"0,1 0 0,0 3 0,2 1 306,1 0 0,2-1 1,-4-1-1,4-1-125,1-1 0,-3-6 0,4 2 213,1-3 0,2-8-628,1-5 0,5-6 0,2-9 0,1-2-453,-1-1 0,5-2 0,4-2 0,-2 0-312,-1-2 1,1 7 0,0-5 0,2 2-182,-2 2 1,1 4 0,-1-2 414,2 3 0,-1 5 0,-4 3 296,-3 3 1,-3 10 0,-5 12 0,0 2-304,0 2 1,1 3 0,2 1 0,1-2-986,-2-1 1,1-5 1282,1-1 0,3-4 0,4 2 0</inkml:trace>
  <inkml:trace contextRef="#ctx0" brushRef="#br0">10377 4739 7822,'6'-8'-1110,"-1"2"2172,1 0 0,-5-3 0,4 1 0,-1-2-415,0-2 1,4-1 0,-4-2 0,0-2 432,1-1 0,2-2 1,3-3-1,-1-1-808,-1 1 1,0 3 0,4 2 0,-1 2-223,1 6 1,0-1-1,0 7 77,0 2 1,-2 5 0,-1 7 0,-1 4-143,1 6 0,-2 2 0,1 3-359,1 2 1,0 0 0,2 3 0,-1-2-1,3-1-355,0-2 1,0-3 0,-1-1 307,0-2 0,4-4 1,-1-1-1,0-5 1,-2-5-479,-1-2 1,-1-2 898,1 0 0,-5-6 0,-2 0 0</inkml:trace>
  <inkml:trace contextRef="#ctx0" brushRef="#br0">10483 4951 8857,'0'-12'836,"0"1"1,0-1-1,1-1 1,4-4-1,8-6 608,10-3 1,7-9 0,9-2-1256,4-5 1,3-6-1,1 5 1,-2-1 0,-5 4-4643,-4 4 4453,-3 9 0,-3-7 0,-1 4 0</inkml:trace>
  <inkml:trace contextRef="#ctx0" brushRef="#br0">11910 4126 7836,'-8'20'0,"0"-2"0,-1 2 817,-2 2 1,-1 1 0,1 11 343,-1 3 0,0 14 1,-1 2-1,-2 0 1,0 2-451,0-1 1,2-8 0,3-2-35,2-6 1,-1-10-421,5-12 1,1-10 0,6-6 0,2-8-361,2-6 0,0-1 0,7-4 0,0-3-514,2-5 0,5 1 0,-2-4 102,4 1 0,0-2 1,1 3-1,-1 2 0,1 1 137,-1 2 1,-4 4 0,-3 4 0,-3 3 387,-2 4 1,0 5 0,-3 11 73,-4 8 1,-3 5 0,-1 4 0,-1 2-416,-3 5 0,2-2 1,-1 1-1,1 1-765,2-2 0,0-1 1,2-7-1,1-2 1096,5-5 0,8-2 0,2-1 0</inkml:trace>
  <inkml:trace contextRef="#ctx0" brushRef="#br0">12476 4456 7836,'-12'-5'394,"0"3"0,0-1 753,0 1 0,1 2 1,-3 2-1,0 1 1,-3 7-88,-1 4 0,2 0 1,-2 6-1,1 0-893,2-2 1,2 4-1,3-2 1,0 1 8,3-1 1,4-3 0,-1-6 0,4 0-373,4-3 0,4-3 0,6-6 0,3-3-546,2-4 1,0-7 0,5-2 201,-1-1 1,5-5 0,-1-5 0,-2 2-1,-2 1 189,-4 1 0,-4 5 0,0 0 0,-2 2 782,-1 3 162,-5 1 0,-8 8 1,-10 5-1,-3 7-466,-1 8 0,1 5 0,-1 7 0,0 3-409,0 0 1,2 3 0,1-4-1,2 0 158,2-1 0,3 0 0,5-6 0,1-2-4448,3-4 4572,3-9 0,15-1 0,3-6 0</inkml:trace>
  <inkml:trace contextRef="#ctx0" brushRef="#br0">12900 4421 7751,'-5'-7'0,"2"-2"0,-5 5 936,-1 1 1,3 2-1,-1 2 1,2 3 0,1 4 173,-1 3 1,3 2 0,-2 2 0,3 5-984,1 2 0,0 2 1,0 1-1,0 1 6,0 2 0,0 0 0,0-1 0,0 0 36,0-1 1,-4-2-1,0-3 1,0-3-160,-1-1 1,-1-2 0,-6-6-1,0-3-507,0 0 1,-1-3-1,-1-3 1,-2-1-2370,1-3 1,2-6 2865,2-6 0,-6-10 0,-2 1 0</inkml:trace>
  <inkml:trace contextRef="#ctx0" brushRef="#br0">13832 4362 7736,'0'-12'0,"0"0"0,-2 0 860,-2 1 1,2 4-1,-6 3 1,-1 3 238,-2 1 0,-2 1 0,-1 3 1,-3 5-625,-2 6 1,0 0 0,-5 8 0,1 1-597,-1 1 1,0 5 0,2 1 0,2 0-249,5 0 0,2-4 0,2-1 0,3-4 180,4-2 1,4-6-1,4 2 1,5-4-357,6-4 1,-1-5 0,6-6 584,1-5 0,4-7 0,1-2 0,-2-1 1,0-3 133,1-1 0,-6-2 0,4 2 0,-2 1 119,-2 1 1,-1 5-1,-4-4 50,2 2 1,-7 7-322,-9 6 1,-5 8 0,-5 5 0,-1 5-482,-1 6 0,7 2 0,-7 2 0,2-1-540,-1 1 0,5-4 0,0-1 1,3 1-652,-1-2 1,0-1 1649,4-5 0,5 0 0,1 0 0</inkml:trace>
  <inkml:trace contextRef="#ctx0" brushRef="#br0">14103 4527 7782,'-8'0'1139,"1"1"106,2 3 1,-3-1-1,3 4 1,0 3-132,0 0 1,1 2 0,4 0-1305,0-1 0,0-3-203,0 0 1,5-5 261,3 1 0,2-8 0,2-4 0,0-4 0,1-2 15,3-2 0,-3 0 1,2 3 218,-1-3 0,1 3 0,2-2 0,0 2 0,0 2-212,-2 3 1,2-1 0,-1 5 0,-2 2-11,-1 0 0,-2 7 0,-4 5 0,-3 4 30,-2 6 0,-2 2 0,-2 2 0,0-1-684,-2 1 0,-4-1 0,3 0 1,-2-4 772,-2-3 0,-1-3 0,-2-1 0</inkml:trace>
  <inkml:trace contextRef="#ctx0" brushRef="#br0">1898 6212 7756,'-10'20'232,"2"0"1,-3-3 0,3 5 0,-2 3 390,-2 0 1,4 1 0,2 0 0,0 3-535,4 1 0,-3-8 1,1 1-965,1-5 0,3-7 875,4-8 0,8-6 0,6-4 0</inkml:trace>
  <inkml:trace contextRef="#ctx0" brushRef="#br0">2028 5847 8377,'-12'8'714,"0"0"0,0 0 1,1 3-1,0 1 1,2 0-259,1 0 1,4 0-1,-2-1 1,0 2-730,4 3 1,6-3 0,4 3-1,2-3 273,2-1 0,5 5 0,1 1 0</inkml:trace>
  <inkml:trace contextRef="#ctx0" brushRef="#br0">2264 6212 8954,'-19'17'440,"4"3"1,-2 1 0,0 0 0,-1-1 0,1 2 568,3 4 0,1-4 0,1 3 0,2-1 76,2-3 1,-1-5 0,5-1-1023,1-2 0,3-6 1,4-4-211,4-6 1,2-5 0,2-8 0,0-3-126,0-4 0,3 0 1,2-1-46,2 1 1,-1-5 0,3 1 0,-3 1 0,1 1-182,-1 1 1,1 4 0,1 1 0,-1 0 89,-2 5 0,0 0 0,-3 11 374,2 4 0,-6 7 1,-6 10-1,-2 7 19,-2 4 1,0 3 0,0 2 0,-2-2-307,-2 0 1,3-5-1,-3 2 1,3-3-964,1-3 0,0-8 1284,0 1 0,0-3 0,0-1 0</inkml:trace>
  <inkml:trace contextRef="#ctx0" brushRef="#br0">2712 6106 7732,'6'13'637,"-2"3"1,-2-3 0,-2 3 0,0-2 354,0 2 1,0-1 0,0 4 0,0 1-711,0-2 1,0 3 0,0-4-501,0 1 1,1-4 0,3-1 0,4-5 165,2-3 0,2-3 1,0-6-1,0-5 314,-1-5 0,2-6 0,2-6 1,1-1-162,-2 0 1,-5 1-1,-1 0 1,0-2-558,-2 2 1,5 0 0,-5 1 0,2 2-1664,0 4 1,-1 5 2118,1 2 0,2 0 0,-3 0 0</inkml:trace>
  <inkml:trace contextRef="#ctx0" brushRef="#br0">3030 6260 7643,'12'0'-98,"0"-6"1,0 0 429,-1-1 1,0-7-1,-2 1 1,-1-4-1,2-4 1270,5-1 0,-2-2 0,3 0-1427,-3 1 1,-3 1 0,-1 1 0,-2 1 0,-2 0 12,-2 2 1,-2 5-230,-1 5 0,0 11 0,-1 2 1,-2 8-224,-1 7 1,-4 3 0,4 3 0,2 4 9,0 5 1,2-7 0,0 6 0,2-2 91,2-2 1,1 0 0,4 2 205,-1-5 0,-2-3 1,4-5-1,-2-3 1,1-4 353,1-4 0,-2-3 0,-1-6 0,-1-5-34,1-5 0,1-6 0,2-8 0,-1-3-320,-1-3 1,0-3 0,4-2 0,0 1-117,-1 0 0,1 3 1,-1 3-1,-2 3-346,-1 4 0,-1 6 0,5 2-159,0 5 0,-4 3 0,0 8 0,0 2-634,-2 3 1,5 5 0,-3 4-1008,2 4 2218,2-9 0,5 10 0,1-8 0</inkml:trace>
  <inkml:trace contextRef="#ctx0" brushRef="#br0">3820 6000 9347,'-12'11'2753,"2"-2"0,1-1-2165,1 1 1,0 1-1,-4 4 1,0 0-561,1 2 1,0 5-1,2-3 1,2 2-145,2-1 1,0 1-1,2 2 1,-1-1-65,2-1 0,0-5 0,2 5 45,0 1 0,0-8 0,0-1 115,0-2 0,-1-4-93,-3-2 0,2-3 0,-5-2-228,2-3 0,1 1 232,4-5 1,5 6-1,4-4 82,6 1 0,-2 2 0,4-3 115,0 1 0,-3-4 0,6 1 0,1-3 0,3-2 108,3-3 1,-1-1-1,4-4 1,-1 2-75,-3-2 1,-1-1-1,-2-2 1,-2 0-27,-2 1 0,-6 4 0,-1 2 0,-7 2 283,-3-1 1,-2 4 0,-2 6 0,-2 0 70,-3 4 1,-4 0 0,-1 4 0,0 2-257,1 4 0,-5 6 0,0 3 0,2 1-128,1 3 1,1 2 0,1 0 0,2 1-563,1-1 1,4 5-1,-2-1 1,1 1-275,2 1 1,3-4-1,4 1 1,4-4-723,2-2 0,3-6 1,3 0-1,4-3 1492,2-3 0,7-6 0,1 4 0</inkml:trace>
  <inkml:trace contextRef="#ctx0" brushRef="#br0">4504 6342 7720,'-18'7'1784,"2"-3"1,3 1 0,1 0 2742,0 2-8311,6-5 3784,6 4 0,12-12 0,6 0 0</inkml:trace>
  <inkml:trace contextRef="#ctx0" brushRef="#br0">2830 7332 7759,'-2'8'2583,"-2"0"0,2-1-199,-6 0-2057,5 4 0,-2-11 1,6 0-115,3-7 1,3-3 0,5-3 0,-1-3 0,1-4 41,0-2 1,1-1-1,2-1 1,0 0-52,0 1 0,-1-1 0,1 1 0,0-1-102,0 1 0,0 4 0,-2 4 0,-2 3-112,-1 4 0,1 3 0,1 5 0,0 1-179,-1 3 0,-3 5 0,0 9 0,1 7 66,2 4 0,-1 6 0,-1 6 0,-1 1-63,1 3 1,2-4 0,1 1-1,-1-2-53,1-6 0,0 0 0,0-8 0,0-4 32,-1-5 1,1-5 0,0-4 0,0-4-300,0-3 1,-1-1 0,1-1-1,0-2-360,0-1 1,-4-5 0,-1 1-1,3-4-904,0-3 1770,-3 2 0,3-10 0,-3 5 0</inkml:trace>
  <inkml:trace contextRef="#ctx0" brushRef="#br0">2959 7721 7714,'0'-13'2471,"3"-2"1,5-8-1812,8-7 0,12-10 1,-9 12-1,2-2 1,3-4-1,3-1-597,3-5 1,0 1 0,0 0 0,0-1 0,1 0-1,0 0 1,-3 5 0,0 1-462,-1 3 1,-3 2 0,10-13 0,-7 5 0,-8 10-1132,-4 8 1,-6 5-1050,-1 2 2578,-6 6 0,4 11 0,-6 8 0</inkml:trace>
  <inkml:trace contextRef="#ctx0" brushRef="#br0">3749 7085 8410,'-11'0'2023,"-1"0"1,0 0-564,0 0 1,6 1-1227,2 3 0,8-1 0,4 3 0,2-1-215,2-2 1,5-2 0,1 1 0,3 0-541,3 2 0,-3 0 1,6-4-1,-2 0-355,-1 0 0,-5 0 0,0-1 0,-1-2 51,0-1 0,-3 0 1,-1 3-1,-3-2 825,-3 0 0,-1-1 0,5 4 0</inkml:trace>
  <inkml:trace contextRef="#ctx0" brushRef="#br0">3761 7262 8612,'-15'11'1565,"-1"1"1,1-4-467,8 0 1,3-5 0,8 0-805,3-1 1,4-2-1,2 0 1,3 0-172,3 0 0,4-4 1,-1-1-1,0-1-1285,2 1 1,-3-3 0,6 4 1160,-2 2 0,-1-5 0,-1 1 0</inkml:trace>
  <inkml:trace contextRef="#ctx0" brushRef="#br0">4775 6908 7367,'-1'-8'1522,"-3"0"0,1 2 0,-3-3 404,1 1 1,-4 5-1,-1-1-1467,-4 3 1,0 1 0,-5 1 0,1 3-311,-1 4 0,-4 2 1,-5 2-1,2 1-202,1 3 0,0 2 0,1 5 0,-1-2-310,2-2 0,9-3 0,1 4 0,5-1-452,3 0 0,2 2 0,8-6 0,6 0 376,3-2 0,7-1 0,-1-1 0,2 0 633,2-3 0,-1 2 0,0-2 0,-2 2 281,-2 2 1,-4-4 0,0 0 0,-3 1 252,-4 2 0,-3-4 1,-5 1-283,0 2 0,-6 0 0,-6 0 0,-6 0-407,-5-2 1,0-5-1,-2 5 1,-3 0-665,-3-1 1,2 2-1,1-4 1,4 0-1418,0 1 0,6-1 1079,2-1 0,11-3 1,9 3-1827,10-3 2789,7-1 0,8-10 0,1-3 0</inkml:trace>
  <inkml:trace contextRef="#ctx0" brushRef="#br0">4952 7038 7739,'-12'18'629,"2"-2"0,1-2 152,1 2 1,4 2 0,-3 6 0,1 1-535,-1 2 0,5-1 1,-2 4-1,1 1-780,-1-1 1,3-8 0,-3 0-482,3-3 1014,1-4 0,5-13 0,1-4 0</inkml:trace>
  <inkml:trace contextRef="#ctx0" brushRef="#br0">5094 6696 7851,'-8'1'1968,"0"2"-748,-1 1 1,2 5 0,1-1 0,0 2-1165,4 2 0,1 0 0,1 0 0,1 1-3727,3 2 3671,-3-2 0,10 10 0,-5-5 0</inkml:trace>
  <inkml:trace contextRef="#ctx0" brushRef="#br0">5188 7144 7784,'0'12'1184,"-1"-1"0,-2 1-539,-1 0 0,0 0 1,4-1-1,0 1-239,0 0 1,-4-4 0,0 0-350,2 1 1,0-3 78,2 2 0,2-6 0,0-2 1,4-7-142,0-3 0,-2-2 1,4-1-1,1-3-184,2-4 0,0-2 0,1 0 0,1 1 138,3 1 0,-3 1 0,4-4 0,-1 4 50,0 3 0,-1 3 1,-3 2 100,0 4 0,-2 3 0,-2 9 0,-4 7 18,-2 6 0,-2 6 0,0 2 0,0 3-654,0 1 0,-4-3 0,0 2 0,1-1-436,2-2 0,1-8 0,1 4 972,3-3 0,3-9 0,4-5 0</inkml:trace>
  <inkml:trace contextRef="#ctx0" brushRef="#br0">5742 6967 7862,'-6'5'1758,"1"2"0,5 5-1244,0-1 0,0 1 0,0 0 0,1 0 6,3-1 1,4 0 0,6-3 0,4-3-426,5 0 1,-5-3 0,8 0-1,0-4 114,-1-6 0,4-7 0,-1-2 1,-2-1 64,-1-3 1,-2-1 0,0-2 0,-2 1 290,-2-1 1,-8 6 0,0 3-76,0 6 0,-7 5 0,-4 11-93,-7 8 1,-8 6 0,-4 13 0,0 6-305,-1 4 1,-5 7-1,10-20 1,0 1-1,-1 2 1,-1 0-199,-1 3 1,1 0 0,1 0 0,0 2-1,-2 1 1,1 0 0,2-2 0,1 1-1264,1-1 0,1 0 1,-6 22-1,4-12 1368,4-8 0,5-7 0,5-10 0</inkml:trace>
  <inkml:trace contextRef="#ctx0" brushRef="#br0">7723 6932 7738,'0'-12'5446,"-1"4"80,-3 0-3992,3 0 0,-3 2-1174,8 2 1,2 2-1,7 2 1,4 0-237,7 0 0,1 0 1,8 0-1,3 0-487,6 0 0,2 0 0,0 0 0,2 0-853,-1 0 1,-5 2-1,1 0 210,-5 2 0,5 0 0,-9-4 1,-2 0-1,-2-1-23,0-3 1,-4 1-1,-6-3 1,-1-1-196,-3 1 0,-2 2 1224,-4-4 0,-3 0 0,-5-4 0</inkml:trace>
  <inkml:trace contextRef="#ctx0" brushRef="#br0">7936 6943 7745,'-12'0'0,"-1"0"937,-3 0 1,6 0 0,-5 2 1437,1 2 1,-1-2-1,3 6-1108,1 1 1,4-2-1,3 1-522,3 1 0,2 0 0,3 0 1,5-2-65,6-2 0,3-1 0,7-4 0,2 0-311,5 0 0,2 0 0,1 0 0,2-1-370,2-3 0,-1 1 0,4-4 0,0 2-406,0 3 0,-3-4 1,2 2-1,-3 2-935,-4 1 1,-6 1 0,-1 1 0,-2 1-91,-1 2 1,-5 2-1,0-4 1,-2 2-426,-3-1 0,-1-1 1,-1 1-589,0 1 2444,-6 0 0,0-4 0,-6 0 0</inkml:trace>
  <inkml:trace contextRef="#ctx0" brushRef="#br0">8407 6590 7757,'-17'0'0,"-1"0"2469,0 0 1,3 1-161,3 3 0,8-1 1,-3 4-1091,4 3 1,10-4 0,4 2 0,8 1-543,3 2 1,3 0 0,2 1 0,6 0-437,5 0 1,4 0 0,4-1 0,0 0-530,1-3 1,-5 2 0,6-3-1,-1 1-234,-2-1 1,-10-3-1,-1 3 1,-3-1 242,-5 1 0,-7 1 0,-4 4 0,-6 1 454,-5 2 0,-8 0 1,-4 5-1,-4 2 150,-3 4 0,0-1 0,-4 2 0,-4 0-418,-3 0 0,-4 2 0,-4 2 1,1-2-1211,2 0 0,2-4 0,-4 2 1,-2-2 592,-2-1 0,12-10 0,-1-3-2959,6-5 3669,5-2 0,3-4 0,0 0 0</inkml:trace>
  <inkml:trace contextRef="#ctx0" brushRef="#br0">7888 6625 7788,'0'7'8564,"0"-1"-6289,0-2 356,-5-3 1,4 6-1085,-3-3 1,-1-2-1211,1 6 0,-4-4 0,3 3 0,-2-1 1,-2 0-338,-2-1 0,0 4 0,-1-1 0,-1 2 0,-3 2 0,-2 1 0,-7 2 0,-3 0 0,-1 6 0,-5-1 0,2 2 0,-4 3-429,0 3 1,2-3 0,-4 3-1,5 0 229,5-1 0,5 1 0,3-5 0,6 0-15,4-4 0,5-2 0,5-5 1,2-1 628,1-3 0,5 2 0,8-3 0,4 0-50,2 1 0,7-5 1,2 1-1,5-2-1153,3 2 1,-1-2 0,3 2 0,-2-2-1966,-1 2 0,-3-3 2754,8 3 0,-5 3 0,3-1 0</inkml:trace>
  <inkml:trace contextRef="#ctx0" brushRef="#br0">10341 6590 7813,'-6'-6'9830,"-1"5"-9122,3-3 1,3 4 0,-3 4 0,3 5-297,1 6 1,5 3-1,1 6 1,2 1-408,0 2 1,0-2-1,4 2 1,0 0-800,-1 0 1,1-6 0,0 1 0,0-2-334,0-2 1,-1-3 0,2-1-1,2-3 157,1-4 1,-1-4-1,-3 0 1,0-6 512,0-5 0,3-5 0,2-5 0,0-7-345,0-4 1,1 2 0,-4-4 1003,2 3 1,-1-4 0,-3 5 0,-1 2-1,-2 4 1872,-1 5 0,-6 3-608,2 1 1,-2 7-328,-2 5 1,0 9 0,0 8 0,0 3-267,0 5 1,-2 0 0,0 6 0,-4 3-511,0 4 0,-2 1 0,-5 7 0,-3 3-600,-4-1 1,-2 2 0,0-2 0,1 2 101,1 0 1,6-13 0,-2 1 0,4-7-2565,5-5 0,1-10 1,8-6-2628,2-3 5326,2-3 0,11-15 0,1-2 0</inkml:trace>
  <inkml:trace contextRef="#ctx0" brushRef="#br0">11332 6649 7969,'-12'7'357,"0"1"0,0-1 0,1 2 1020,-1-1 0,0-4 1,0 4-1,0 1 94,1 1 0,-1-2 0,1 0-74,3 1 0,3-2-758,5 1 1,7-6 0,3 2 0,6-2-169,2-2 0,2 0 1,4-2-1,0 0-931,4-2 0,-2-4 1,6 3-1,-1-1-1116,-1 1 0,0 0 1,-3 2-1,1-2-172,2-2 0,-3 4 1,-1-4-1,-5 2-681,-5 2 2429,-9 2 0,9-4 0,-3-2 0</inkml:trace>
  <inkml:trace contextRef="#ctx0" brushRef="#br0">11379 6896 7762,'-17'7'1765,"4"2"0,-2-4 0,5 0 2004,2 1 1,5-1-3062,-1-1 0,8-3 0,6 4 1,3-1-1,4 0-969,1-1 0,2-2 0,5-1 0,1 0-954,1 0 0,5 0 1,-3-1-1,1-2 1215,2-1 0,3-10 0,0 1 0</inkml:trace>
  <inkml:trace contextRef="#ctx0" brushRef="#br0">12381 6554 12873,'-4'-8'3276,"0"1"1,-5 4 0,1-1-2326,-2 3 0,1 1 0,-2 1 0,-3 3-1334,-3 4 1,-3 6 0,-4 3 0,1 2 176,-1 2 0,5-3 0,-1 2 0,0-1-1112,2 0 1,2-1 0,7-4 0,3 2 456,0-2 1,2 0 0,6-3-1,2 1 524,4 0 0,6-4 1,3 0-1,0-1 667,0 0 1,3 3-1,-3-3 1,0 1 246,0 0 1,-2-2-1,-4 3-75,-3-1 1,1 0 0,-5 4-1,-3 0-25,-3 0 0,-5-1 0,-6 1-935,-3 0 1,2-2 0,-6 0 0,1-3 0,-1 1-1015,0-1 1,2 2 0,-3-4 0,3 0-473,1 1 1,5-1 1943,4-1 0,5 2 0,-2 6 0</inkml:trace>
  <inkml:trace contextRef="#ctx0" brushRef="#br0">12570 6767 7731,'-5'20'0,"-3"3"0,-3 2 1230,-1 0 0,5-1 0,0-1-943,2-4 0,1 4 0,4-5 0,0 0-85,0-2 0,1-4-2148,3-4 1,1-8 1945,3-8 0,8-8 0,-3-2 0</inkml:trace>
  <inkml:trace contextRef="#ctx0" brushRef="#br0">12676 6342 7731,'0'-12'3177,"0"1"-1502,0 4 1,-4 4-1712,0 11 0,0 0 0,4 9 0,0 0-913,0 3 0,0-2 1,2 2 948,1 1 0,4 6 0,5 3 0</inkml:trace>
  <inkml:trace contextRef="#ctx0" brushRef="#br0">12806 6755 7754,'0'17'979,"-6"-4"1,5 5 0,-4-3-1,1 2 40,0 1 0,-1-6 1,2 2-1,-1 1-68,2-2 1,0-4 0,1-1 55,-3 1-888,3-4 0,-4-1 0,6-8 1,1-4-1,4-2-124,0-2 1,2-1-1,4-2-158,0 0 0,0-6 0,-1 2 0,1 0 0,0-1-452,0-1 0,1 4 1,1 1 341,2 3 0,0-1 1,-5 1-1,1 4-178,0 2 1,0 3-1,-2 7 438,-2 5 0,-3 1 0,-5 12 0,0 2 0,0 4-329,0-1 1,-1-1 0,-2-2 0,0 1-657,0-1 0,-2-4 1,1-4-1,1-1-2281,2-3 3279,-4 1 0,-2-5 0,-5-2 0</inkml:trace>
  <inkml:trace contextRef="#ctx0" brushRef="#br0">13230 6342 9988,'-12'-5'1885,"5"4"-164,-1-3 1,6 2-763,2 2 0,6 0 0,7 0-1636,2 0 1,-1 0 0,1 0 0,-2 0-758,-1 0 1,0 0-1,0 0-432,0 0 1,-1 2 1865,1 2 0,0 2 0,0 6 0</inkml:trace>
  <inkml:trace contextRef="#ctx0" brushRef="#br0">13572 6106 7739,'4'-7'5070,"1"0"-2192,2 2 0,1 1-2308,4 4 0,-1 6 1,0 5-1,-3 6-710,-4 5 1,-3-1 0,-1 7-1,0-2-374,0 1 1,0-1 0,-1 5 0,-2-3-1710,-1-1 1,-4-6 0,3-3-1,0 0 2223,0 1 0,-5-5 0,4 3 0</inkml:trace>
  <inkml:trace contextRef="#ctx0" brushRef="#br0">13690 6849 7752,'-12'0'614,"1"0"1828,-1 0 0,0 0-704,0 0 1,4 0-884,0 0 0,6-5 1,-1-3-438,6-3 0,-1 4 0,5-1 1,0-3-251,-1-3 1,6 1 0,4-3-1,-1 2-277,2-2 0,-2 3 0,3-3 0,0 3 27,1 1 1,-3 4 0,2 2-1,-1 1-24,-3 2 1,-1 2-1,-1 2 1,0 3-46,0 4 1,0 7 0,-2 5 0,-1 4-51,-1 3 1,0-2-1,4 4 1,0-2-210,-1 1 1,-3-1 0,0-4-1,1-2-451,2-2 1,0-4-1,1 0-91,0-1 0,-4-8 1,0-2-1,1-4 200,1-4 1,-2-2 0,-1-6 751,-2 0 0,4 0 0,-2 0 0</inkml:trace>
  <inkml:trace contextRef="#ctx0" brushRef="#br0">13761 7061 7752,'-5'-12'1269,"3"1"1,0-2 0,4-3-24,6-4 1,11-5-1,7-5 1,9-8-890,6-6 1,7-2 0,-21 20 0,0-1 0,0 2 0,1-1-507,0 1 1,-1 1 0,20-13 0,0-1 0,-2 6 148,-5 6 0,-9 1 0,3 2 0</inkml:trace>
  <inkml:trace contextRef="#ctx0" brushRef="#br0">14645 6696 7752,'-12'0'0,"1"0"2268,-1 0 1,4 0-924,0 0 1,7 0-1300,1 0 1,6 0 0,10 0-1,2 0 1,3 0-331,3 0 0,-3 0 0,7 0 0,-4 0-483,0 0 0,0 0 0,-1 0 0,-1 0 767,-2 0 0,2 0 0,-3 0 0</inkml:trace>
  <inkml:trace contextRef="#ctx0" brushRef="#br0">14681 6873 7752,'-11'6'298,"7"3"1,-6-3 0,2-1 2583,1 0 1,5 0-2221,-2-1 0,9-2 0,7 1-491,6-1 0,4-2 0,2-2 0,0 0 1,2-3-913,5-2 0,-3 4 741,7 0 0,3-4 0,4 0 0</inkml:trace>
  <inkml:trace contextRef="#ctx0" brushRef="#br0">15612 6601 8791,'-12'0'342,"1"-1"0,-1-1 1,0-2-1,0 1 1296,0 2 1,1 1 0,-1 0 0,0 1-809,0 3 0,1 2 1,-1 6-1,-1 1-509,-3 3 0,3 2 1,-4 6-1,1 1-594,0 2 0,1 0 0,3 3 0,1-1-191,3-3 1,3-1 0,5-3 0,2-1-26,1-2 1,4-8 0,6-1-1,2-3 188,0-4 0,6-3 0,-1-6 1,2-4 376,2-5 0,-1-7 1,0 0-1,-2-4 70,-2 0 0,-4 1 0,0 1 0,-2 2 125,-1 2 0,-4-1 0,-1 6 0,-2 0 210,-3 2 0,-2 3-326,-3 2 0,0 2 0,-5 8 0,0 3-451,2 7 1,-5 5 0,5 6 0,-2 1-198,0 0 0,1 0 0,-1 3 0,3 0-154,0-1 1,4-1 0,-3-3 0,2-1 158,2-1 0,4-4 0,2 1 0,0-3-891,3-3 1,3-3 1378,4-1 0,2 4 0,6-5 0</inkml:trace>
  <inkml:trace contextRef="#ctx0" brushRef="#br0">15848 7002 7746,'-6'-1'1060,"2"-3"1,-2 1 0,2-4-509,2-3 0,0-1 0,2-4 1,0-2-57,0-1 0,6-6 1,2-3-1,2-1-406,2-1 0,4 5 1,1-4-1,0 3-88,0 2 0,2 4 0,-3 4 0,-2 1-99,0 3 1,-3 4-1,1 4-1027,0 6 0,-4 4 0,0 4 0,1 1 1124,1 0 0,2 5 0,0 1 0</inkml:trace>
  <inkml:trace contextRef="#ctx0" brushRef="#br0">16402 6660 8670,'7'-7'4531,"-3"-1"1,-2 4-801,2-4-3052,-2 5 1,2-1-1,-10 10-488,-5 5 1,-1 2 0,-4 6-1,2-1-609,-2 1 0,1 1 0,-4 7 0,-2 1 21,-1 3 1,3-4 0,4 3-1,1 0-509,3 0 1,3-3-1,3 0 157,3-2 1,6-12 0,11-5-1,2-5-50,1-3 0,2 0 0,2-2 1,0-2-1227,2-3 1,-7-4 2024,6-1 0,-2 1 0,3-1 0</inkml:trace>
  <inkml:trace contextRef="#ctx0" brushRef="#br0">16839 6625 8875,'-11'-8'3276,"3"0"1,-2 6 0,2-2-2328,-3 2 1,0 4 0,0 2 0,2 5-1653,1 5 0,0 1 0,-4 3 1,1 0-393,-1 1 0,4-4 1,1 4 238,2-2 1,-3 2-1,4-2 1,2 1-1,0-1 573,2-3 0,0 0 0,2 1 696,2 0 1,-3 1-1,3-4 240,-3 0 1,-1-4-156,0-1 1,-5-4 0,-3 2 0,-2-1-656,-2 0 1,0 0 0,0-4-1,1 0-1188,-1 0 0,0-4-133,0 0 1,6-1 1477,2 1 0,13-2 0,4-6 0</inkml:trace>
  <inkml:trace contextRef="#ctx0" brushRef="#br0">17039 6731 7761,'-12'20'733,"0"-1"1,1 2 312,-1 2 0,0 0 1,2 1-1,0-1-550,3 1 0,3-6 1,-3-2-1,2-3-1443,2-1 635,2-6 0,2-2 0,2-9 0,2-7 1,2-6-798,2-4 0,-3-6 1,2-1-1,0-2 1109,-1-6 0,3 2 0,-3-6 0</inkml:trace>
  <inkml:trace contextRef="#ctx0" brushRef="#br0">17086 6366 8966,'-6'5'1546,"0"2"0,6 6-1906,0 2 1,0-2 0,0 3 0,0-1-950,0 0 1,0 0 1308,0 4 0,6-4 0,0 2 0</inkml:trace>
  <inkml:trace contextRef="#ctx0" brushRef="#br0">17216 6708 7761,'0'11'1409,"0"1"0,0 0 0,0 0 0,0 0 0,0-1-154,0 1 1,0-4-1,0 0-695,0 1 1,0 1 0,0 2 0,-1-1-75,-3-3 0,2-2-392,-2-2 1,3-4 0,2 1-1,2-6 1,2-4-692,2-4 0,-2-3 1,4 2-48,0-2 1,8-4-1,-5 3 1,1 0-1,0 0-179,-1 3 1,0 1 0,0 2 580,0 3 1,-1 3-1,1 7 1,-1 1 76,-3 5 0,-3 8 1,-5 4-221,0 2 1,0 5 0,0 2-1,0 0 1,0 0-809,0-3 0,0-1 0,0-3 1193,0-2 0,-5 2 0,-2-3 0</inkml:trace>
  <inkml:trace contextRef="#ctx0" brushRef="#br0">17688 6767 7761,'-8'-8'4180,"1"0"-2888,2-1 0,1-2 1,4-1-734,0 1 1,5-1 0,3-1 0,3-2-1,0-2 317,1-1 0,0 2 1,0-2-1,0 1-747,-1 2 1,1 2 0,0 3 0,0 1-177,0 1 1,-1 5-85,1-1 1,0 4 0,0 6 0,-1 4 0,1 6-234,0 2 1,-3-2 0,0 3-170,1 2 1,5 2 0,-4 2 0,1-1 0,2 1-631,-1-2 1,0-6-1,-1 1 1,0 0-376,0 1 1,-1-9 0,0 2-736,-3-2 2273,2-4 0,-8-1 0,3-5 0</inkml:trace>
  <inkml:trace contextRef="#ctx0" brushRef="#br0">17864 6920 7749,'0'-12'1254,"0"0"0,0-1 0,2-3 0,3-3 290,7-4 0,6-7 1,11-4-1,6-5-1527,7-3 1,9 0 0,-23 20 0,-1 1 0,2 1 0,0 1-566,1 0 0,-1 1 396,14-7 1,2-2 0,-15 8 0</inkml:trace>
  <inkml:trace contextRef="#ctx0" brushRef="#br1">17888 5541 7986,'-12'0'124,"0"0"1,5-4 72,-1 0 0,5-2 0,-1 3-278,3-5 0,6 1 0,3 1-69,2 0 1,-2-2 0,0 5-1,0-1 207,-1-2-57,3 5 0,2-9 0,6 3 0</inkml:trace>
  <inkml:trace contextRef="#ctx0" brushRef="#br1">18124 5317 7948,'-8'-4'29,"2"-2"93,0 0 0,-2 2 0,4-4-169,2-1 1,2 2 0,4 1 0,4-1 90,2 1-44,7-2 0,1-4 0,6 0 0</inkml:trace>
  <inkml:trace contextRef="#ctx0" brushRef="#br1">18513 4963 7800,'-5'-12'52,"-3"0"0,1 4 0,1 1-33,1-3 1,1 0-1,5-2 1,3 0-222,4 1 0,6-1 0,3 0 0,2 0-284,2 0 486,-4 1 0,10-6 0,-2-2 0</inkml:trace>
  <inkml:trace contextRef="#ctx0" brushRef="#br1">18879 4586 7907,'-2'-11'148,"0"2"1,-4 2 288,0 2 0,3-4-307,-1 1 1,3-2-179,1-2 1,1 1 0,3 2 0,4 1-191,3-1 1,2 3 0,1-1-1,2 1-65,-2-1 1,3 1 0,-1-4-1,-2 2 82,0-1 0,-1 3 1,1-2-1,2 0 221,-2 2 0,-1-5 0,0 3 0,3-2 0,-7-2 0,3 1 0,-1 2 0,-1 1 0,2 1 0,-2-5 0,-1-1 157,-1-3 1,0 3 0,3-3 0,-2 3 156,-1 1 1,-4 4 0,2 1 0,1-3-107,-1 0 1,-3 2-1,2 1 1,-1 1-31,0-1 0,5 1 0,-2-3 1,1 2-385,-1 2 0,1-4 1,4 2-1,0-1-255,0 0 1,1 4 0,1-3 0,2-3-482,-2 0 942,-1-2 0,4-5 0,2-1 0</inkml:trace>
  <inkml:trace contextRef="#ctx0" brushRef="#br1">19739 3749 7907,'-11'-16'746,"-1"3"1,1 1-559,3 3 1,-1 4-1,5-3 1,2-1-293,0-2 1,4 3 0,2 2 0,5-1-566,5 1 1,1-1 0,4-2 668,2 1 0,7-5 0,2-5 0</inkml:trace>
  <inkml:trace contextRef="#ctx0" brushRef="#br1">20081 3360 7907,'-7'-8'1337,"-1"0"-1235,-2-1 1,5 2 0,1-1 0,3-1-133,1-1 1,1 2 0,3 0-1,5-1-450,6-2 0,-1 0 1,6-1-1,2 0 121,4 0 1,-1-1 0,3-1 0,-3-2 358,-2 2 0,1-5 0,-1 1 0</inkml:trace>
  <inkml:trace contextRef="#ctx0" brushRef="#br1">20447 2947 7963,'1'-12'0,"2"1"208,1-1 0,1 0 1,-2 0-273,1 0 0,1 1 0,-1-1 0,4 1-203,2 3 0,2-2 0,0 2 0,-1-2-258,1-2 1,1 4 524,3 0 0,2-5 0,6-5 0</inkml:trace>
  <inkml:trace contextRef="#ctx0" brushRef="#br1">20954 2452 8135,'1'-24'336,"3"1"1,-1 2 0,5 0-1,2-1-51,5 1 1,2 4-1,4-2 1,-2 1-52,2 0 1,2 3 0,0 0 0,1 1-735,-1 3 0,-4 4 0,-4 3 500,-2 3 0,4-4 0,2-2 0</inkml:trace>
  <inkml:trace contextRef="#ctx0" brushRef="#br1">19975 10727 7889,'-5'-6'0,"4"-1"3068,-3 3-2416,2 3 0,4-4-394,2 5 1,-2 0-1,5 1 88,-2 3 0,0-3-173,-1 3 1,-1-2 0,3-1 112,0 3 0,-1-3 77,-1 3 1,-2-3 185,6-1-226,-5 0 0,2 2-388,-5 2 132,0-3 0,-1 4 91,-3-5 0,1-1 1,-3-3-10,1-4 0,1-2 0,4-2 1,0 0 299,0 0 0,0 3-166,0-3 0,5 3-195,3-7 0,-2 3 0,2 3 0,1 1-64,2 1 1,1 5 0,-1-1 0,1 3-160,0 1 1,0 0 0,0 1 0,-2 3 8,-2 4 0,1 3 0,-5 0 487,-1 1 0,-2-4 0,-1 0 74,0 1 0,-4-2 1,-1-1-1,-2-1-112,-2-2 0,2-2 0,0-1 0,-3 0-144,0 0 0,-2 0 1,0-1-27,1-3 1,-1-1-1,0-4-309,0 1 1,4 4 0,2-4 220,1-1 1,1-2 110,4 0 0,1-1 1,3 0-8,4 0 0,2 0 0,2 2 0,0 2-168,0 4 0,-1 3 0,1 1 0,0 0-432,0 0 1,0 0 353,-1 0 1,0 1 0,-2 3 0,-2 4 183,-2 2 0,-1 2 0,-4 0-53,0 0 0,-4 0 0,-1-1 0,-1 1-81,1 0 0,-4-4 0,1-2 0,-2 1-23,-2-1 1,4-2 0,0 3 0,-1-2-99,-2-2 1,0-2 155,-1-1 0,0 0 1,0-1 202,0-3 0,5-1 0,0-5 0,2 3 158,2-3 0,2 0 0,2-2-268,3 0 0,1 1 1,4 0-1,-1 2-297,2 1 1,-4 4 0,2-2-34,1 0 0,2 2 0,0 4 209,1 0 0,0 0 0,-2 2 3,-2 2 1,-2-2 202,-6 6 1,0-4 0,0 4 261,0 1 0,-2-2 0,-2-1-228,-4-1 0,2 1-58,-2-2 1,4-3-76,-4 3 0,6-4-66,-2-4 1,2-3-75,2-4 1,0-1-1,0 0 1,2 0 92,2 0 0,-2 1 1,5-1 5,-2 0 1,3 0-1,-3 0 1,2 1 0,1-1 7,-2 0 0,3 0 0,-3 0-95,0 1 0,-2 0 1,4 2-1,0 1 0,0-1-181,-1-1 0,0 2 0,2 1 0,-2 1 116,-2-1 0,4 3 350,-1-4 1,1 4-54,-1-4 0,1 5 0,-4-4 0,1 0-25,-1 1 1,0 2-286,-1-4 0,3 0 0,3-4 0,-1 1 0,-1-1 77,1 0 1,-2 4 0,-1 0 0,1 1 90,0 0 1,-4-4 0,5 4-16,2-4 0,-4 3 0,2 0-180,1-1 0,-2 4 0,-1 0 102,-1 0 0,5-1 0,-4-3 11,1 1 1,3 2 0,-3-3 0,1 1-1,-1-1 106,3-2 0,-4 3 1,2 0 17,1-1 0,-2 3 0,-1-2 0,1 0 0,-2 0 13,0 0 1,3 4-1,-3-2 1,2-1-48,2 1 1,-2 2-1,1-3-122,1 2 0,1-3 1,1 3-1,-2 0-26,-1-1 1,0-2 0,2 3 0,-1 0 134,-1 0 0,-1-1 0,2 3 0,-1-4-31,1 0 0,-3 1 0,2 2-9,1-4 1,2 2-152,1-2 0,-4 4 142,-1-4 0,1 1 113,4 0 1,-4-3 0,-1 5-41,-2-1 0,0 3-45,-1-1 1,2 3 0,6-1-76,0-2 1,-4 3 0,0-4-1,1 1 95,1 0 1,2-1 0,0 2 0,1-2-33,3-2 1,-3 3-1,1-3 1,-2-1-17,0 1 0,-7-2-1,7 4 1,-2 0-41,1-1 0,-1 1 0,0 2 0,-3 0-16,3 0 1,0-2 0,2-1 81,0 0 0,-4 2 0,-1-3 1,3 1 57,0-1 0,2 3 0,-2-3 1,0-1-32,-3 1 0,1-2 0,4 4 0,0-2-50,0-2 1,-5 2 0,1 1 0,2-1-37,0 1 0,2-1 107,0-1 0,-1-2-45,1 2 0,-4 2 0,0-1 0,1 0-103,2 1 0,0-2 0,1-2 1,0 0 77,0 2 0,0 2 1,-1-3-1,1 2 24,0 2 1,-4-4 0,0 2-30,1 1 1,0-1 0,0 5-1,-1-4-83,1 0 1,-2 3 0,1-1 69,1 3 1,-3-4-1,2-2 1,1-1 0,2 2 22,1 0 1,-1-3 0,1 3 0,0-2 73,0 0 1,0 4 0,-1-4-73,1-1 0,0 0 0,0 0 1,0 2-69,-1 2 0,-3-3 1,0 3-1,1-2-95,2-2 0,-3 3 147,-1-2 0,1 1 0,4-2 0,-1 1 0,-2 0 212,-1 2 1,-4-3 0,2 3-1,1 1-26,-1 0 1,-2-3-1,3 3-188,-2-2 1,3 3 0,-3-2 0,2-1 8,2 1 0,-3 2 0,2-3 0,1 1-128,2-1 0,1 3 0,-1-2 177,1 0 0,0-3 0,0 3 1,-2-2-1,-1 1 34,-1 2 0,0-3 1,3 3-80,-4-2 0,3 3 0,-5-2 0,1-1 0,4 1 0,-1 2 0,0-3 0,-1 2 0,0 0 0,3 1 0,1-1 0,0-5 0,0 4 0,0 1-122,-1 2 0,1-2 0,0 0 0,0-1-5,0 1 0,-5 0 0,1 2 1,1-2 104,2-2 0,-1 4 1,0-4-1,-3 0-62,3 1 1,-4 3 0,2-2 30,1 0 0,2 0 0,-1-5 0,-1 4-57,-1 1 1,-4-3 0,4 2-36,1 0 1,2-2 48,0-4 1,0 4-1,-2 2 1,-2-1 12,-2 1 0,3 2 0,-3-3 0,0 1-44,0-1 1,1 5-1,-4-4 82,2 1 1,2 0-1,-4-4 14,2 1 1,0 4 0,-3-4 93,3-1 0,-2 2 0,3-1-32,0-1 1,-4 3-1,5-1 1,-2 1 52,-1-1 1,5 3-1,-2-4-3,0-1 0,-2 3 0,4-2-74,1-1 0,-2 2-22,0-1 0,-3 4 0,4-2 26,1 0 1,-2-3 80,1 1 0,-4 2 0,2-2 133,0-1 1,1 2-1,-1-1-18,0-1 0,-2 3 0,3-2 0,-1 0 0,1 0-182,2 0 0,-2 4 1,0-4-1,3 1-253,0 0 1,2-3 0,0 2 76,-1-3 0,1 1 0,0 1 0,0 1 84,0-1 1,-5 2 0,1 0 244,1 2 0,-2-4 95,1 1 0,-4 2-291,4-2 0,-6 4 0,4-3-25,-1 2 0,-3-3 0,5 3 0,0-2 58,-1-2 1,1 3 0,2-2-1,-1 0 135,1 1 0,-3-2 0,1 4 0,-1-1 26,1-4 0,-3 4 1,3-2-1,-1 0-166,1 2 0,-3-5 1,2 3-11,-1-2 0,3 2 0,-3 0 0,2-1 0,-4 2 0,2 1 0,-1-1 0,0 1 0,1 2 0,-1-4 0,4-1 0,-2 2 0,1-1 0,-2-1 0,3-1 0,-4-2 0,4 4 0,-4 0 0,-2-1 0,0 2 0,-2 0 0,4 3 0,-1-4-7,0-1 0,-2 2-66,-1-1 0,0 0 0,0-3 0,0 3 0,0 0 1,0-1-8,0-2 1,0 3-1,0 0 13,0-1 0,0 3 0,0-2 80,0-1 0,0-2 0,0-1 76,0 1 1,0 3-1,0 0-41,0-1 130,0-2 1,0-1 0,2 1-179,2-1 0,-2 5 0,6 3 0,-4 3-6,4 1 1,-5 1 0,0 3 0,0 3-162,1-1 0,-3 5 0,5-3 0,-3 2-13,1 2 0,0 0 0,-4 0 0,2-1 157,2 1 1,-3 0 0,3 0 165,-3 0 0,-1-1 0,0 1-36,0 0 0,0-4 0,-1-2 0,-2 1-70,-1-1 1,-5-2-1,1 3 2,-2-2 0,-2-1 0,0-5 43,0-3 0,1 1 0,0-5 0,2 1-89,1 0 0,4-7 0,-2 2 1,0-1 28,4 0 0,0 1 0,2 0 1,0 0-23,0 0 0,0 1 0,2 0 0,0 2 0,2 1 0,5 2 0,-1-4 0,3 3 0,1 4 0,-1-1-150,1 3 0,0 1 0,0 1 0,0 3 82,-1 4 0,-3-2 1,-1 2-1,-1 1 102,1 2 0,-5 1 1,4-1-1,-2 1 44,0 0 1,0-4 0,-4 0 0,0 1 130,0 1 1,-2-2-210,-2 0 0,-2-5 0,-6 1 0,0-3 0,0-1 0,1 0 0,-3 0 0,0 0 0,-2 0 0,-3-4 0,3-1 0,2-2 0,0-2 0,3 3 0,-1-2 0,0-2-150,0 0 0,6 2 0,2 0 0,2-1 277,2-1 1,2 2-1,2 0 1,4-1-106,2-2 1,6 5-1,1 0 1,0 3-23,0-1 0,4-4 0,-3 4 0,2 1 0,-1 2 0,0 1 0,0 0 0,-1 1 0,-1 3 0,-8-1 0,3 5 0,-3 1 0,-3 1 0,-1 2 0,-5 0 0,0 1 0,0 3 0,-1-5 0,-3 3 0,-2-5 0,-1 0 0,-3-3 0,2 1 0,-3-2 0,0-2 0,-1-2 0,0-1 0,0-1 0,0-3 0,2-4 0,2-2 0,1 0 0,5-1 0,-2-6 0,0 3 0,4 0 0,0 0 0,0-1 0,1 3 0,3 1 0,-1 4 0,5 3 0,-4 3 0,3 1 0,-3 5 0,3 3 0,-2 2 0,-1 2 0,-4 0 0,0 0 0,0 0 0,0-1 0,0 1 0,0 0 0,0 0 0,0 0 0,0-1 0,0 1 0,-1-4 0,-2 0 0,-1 1 0,2 2 0,-1 0 0,-1 1 0,-4 0 0,2 0 0,-2-2 0,0-1 0,1-1 0,-2 0 0,4 3 0,-2-4 0,1 4 0,-3-5 0,2 2 0,1 0 0,-1 1 0,3-2 0,-4 1 0,0 1 0,2 1 0,-1-2 0,5 0 0,-4 1 0,0 2 0,2-3 0,-3-1 0,2 3 0,-3 0 0,4 2 0,-3 0 0,1-2 0,0-2 0,2 1 0,-3-4 0,2 2 0,-3 1 0,3 2 0,0-1 0,-1-1 0,-1 0 0,1 3 0,1-2 0,0-1 0,-4 0 0,2 3 0,-1 1 0,0 0 0,2 0 0,-3-2 0,2-1 0,2-1 0,-3 0 0,3 3 0,0-2 0,-1-1 0,-2-1 0,3 4 0,-1-3 0,2-2 0,-4-2 0,4-1 0,-4 3 0,-1 0 0,2 1 0,-1-1 0,-1 0 0,3-3 0,-2 2 0,-1 0 0,-2 1 0,1 3 0,1-3 0,1 0 0,4 1 0,-4-1 0,-1 0 0,2-2 0,-1 3 0,-1-2 0,3 3 0,-2-3 0,-1 2 0,-1-3 0,1 2 0,1-1 0,-1-2 0,3 2 0,-2 0 0,-1 2 0,-2 0 0,1 2 0,1-1 0,1 1 0,0-3 0,-4 2 0,0 1 0,4 0 0,0 1 0,-1-3 0,-1 3 0,2-4 0,0 2 0,-1 1 0,-2 2 0,0 0 0,-1 1 0,0-4 0,0 0 0,0 0 0,1-2 0,2 5 0,-2-3 0,-2 2 0,-1-2 0,2-1 0,0-2 0,0-3 0,4 4 0,0-1 0,-1 2 0,0-4 0,0 4 0,1-2 0,-1-1 0,-2 1 0,4 1 0,-1 3 0,-1-3 0,-2 0 0,3 1 0,0-1 0,-1 0 0,-1 2 0,-2 3 0,0-2 0,0-1 0,0-4 0,1 3 0,-1 1 0,0-1 0,0 2 0,1-4 0,-1 2 0,0 2 0,0-3 0,0 2 0,1 2 0,-1-1 0,0 0 0,0-1 0,0-2 0,1 3 0,-1-1 0,0 1 0,0 1 0,0-1 0,1-3 0,-1 0 0,0 3 0,0-3 0,0 2 0,1 0 0,-1 0 0,0 2 0,0 0 0,1-3 0,-3 1 0,-1 4 0,-5 0 0,3-2 0,1-1 0,3-1 0,1 1 0,1-2 0,-1 1 0,0 0 0,0-2 0,-1 5 0,-1-5 0,-2 2 0,2 0 0,-1 0 0,1 2 0,-3 0 0,-2-3 0,4 1 0,-4 4 0,2 0 0,-2 0 0,2 1 0,0 0 0,-2 1 0,1 1 0,3-5 0,0 6 0,0-3 0,0-1 0,1 0 0,-1-1 0,2 1 0,1 0 0,0-4 0,0 0 0,1 1 0,-1 1 0,-1 2 0,-2 0 0,-1 0 0,2-1 0,-3-1 0,0 0 0,0 3 0,0 0 0,0 0 0,2-1 0,0 0 0,0 0 0,2-2 0,1-1 0,1-1 0,-1 1 0,4-2 0,0 1 0,-1 0 0,-2-2 0,0 3 0,-1-3 0,0 0 0,0 3 0,1-2 0,-3-1 0,0 1 0,-2 0 0,-3 0 0,3 4 0,0-2 0,-1-1 0,3-2 0,-5 4 0,2-3 0,3 3 0,1-4 0,2 2 0,2 1 0,1 2 0,4-3 0,-2-1 0,1 3 0,-1-4 0,4 2 0,-2 1 0,-1-2 0,1 1 0,-4 1 0,1-3 0,-1 2 0,1 0 0,-1 2 0,0 0 0,-1-2 0,-2 1 0,3-3 0,0 2 0,1 1 0,0 2 0,-3-3 0,3-1 0,-1 3 0,0 0 0,4-2 0,-2 0 0,1 1 0,-5-2 0,3 0 0,0-4 0,0 2 0,2 0 0,0-3 0,2 3 0,-2-1 0,-1 0 0,3 1 0,-2-2 0,1 2 0,0 2 0,-4-4 0,3 5 0,-2 1 0,5-2 0,-2 1 0,-3 0 0,0 4 0,1-1 0,-3 1 0,4 0 0,-2 0 0,3-4 0,-4-1 0,-1 3 0,4-4 0,0 1 0,1-1 0,0 1 0,-4-3 0,4 4 0,1 1 0,-2-3 0,1 2 0,-1-4 0,1 4 0,-4 1 0,3-2 0,0-1 0,1 1 0,0-1 0,-2-2 0,4 4 0,-2 1 0,0-2 0,4 1 0,-4-4 0,0 3 0,0-3 0,4 4 0,-4-4 0,0 4 0,0-4-5375,4 4-1898,0-6 7273,0 4 0,6-17 0,0-2 0</inkml:trace>
  <inkml:trace contextRef="#ctx0" brushRef="#br2">2617 9042 8291,'-10'-12'3722,"2"0"1,3 7-3285,5 5 0,4 8 0,0 13 1,0 10 64,1 10 1,-4 10-1,3 3 1,-3 2-386,-1 3 0,0-3 0,0 4 1,0-7-144,0-10 1,0-14 136,0-6 0,0-23 1,0-9-1,2-16 127,2-14 1,2-6-1,6-12 1,0-5-11,0-2 1,-3 4 0,0-4 0,-4 30 0,0 0-291,0-2 0,0 1 1,-1 0-1,1-1 0,0-1 1,2-1-1,-1 3 0,1 0-160,0 1 0,1 2 0,7-16 0,3 2 0,-1 12 148,-2 10 0,-2 11 1,-2 9-1,1 3 18,0 1 0,1 9 0,2 6 0,2 5 118,1 9 0,-2 3 0,3 4 0,2 8 182,2 3 1,-4 4 0,0 6 0,-2 0-70,-3-2 1,-6-5-1,-4 1 1,-4-3 593,-4-1 0,-4-9 1,-9-4-1,-5-4-646,-5-3 1,-5-2 0,2-3 0,-2-1-619,1-2 0,4-4 1,1-1-1,4-5-555,2-5 0,6-2 0,-2-2 47,3 0 1,7-6 0,2-1-1,4-4-919,4-1 0,2 0 0,7 1 0,3-1-298,4 0 2219,2 0 0,12-10 0,3-3 0</inkml:trace>
  <inkml:trace contextRef="#ctx0" brushRef="#br2">3443 9065 7962,'0'-12'1295,"0"1"0,-5 4 0,-3 3 0,-3 3-471,-1 1 1,-5 5 0,-1 3 0,-2 4 661,1 3 1,-1 4 0,-2 4-1,1 1-1243,1 0 1,6-1-1,-1 1 1,5-1-782,2 1 0,5-6 0,1-2 1,6-4 525,8-4 1,5-3 0,6-5-1,2-1-840,3-3 0,-2-8 0,4-8 0,-1-3 390,-3-5 1,-1 3 0,-4-2 0,-4 0 86,-5 0 0,-4 3 0,-1-1 0,-4 6-75,-6 2 0,-3 2 0,-7 8 0,-2 3-127,0 2 1,-2 5-1,2 3 1,-1 6 576,2 1 0,-4 6 0,-1-1 0</inkml:trace>
  <inkml:trace contextRef="#ctx0" brushRef="#br2">3632 9018 8386,'0'-12'3158,"0"7"-2537,0 5 1,-2 7 0,0 8 0,-2 5 633,1 2 0,2 3 1,-1 3-1,0 3-528,-2 3 0,-1-2 0,2-4 0,-2 0-291,-2-2 0,3-9 1,-2 3 9,0-6 1,3-9-305,3-5 0,1-6 0,3-10 0,4-3-156,2-4 1,-1-2 0,2-1 0,2-1-434,0 0 0,1 1 0,1 0 0,1-3 46,-2-1 0,0 4 1,1 0-1,1 5 20,-2 5 0,-2 7 0,-3 2 346,-1 2 0,-2 10 1,2 8-1,-4 4 263,-3 4 0,-1 2 0,0 0 1,0 1 269,0-1 1,0 1-1,0-2 1,0-1-166,0-1 0,0-6 1,-1 1-1,-2-5-555,0-2 1,0-5-78,7 1 1,2-10 0,6-4 0,0-6 171,0-2 1,0-2 0,-1-3 0,2-1-160,3 0 1,-1 1 0,3 1 0,0 1 72,1 1 0,-5 6 0,2-2 0,-3 4 17,-1 4 1,-1 3 0,1 8 90,0 4 0,-5 3 1,-3 11-1,-3 2-97,-1 3 1,0 6 0,-1-5 0,-2 1 19,-1 1 1,-4-3 0,4 4 0,0-1-2168,-1-3 0,4-6 0,-3-5-1561,2-2 3910,8-6 0,0-2 0,6-5 0</inkml:trace>
  <inkml:trace contextRef="#ctx0" brushRef="#br2">4363 9042 7921,'0'-12'1605,"1"0"1,2 0 802,0 1 1,1-1-1,-5 1-1667,-3 3 0,2 2 0,-6 3 391,-1-1 1,-2 4 0,-1 6 0,-1 1-637,-3 6 0,3 5 0,-4 5 0,2 1-821,-1-1 0,0 1 1,6-1-1,0 1-302,3 0 0,4-1 0,-1-1 0,3-2 84,1-4 1,2-4 0,5-5 0,5-3-184,1-2 1,5-4-1,2-3 1,2-7 564,2-6 0,-2-2 1,-1-1-1,-3-2 24,-1-2 0,3 4 0,-4-4 0,-2 4 130,-1 0 1,-5 8 0,-1 1-31,-2 2 0,-1 6 0,-4 4 0,0 8 33,0 6 1,-5 4-1,-3 6 1,-3 1-511,-1 2 1,5-4 0,0 3 0,0 0-970,1-1 0,3-4 0,-1-3 1483,3-1 0,1 4 0,0-2 0</inkml:trace>
  <inkml:trace contextRef="#ctx0" brushRef="#br2">4693 9053 14669,'-2'16'461,"-1"0"1,0 6-1,-4 0 1,1 6-461,-1 2 0,1 0 0,-3 2 0,2-5-1206,2-2 0,1-11 1,4-2 557,0-1 0,0-7 0,1-6 0,3-9-1389,4-12 2036,-3 0 0,6-17 0,-5 4 0</inkml:trace>
  <inkml:trace contextRef="#ctx0" brushRef="#br2">4764 8782 8123,'-4'-11'0,"-2"-3"1226,0-1 1,3 6-1,-2-3 5120,0 1-5526,3 6 1,1 1 0,6 8-1086,2 4 0,-4 4 0,0 2 0,0 2-951,1-2 1,-3 3 0,5 0-1,-3 2-1718,1 2 1,4-3 2933,-4 2 0,5-1 0,-2 5 0</inkml:trace>
  <inkml:trace contextRef="#ctx0" brushRef="#br2">4917 9077 7921,'0'12'425,"-1"0"0,-2 1 583,-1 2 1,-4-1-1,3 1 1,0 0-136,-1 0 0,-1 0 1,1 2-1,1-1-338,0-2 0,1-8 0,3 5 0,-2-3-152,-1-2 0,0-4 0,5-2-114,3-7 0,-1-5 1,5-3-1,2-5-316,5-2 0,-1-2 1,4 1-1,1-1-52,-1 0 1,-2 1-1,4-1 1,1 2 35,1 2 0,-3-1 0,1 7 0,0 2-72,-2 3 1,0 8-1,-3 1 1,-1 8-132,-3 6 1,-3 10-1,-6 6 1,2 1-626,-1 1 1,-2-2 0,-1 1 0,-1-3 890,-3-3 0,-3-2 0,-5 1 0</inkml:trace>
  <inkml:trace contextRef="#ctx0" brushRef="#br2">6344 8959 7894,'-6'-8'699,"0"0"-312,-1-1 0,-2 3 1,5-2 3769,2-1-506,-5-2-2994,6 5 1,-1 6-1,6 8 1,0 3-279,2 5 0,-4-2 0,5 6 0,-1 1-268,1 1 1,1-2 0,5-2 0,1-1-550,2-2 1,5-7 0,0-4-1,5-3-528,6-1 1,2-7 0,1-5 0,2-7 364,2-7 0,-4-3 0,1-3 1,-9 5 1141,-6 2 0,-8 7-184,-5 2 1,-7 4 0,-2 6 0,-8 7 0,-7 9 249,-2 9 0,-2 8 0,-3 5 0,-1 3 6,0 4 0,0 5 1,-3 7-1,-1 5-519,12-25 0,1 0 1,-12 26-1,-2 3 0,3-2-833,4-6 1,6-7 0,1-8-1311,6-9 0,9-11 0,8-14 1006,3-6 0,0-8 1,1-9-1,0-2-532,0-2 1575,0-5 0,5-6 0,1-7 0</inkml:trace>
  <inkml:trace contextRef="#ctx0" brushRef="#br2">7039 8983 8236,'-11'0'1054,"-1"0"1,0 0 0,0 0 604,0 0 0,5 0-988,-1 0 1,5 1 0,0 2-454,6 1 0,4 0 1,4-4-1,1 0-391,0 0 1,4 0 0,1-2-1,0 0-544,0-2 0,3 0 0,-5 4 0,0 0-409,-2 0 1,2 0 0,1 0 0,-1 0-1690,-2 0 2815,-7 0 0,10 0 0,-3 0 0</inkml:trace>
  <inkml:trace contextRef="#ctx0" brushRef="#br2">7039 9101 8064,'-18'7'475,"2"1"0,3-4 1,1 3-1,2-1 840,2 1 1,-1-3-1,5 4-469,1 1 0,2-3 0,1 2-596,0 1 1,5 1 0,4-1-1,5-3-1147,1 0 0,6-2 0,-1-4 0,4 0-2957,3 0 3854,3 0 0,11-6 0,1 0 0</inkml:trace>
  <inkml:trace contextRef="#ctx0" brushRef="#br2">7617 8936 7875,'-8'-8'1429,"1"1"1,-3 2-677,0 2 1,-2-2 0,0 1-1,0 2 392,1 0 1,-2 7 0,-3 3-1,-4 3-525,-2 1 1,4 1 0,2 1 0,3 3-929,1 1 0,0-2 0,2 3 1,2-2-402,4-3 1,3 3 0,2 0 0,3 1-179,4 3 0,2-2 0,2-1 0,1 0 576,3 1 1,-2-4-1,5 4 1,-2-2 599,-3-3 0,-5 1 0,-1-2 0,0 1 95,-2 0 1,0-7 0,-8 5-1,-2-3-419,-3-2 1,-4 2 0,-2-4 0,-3 0-567,-3 0 0,0-1 0,1-4 0,0 0-523,-1 0 1,5-5 0,-2-4 61,3-5 1,6 0 1061,4-1 0,6-4 0,4 1 0</inkml:trace>
  <inkml:trace contextRef="#ctx0" brushRef="#br2">7759 9030 7875,'6'12'375,"0"-1"0,-6 1 1,0 1 199,0 3 1,0-2-1,0 6 1,0 1-230,0 1 0,0 3 1,-2 0-1,0 1-350,-2 1 1,-4-9-1,4 4 1,0-4-949,-1-3 1,3-6-1298,-2-1 2249,3-16 0,1 0 0,0-15 0</inkml:trace>
  <inkml:trace contextRef="#ctx0" brushRef="#br2">7818 8700 7875,'-8'10'828,"0"-2"1,0 3 0,-2-4 0,2 5-196,4 4 0,-1-3 0,1 4 0,1-1-490,2 0 1,1 1 0,0-2 0,1 4-2558,3-1 2414,3 4 0,4-3 0,1 4 0</inkml:trace>
  <inkml:trace contextRef="#ctx0" brushRef="#br2">8006 9101 7875,'-6'18'1491,"-5"0"0,5-2 0,-2 4-53,0 2 0,0 2 0,-2-1 0,1 1-692,1-1 1,4-3 0,-3-2 0,2-1-595,2-2 1,2-6-202,1-1 1,4-11 0,1-1 0,2-6-162,2-6 0,1-2 0,2-6 0,0-1-479,0-2 0,0 2 0,-1-3 0,2 3 127,3 2 0,-3 3 0,3 2 0,-3 1 159,-1 2 0,0 2 1,-1 3 285,1 2 1,-1 8-1,-3 9 1,-3 7-57,0 7 1,-4 2-1,3 5-522,-2-1 0,-2-1 1,0-5-1,0 0 695,0-4 0,5-2 0,1-5 0</inkml:trace>
  <inkml:trace contextRef="#ctx0" brushRef="#br2">8372 8629 7858,'-12'0'0,"0"0"1931,1 0 1,-1 4-610,0 0 0,5 1 0,5-2-1045,4 1 0,5 0 1,6-4-1,1 0-650,2 0 1,1 0 0,-2 0-1,2 0-752,1 0 0,-4-4 0,2 0 0,-1 0-1913,0-1 3038,-2-2 0,4-5 0,-5 1 0</inkml:trace>
  <inkml:trace contextRef="#ctx0" brushRef="#br2">8631 8452 7858,'-11'0'6975,"-1"0"-6121,5 0 1,-2 2 0,5 1 0,1 5-633,2 3 0,1 2 0,0 3 0,0 3-1054,0 4 0,0 1 1,0 3-1,0 1-1515,0 3 0,0-5 2347,0 1 0,-5-2 0,-2-1 0</inkml:trace>
  <inkml:trace contextRef="#ctx0" brushRef="#br2">8667 9077 7746,'-17'12'602,"6"0"1,-2-1 0,1 1 1420,3 0 0,4-4-1042,-3 0 0,9-7 0,1-1 0,3-7 157,4-3 1,0-3 0,0-2 0,-1-2-474,1-1 0,2 2 1,1-2-1,0 1-657,-1 3 1,-3-1 0,0 1 0,1-2-468,2 2 0,0 1 0,1 2 0,0 2-63,0 1 1,0 5-1,-1 0 253,1 1 0,0 11 0,-2 4 0,0 6 112,-2 6 0,-1 4 0,4 6 0,-2 0-118,-1 1 1,0-1-1,4 0 1,-1-1-393,1-2 0,0-3 1,0-7-1,0-2-482,-1-5 0,-3-2 0,0-2-2313,1-3 3462,2-3 0,-5-10 0,-1-2 0</inkml:trace>
  <inkml:trace contextRef="#ctx0" brushRef="#br2">8844 9313 7797,'-12'0'2822,"5"-1"0,3-5-1651,3-6 0,8-6 0,4-9 0,8-6-971,3-5 1,7 0-1,1-4 1,1 0-343,1 0 0,-6 8 0,0 3 0,-3 6-1172,-4 6 0,-4 13 0,0-1 1314,-2 9 0,-6 4 0,-2 6 0</inkml:trace>
  <inkml:trace contextRef="#ctx0" brushRef="#br2">9586 8794 8512,'-11'0'4336,"-1"0"-3392,0 0 0,7 0-110,5 0-1857,5 5 1,3-2 0,-1 5-1,-1 0 1,-1 0 1022,1-1 0,3 7 0,-3 4 0</inkml:trace>
  <inkml:trace contextRef="#ctx0" brushRef="#br2">9563 9136 7758,'-17'5'0,"4"2"2358,-3 5 0,4-5 1,4 1-1425,4 1 1,4-3-1,4-2-2151,4-3 0,3-1 1217,1 0 0,5-5 0,1-2 0</inkml:trace>
  <inkml:trace contextRef="#ctx0" brushRef="#br2">11214 8370 9535,'-12'0'926,"0"0"0,4 1 0,0 2 918,-1 1 1,3 0-1436,-2-4 0,0 0 0,-2-2 1,0 0 209,3-2 0,3 0 0,-4 4 0,-1 0-302,-2 0 1,3 0 0,0 0-141,-1 0 1,-1 5-1,-2 2 1,1 0-197,4 1 0,-3 0 1,5 4-1,0 0-129,0-1 0,1 3 0,4 0 0,-2 2-215,-1-2 1,1 4-1,-2 1 1,3 0 302,1 1 0,0 0 0,0 3 1,-1 1-30,-3-1 1,2 1-1,-3 0 1,1 0 46,0 4 1,-4-2 0,3 4 0,-1 0-190,-4 1 1,4-4 0,-1 5 0,1 0 220,-1 2 1,1-4 0,-3-1-1,1-1 52,-1-1 0,2 2 1,0-4-1,1 1-39,-1 0 0,3-3 1,-2 3-1,-1-4 89,1-2 0,3-5 0,-1 4 0,3-2 373,1-3 0,0-1 0,0-1-58,0 0 0,0-4 1,1 0-85,3 1 0,-1-4 0,5-1 1,1-3-69,1-1 0,-2 0 0,0 0 0,2 0-307,5 0 1,-2 0 0,3 0 0,-2 0-579,2 0 1,-3 0 0,4 0-543,0 0 1,-3 0-1,5 0 1,-2-1 0,-2-2-720,3-1 1,-1 0 0,2 3 1890,-3-3 0,2-2 0,1-6 0</inkml:trace>
  <inkml:trace contextRef="#ctx0" brushRef="#br2">11461 8841 9265,'-23'0'1737,"4"0"0,4 0 832,2 0 0,5 0 109,0 0 0,7 0-2295,1 0 0,6 0 0,9 0 0,2 0-970,1 0 1,2 0 0,3-1 0,1-2-864,-1-1 0,-3 0 0,0 3 408,1-3 0,0 3 0,0-3 0,-3 3 1042,-1 1 0,4-6 0,-3 0 0</inkml:trace>
  <inkml:trace contextRef="#ctx0" brushRef="#br2">11992 8535 11609,'-6'-12'7030,"0"7"-5904,6 5 1,0 6 0,0 10 0,0 5-849,0 5 1,0 4-1,0 7 1,-1 2-796,-3 4 0,-3 5 0,-4 1 1,-2 4-1346,-3 1 1,3-9 0,-3 0-1,3-6 1862,1-5 0,0-11 0,1-1 0</inkml:trace>
  <inkml:trace contextRef="#ctx0" brushRef="#br2">12240 9207 9110,'-4'13'0,"-1"3"1001,-2 3 1,3 0 0,-4-1 0,0 0-42,2 1 0,-3 0 0,3 3 0,1-1-535,0-1 1,-3-6-1,4 2 1,1-3-2188,2-1 0,1-4 1762,0 0 0,0-6 0,0 4 0</inkml:trace>
  <inkml:trace contextRef="#ctx0" brushRef="#br2">12935 8653 8291,'8'0'3589,"-1"1"-2202,-2 3 0,-1-1 0,-4 4-692,0 3 0,0 0 0,-1 3 0,-2 4-336,-1 7 1,-5 2 0,1 8 0,-2 5-863,-2 6 0,-1-5 0,-2 6 0,0-3-642,0-1 0,2-5 1,3-3-1,2-8-3019,4-5 4164,3-6 0,-5 2 0,0-5 0</inkml:trace>
  <inkml:trace contextRef="#ctx0" brushRef="#br2">13266 8382 6758,'-20'0'-18,"2"0"0,1 0 2022,2 0 1,2 0-868,1 0 0,7 0 0,5 0-591,7 0 0,7 3 0,3 1 0,1-1-245,3-2 1,2-1 0,0 2 0,1 0-216,-1 2 0,1 0 0,-2-4 1,-1 0-32,-1 0 0,-2 0 1,2 0-1,-3 0-4,0 0 0,-7 0 0,5-1 332,-1-3 0,-1 1 560,-5-5-823,-3 6 1,-6-2 0,-3 8-1,-2 4-5,-1 2 1,-3 3 0,3 2 0,-1 2-534,0 1 1,6 6 0,-4 4 0,3 4 15,-1 4 1,0 2 0,4 8 0,0 4 280,0 2 0,0 1 0,0 2 0,0 0 184,0-3 0,4-5 0,0 3 0,-2-5 47,-1-6 0,-1-6 0,0-3 0,-1-1-126,-3-3 0,-2-5 0,-6-4-139,0-4 1,0 1-1,-1-6 1,-3 1-1,-5 1-198,-5-3 1,4-4 0,-4 1 0,0-3-306,1-1 0,0 0 0,3 0 0,1 0-198,1 0 856,6 6 0,-4 5 0,7 8 0</inkml:trace>
  <inkml:trace contextRef="#ctx0" brushRef="#br2">2688 10468 8499,'-12'0'1198,"5"0"0,-1 0 1,-2 0-593,0 0 1,2 0 0,2 1 0,-1 3-110,0 4 0,5 4 0,-2 4 0,1 5-283,-1 5 0,2 9 1,-5 8-1,2 5-110,2 3 0,-2-2 0,1 4 1,0-5 140,-1-6 0,4-9 0,-3-7 154,2-5 1,2-10 0,0-11-1,0-7-22,0-3 0,0-10 1,0-5-1,0-9 122,0-7 0,2 3 0,2-11 1,4-2-406,2-2 0,2 1 0,0-6 0,1-3-152,2-4 0,4 6 1,4-1-1,2 1 41,3 3 1,-3 10 0,1 5 0,-4 10-139,-2 7 1,-6 14 0,2 2 0,-3 5-148,-1 3 0,-3 7 1,0 5-1,3 6 216,1 4 0,-2 3 1,4 3-1,-2 3 94,-1 3 0,-4-1 1,-1 0-1,-1 0 456,1-5 0,-5 0 1,2-3-1,-4 0 487,-4-3 0,-2-1 0,-7 1 0,-3 0-658,-4 2 1,1-7-1,-2 5 1,-2-2-479,2-2 1,0-2-1,-1 2 1,1-1-21,2-2 1,4-1 0,-1 1-1,3 0 25,2 0 0,4-2 0,2 0 0,1 1-89,0 2 1,1 1 0,6-3 0,2 3 125,2 2 0,2-5 0,5 2 1,3-3-191,2-1 1,-4-4 0,4-2 0,-1-1 102,0-2 1,-2-2 0,2-1 0,1 0-1283,-1 0 0,0 0 0,3-1 0,-1-3-1450,1-4 0,-3-2 2962,2-2 0,0 0 0,3 0 0</inkml:trace>
  <inkml:trace contextRef="#ctx0" brushRef="#br2">3301 10586 7798,'0'-13'1460,"0"-3"1,0 7-1,0-3 1,-1 3-496,-3 2 1,1-2 0,-4 5 258,-3 2 0,0 0 1,-1 4-1,1 2-723,-2 4 1,6 7-1,-9 5 1,1 2-434,1 2 1,4 1 0,1 1 0,0 1-330,1 0 1,2-4-1,5-3 1,0-3-157,0 0 0,1-8 0,3 1 0,4-3-539,3-4 1,2-3 0,1-4 0,2-5 838,-2-6 1,3-3-1,-1-6 1,0 1 124,1-1 1,-4 0 0,1 1 0,-3 1-51,-3 2 1,-2 3 0,2 5 265,-4 0 1,-3 8-222,-1 8 1,-1 8-1,-3 13 1,-4 3-38,-2 3 0,2-1 0,0 0 0,0-1 74,2-3 1,-1-1 0,4-3-1,-1-2-1326,2-4 0,2-4-905,4-5 1,2-3 0,6-8 2190,0-3 0,5-9 0,1-2 0</inkml:trace>
  <inkml:trace contextRef="#ctx0" brushRef="#br2">3514 10598 8363,'-2'12'771,"-2"-1"0,3-3 0,-4 0 0,1 1 87,0 2 0,-1 2 0,2 1 0,-1 3-461,2 2 0,-4-4 0,2 4 1,2-1 80,0 0 0,-1-3 1,-1 0-1,1-1 313,2-3 0,1 1-498,0 0 0,0-7 0,1-5 0,2-6-183,1-5 1,5-6-1,-1-1 1,3-3 2,5-3 1,-2 3 0,5-6 0,-2 1-495,-3-2 0,3 3 0,0-2 0,0 2 24,0 1 1,0 2-1,-2 2 1,1 5 186,-2 1 1,-1 9 0,-2 5 94,-4 7 1,-1 8 0,-6 5 0,0 4 8,0 3 0,0-1 1,0 5-1,-2-1-385,-2 0 1,3-4 0,-3 0 0,2-4-947,-2-2 1,2-6 0,0 2-290,4-3 0,1-6 1686,5-3 0,5-8 0,5-3 0</inkml:trace>
  <inkml:trace contextRef="#ctx0" brushRef="#br2">4186 10468 9572,'-8'4'0,"0"0"1651,-1-1 0,2-2 0,-1-1-493,-1 0 1,-1 0-1,-2 0-377,0 0 1,4 5 0,0 3 0,1 2-441,0 2 0,-3 1 0,3 3 0,-1 4-617,0 2 0,6 2 0,-2-2 0,2-1-168,2-2 0,0-3 0,2 2 212,2-1 0,2-6 1,6-7-1,0-3 211,0-1 1,1-5-1,1-3 1,2-4 164,-2-3 1,1-4 0,-2-3 0,0 1-59,-3 1 0,0 1 0,1-4 0,1 3-21,0 0 0,-4 5 0,-2 0 0,0 2-192,-4 1 242,0 0 1,-2 12-1,0 8 1,-2 9 212,-2 5 1,-1 7 0,-4 2 0,2 4 254,2 0 0,-3 5 0,3 2 0,-2 2-89,-2-1 1,-1-1-1,-2 1 1,0-4-158,0-2 1,1-7 0,-1-2-1,0-5-198,0-3 0,0-3 0,1-7-502,-1-2 1,0-3 0,2-6-114,2-3 1,2-2 0,6-6 131,0 0 0,2 0 0,2 2 0,4 1 28,2 1 0,2 0 0,1-3 0,1 1 254,2-2 0,5 6 0,-1-10 0,3-2 119,5-3 0,-2 0 0,4-2 1,2-4 268,2-6 1,-6 0 0,8-6 0,-2 1 297,0-1 1,-3 2 0,-2-2 0,-3 3-230,-3 5 0,-8 1 0,1 5 0,-3-1-228,-1 0 0,-1 9 0,-4-3-167,-3 6 0,-4 8 0,-4 6 0,-2 6 0,-6 7 0,0 2 0,0 5 0,1 2 0,0 2 0,2-1-221,1 1 0,2 0 0,-2-1 0,3 2-1123,-1 3 1,5-4 0,-3 4-1,3-3-244,1-2 1,1 1 0,3-2 0,4-2-90,2-4 1,3-3 0,2-3 0,2-2 1676,1-4 0,2-3 0,3-1 0</inkml:trace>
  <inkml:trace contextRef="#ctx0" brushRef="#br2">5742 10397 7846,'-8'6'6115,"2"1"-5365,1 4 0,1 6 0,5 3 0,3 3 0,3 5-496,-1 3 0,6-1 0,-2 0 0,5-1-178,-1-3 0,1-6 1,-1-6-1,3-4-293,1-6 0,-2-4 1,4-6-1,1-6-156,1-6 0,2-8 1,-1-3-1,1-1 240,-1-3 0,-4 3 1,-4 1-1,-2 3 283,-1 4 0,-1 6 0,-3 0 25,-4 3 0,-4 8 0,-4 6 90,-4 10 0,0 7 1,-3 8-1,-3 5 344,-3 3 1,1 0 0,-3 9 0,-2 3-327,-2 3 1,0-3-1,0 4 1,3-1-521,0-5 1,5-1 0,1-7 0,4-4-415,2-5 0,5-14 0,0-3 0,6-3-2085,5-5 1,4-7-1,3-7 2736,5-6 0,2-9 0,2-4 0</inkml:trace>
  <inkml:trace contextRef="#ctx0" brushRef="#br2">6403 10409 9362,'-12'8'0,"0"1"1629,0 0 0,0-1 0,2 1-75,2-1 0,4-1 1,8 1-839,4-4 1,4-3 0,2-2 0,3-2-547,2-1 0,0-5 0,5 2 1,1-1-1320,2 1 1,-6 0-1,3-2 1,-2 2-679,0 2 1,2-3 0,-2 3 0,-2 0 1826,-4-1 0,2-3 0,0 3 0</inkml:trace>
  <inkml:trace contextRef="#ctx0" brushRef="#br2">6426 10645 7846,'-23'18'1330,"-1"-2"0,6-3 1,3-1 1026,6 0 1,5-6 0,9-2-1844,7-3 1,5-2 0,7-3 0,1-2-1264,2-1 0,-1-3 0,5 2 0,-1-3-803,0-1 1,-3 1 0,5-1-1,1-1 1552,1-3 0,1-2 0,0-6 0</inkml:trace>
  <inkml:trace contextRef="#ctx0" brushRef="#br2">7157 10291 7798,'-18'-6'2300,"2"0"0,3 3-480,1-1 0,1 0 0,-1 4 0,-1 0-800,-3 0 1,2 5 0,-5 3 0,2 4-650,3 3 1,-3 0 0,1 3 0,2 0-617,0 1 1,7-4-1,0 4 1,2-1-757,2 0 1,3-3 0,4 1-1,4-2 6,2 2 0,8-3 0,0 2 0,3 0 739,2 1 0,-6-3 1,6 2-1,-4 0 633,0 1 1,-9-3 0,1 2-1,-5-2-161,-3-1 1,-2 0 0,-2 0-43,-3 0 1,-7-6-1,-4-2 1,-1-3-617,-1-1 1,4 0-1,-3-1 1,2-3-591,-2-4 0,3-2 0,-2-2 0,5 0 225,2 0 1,6-1 0,-2-1 0,2-2 56,2 2 1,6 1 0,1 0 749,4-3 0,6-2 0,1-6 0</inkml:trace>
  <inkml:trace contextRef="#ctx0" brushRef="#br2">7393 10444 7910,'-10'19'383,"2"-3"1,-3 1-1,5 0 1,-2 1 223,0 3 0,4-3 1,-2 2-1,0 0-1001,4-2 1,0-1-479,2-5 1,0-7 60,0-5 0,4-7 811,0-8 0,5-9 0,-2-6 0</inkml:trace>
  <inkml:trace contextRef="#ctx0" brushRef="#br2">7405 10150 8454,'-5'-12'2463,"3"4"-1750,-2 0 1,3 7 0,2 2-1397,3 10 0,-1 1 1,5 5-1,0 0-810,-2 2 1,5 0 1492,-3 0 0,2 1 0,2 3 0</inkml:trace>
  <inkml:trace contextRef="#ctx0" brushRef="#br2">7582 10444 7798,'0'12'881,"-1"0"0,-2 0 441,-1 0 0,0-1 0,3 1 0,-2 0-592,-1 0 1,0 0-1,4-1-357,0 1 1,-4 0 10,0 0 1,0-7-275,4-5 1,2-5-1,0-7 1,4-1-327,0-3 0,1 2 0,2-6 0,-1-1-139,1-1 0,1 2 0,2 2 0,0 1 211,0 2 1,0 4 0,-1 3 365,1 4 0,-4 3 0,-1 3 0,-2 6-18,-3 8 0,0 6 0,-2 4 0,0 2-674,0-2 0,0-1 0,0-2 0,0 0-4153,0-4 657,0-2 3966,0-10 0,5-12 0,2-8 0</inkml:trace>
  <inkml:trace contextRef="#ctx0" brushRef="#br2">7959 10008 7859,'-12'0'4707,"5"-4"-1953,-1 0 1,1-1-1319,-1 1 0,4 3-1400,8-3 1,3 3-1,6 1 1,1 0-1035,2 0 0,0 0 0,-3 0 0,1 0-401,2 0 1,0 0-1,-4 0 1,-1 0-2568,1 0 3966,0 0 0,5 0 0,1 0 0</inkml:trace>
  <inkml:trace contextRef="#ctx0" brushRef="#br2">8278 9784 8738,'-7'0'2748,"-2"2"1,5 2-1,1 3-2053,2 4 0,1 2 0,0 3 0,0 3-954,0 4 0,0 5 1,0 3-1,-1 0-1678,-3 0 1,2-3 0,-1 2 0,1 0 1936,2 0 0,0-9 0,0 2 0</inkml:trace>
  <inkml:trace contextRef="#ctx0" brushRef="#br2">8372 10397 7859,'-12'12'1014,"4"0"0,0 0 0,1-1 1463,0 1 0,0-5-1437,4-3 1,3-4 0,-2-4 0,6-4-562,3-3 1,1-4 0,3-2 0,2-2-199,3-2 1,-5-1-1,3-1 1,0-1-149,0 0 1,-1 2-1,-2 1 1,1 3-296,0 1 0,0 1 0,0 4-181,-1 1 0,0 5 0,-2 8 31,-1 8 0,-5 7 1,0 7-1,-1 1-154,-2 2 1,1 3 0,2 4 0,2-1-2,2-2 1,-4-3 0,4 1 0,0-2-124,-1 0-1,1-10 1,2 2 0,-1-6 10,1-5 0,3-3 0,2-5 0,2-1-1416,-2-3 1,3-8 1995,-1-7 0,5-4 0,-3 0 0</inkml:trace>
  <inkml:trace contextRef="#ctx0" brushRef="#br2">8478 10551 7859,'-5'-2'1745,"5"-2"0,6-4 0,11-7 0,7-7-1133,6-9 0,5-1 1,5-12-1,4-1-17,-19 20 1,0 0-1,18-20 1,1 1-1084,-6 6 0,-10 6 0,-4 14 0,-7 6 461,-4 7 27,-1 4 0,-6 1 0,0 0 0</inkml:trace>
  <inkml:trace contextRef="#ctx0" brushRef="#br2">9327 10032 7859,'-8'0'8037,"0"0"-6942,6 0-1948,-4 0 0,6 5 418,0 3 1,4-1 434,0 0 0,6 1 0,-4 4 0</inkml:trace>
  <inkml:trace contextRef="#ctx0" brushRef="#br2">9303 10374 7859,'-7'1'4915,"-1"3"0,5-1-4266,-1 4 0,8-4 1,4 1-1584,2-3 934,2-1 0,0-5 0,0-1 0</inkml:trace>
  <inkml:trace contextRef="#ctx0" brushRef="#br2">11119 9843 8057,'0'12'566,"0"0"1,-1-6 0,-1 0 243,-2-1 0,-4-2 0,2 3 98,0-1 0,-2-1 1,-4-4-408,0 0 0,5 0 1,-1 0-1,-1 0-182,-2 0 0,-1 0 1,1 0-163,-1 0 0,0 0 0,-1 0 0,0 2 0,0 0 83,2 2 0,2 1 0,-3-2-235,0 1 1,5 4 0,0-3 0,2 2-113,2 2 1,1-3 0,-1 2 0,-1 1 170,1 2 1,2 1 0,1-1 0,0 2 107,0 3 0,0-1 0,0 3 1,1 2-38,3 2 1,-2-1 0,2 6-1,-3-2 17,-1-1 1,0-1-1,0 1 1,0 1-197,0 2 0,0-4 0,0 3 0,0 0 79,0-1 1,-4 1 0,0-1-1,0 0-4,-1-3 0,2-4 0,-3 3 0,-1 2 120,1-2 1,2-6 0,-3 1 0,2-2 83,2 2 1,1-3-1,-1 3-10,-1-3 0,0-1 124,4 0 1,-1-1 0,-2 1 91,-1 0 1,0-4 0,4 0-15,0 1 1,4-3 0,1 1-100,2-2 1,-3 0-322,4-1 1,-2-1-1,4 4 1,-3-2-88,3-3 0,0 1 0,2 0 45,0 1 1,-5 0 0,1-4-410,2 0 1,0 1-1,2 1-841,0 2 1,-1 0 0,1-4 0,0 0-1009,0 0 1,0 0 0,-1 0-2619,1 0 4911,-5 0 0,3-5 0,-3-1 0</inkml:trace>
  <inkml:trace contextRef="#ctx0" brushRef="#br2">11379 10185 7890,'-24'0'1074,"10"0"1,2 0 0,2 1 1889,-1 3 1,3-2-2010,0 2 0,7-3-697,1-1 0,5 0 1,8 0-1,2 0-515,1 0 1,1 0 0,-3 0 0,3-1-644,1-3 0,-3 2 0,1-3-772,-3 0 1,2 4-1,1-3 1672,-2 2 0,5-3 0,-1-1 0</inkml:trace>
  <inkml:trace contextRef="#ctx0" brushRef="#br2">11827 10020 9707,'0'8'1741,"0"0"1,0 0 0,-1 3 0,-2 1-1644,-1 0 1,0 1 0,4 3 0,-1 4-39,-3 2 0,3-3 0,-5 0 0,2-2-2271,1-3 1,-1-1-1,4-1 2211,0 0 0,0 0 0,0-1 0</inkml:trace>
  <inkml:trace contextRef="#ctx0" brushRef="#br2">11957 9961 7890,'0'13'510,"0"3"1,0-6 0,0 5 0,0 1 79,0 1 0,0-2 0,-2 5 1,0 1-332,-2 1 0,0 2 0,4-2 0,0-1-1037,0-1 0,0-10 0,0 2-2367,0-2 3145,0-4 0,0-1 0,0-5 0</inkml:trace>
  <inkml:trace contextRef="#ctx0" brushRef="#br2">11685 9902 7890,'-5'12'589,"3"-4"0,-5 0 1372,2 1 1,1-3 0,5 1-1,4 0-968,7-1 0,5-3 0,8 1 1,3-3-671,3-1 0,1-5 1,0-3-1,4-3-878,0 0 0,-4 0 1,3 2-1,-2 2-1492,-4 2 0,-6 0 2047,5 1 0,-3 3 0,-2-5 0</inkml:trace>
  <inkml:trace contextRef="#ctx0" brushRef="#br2">11674 10444 8336,'-12'0'1671,"5"0"0,7 0 1,8 0-1,4 0 0,4 0-1558,3 0 1,4 0 0,0 0 0,2-1-393,3-3 1,-3 3 0,3-3-1,0 1-474,-1-1 1,1 3 0,-5-3 0,1 2-1669,0-2 2421,-1 2 0,1-8 0,-1 3 0</inkml:trace>
  <inkml:trace contextRef="#ctx0" brushRef="#br2">11839 10633 8666,'-8'0'7209,"0"0"-6489,0 0 0,3-1 0,5-2-487,6-1 1,5-4 0,1 4 0,1 1-325,3-3 1,-3 5 0,2-3 0,0 3 66,1 1 0,-3 0 1,2 0-1,-2 1-57,-1 3 1,-4-1 0,-1 4-1,-1 3 206,1 0 1,-5 2-1,2 1 1,-2 1 26,-2 2 0,-6 0 1,-1-3-1,-4 1-188,-1 2 0,-3 0 0,-2-4-178,-2-1 1,3 1 0,-2-1-1,1-2 1,1-3-35,-1 0 0,4-2 0,-3-4 426,3 0 1,7-6 193,2-2 1,3 2 0,2-1-538,3 2 1,4-3-1,6 4 1,3 2-710,1 0 0,-2 2 1,4 0-1,1 2-488,1 2 0,-1-3 1362,3 3 0,-3 2 0,7 1 0</inkml:trace>
  <inkml:trace contextRef="#ctx0" brushRef="#br2">12582 10338 14220,'-7'12'-146,"3"0"1,-1 0-1,1 0 1,0 1-1,0 1-3704,0 2 3850,0-1 0,-1 3 0,-2 0 0</inkml:trace>
  <inkml:trace contextRef="#ctx0" brushRef="#br2">12947 10091 14838,'0'12'563,"0"-1"1,-4 1 0,0 0-599,2 0 0,0 4 0,1 1 0,-2 1 0,0 2-951,0-2 0,2-1 0,1-5 0,0-1-3985,0 1 4971,0-5 0,5-12 0,1-9 0</inkml:trace>
  <inkml:trace contextRef="#ctx0" brushRef="#br2">13101 9973 7806,'-6'17'656,"5"-3"0,-3 5 0,1-1 119,-1 0 1,3-2 0,-4 4-1,1 1-462,0 1 0,0 2 0,4-2 0,0-1-1182,0-2 0,-4-4 0,0 1-3809,2-3 4678,0-7 0,8-11 0,0-8 0</inkml:trace>
  <inkml:trace contextRef="#ctx0" brushRef="#br2">12853 9938 7850,'-4'11'1870,"0"1"0,0 0 0,4 0 561,0 0 1,5-6-1,5-2-1714,4-3 1,4 3 0,6 0-1,-1-1 1,4-3-752,4-4 0,1 1 0,6-5 1,-4 1-1118,-3 0 0,-3-2 1,2 5-1,-3 1-1518,-5 2 1,2-3 0,-6 0 2668,1 1 0,-2 7 0,-5 3 0</inkml:trace>
  <inkml:trace contextRef="#ctx0" brushRef="#br2">12865 10409 12503,'-7'5'2379,"2"-3"1,10 3 0,4-5 0,6-1-1893,4-3 1,8-3 0,0-3 0,1 0-1718,0 3 0,3-1 1,3-4-1,-2 0-943,0 0 0,-5 5 0,3 0 2173,-1 2 0,-1-4 0,-5 2 0</inkml:trace>
  <inkml:trace contextRef="#ctx0" brushRef="#br2">13077 10551 7747,'-11'7'0,"2"0"0,1 0 1502,-1-1 1,3-3 5023,-2 1-5459,5-3 1,1-1-1,8-1 1,6-3-250,1-4 1,4 1-1,0-1 1,0 1-1037,0 0 1,0-2 0,-2 5 0,0 1 125,0 2 0,-2 0 0,-1-2 0,-1-1-319,1 2 1,-4 0 0,-1 4 137,-2 1 0,-1 4 0,-4 5 0,-1 0 552,-3-1 1,-4 2 0,-8 2-384,-4 1 0,-1 3 1,-1-2-1,1 0 1,-1 2 152,1-1 1,1-4-1,1 1 1,3-5 359,3-2 0,5-5-394,0 1 0,7-3 0,1-1 0,6 0-401,5 0 0,4 0 1,3 0-1,0 0 117,3 0 1,1-1-1,2-2 1,-1-2-1592,1-2 1,-1-1-1,1-3 1860,0-1 0,-1-5 0,1-2 0</inkml:trace>
  <inkml:trace contextRef="#ctx0" brushRef="#br2">13867 9843 8317,'-12'0'1709,"0"0"0,1 0 0,-1 0 50,0 0 0,0 4 0,0 1-737,1 2 1,3-3 0,1 4-762,2 1 0,1 1 0,5 1-340,3-3 0,3 1 0,5-5 0,1-2-45,2 0 1,3-2 0,1 0 0,-2-2-82,0-1 0,-2-4 0,3-3 1,-1 0 1,-3 3 1,0-1 0,-3-3 286,1 3 0,-1-2 0,-2 3 0,-3-1 230,0 1 0,-4 4 280,-6-1 1,-2 3-1,-6 2 1,0 3-177,0 4 1,1 6-1,-1 3 1,0 2-557,0 2 1,4 6 0,2 4-1,1 5-81,2 3 0,2 4 1,1 8-1,0 6-13,0 4 0,1 0 0,2 1 0,0 0 41,0 1 0,-2-11 0,-1 2 0,0-4 275,0-6 1,-1-2-1,-3-8 1,-5-2 199,-5-5 1,0-2 0,-3-3 0,2-2-385,-1-4 0,-5-7 0,3-3 1,-2 0-439,0-4 1,5 0 0,-4-2 0,1-2-108,0-2 1,-1 3 0,0-3-1,3 3-549,3 1 0,1 4 1,2 1-1,0 2-1005,2 2 2199,6 1 0,-9 2 0,5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19162 4385 7814,'-8'-6'434,"0"2"0,0-1 183,-4 1 0,6-6-105,2 3 0,2 0 516,2-1 0,0 4 79,0-4 1,4 4-656,0-3 1,5 0-231,-1-1 0,-1-1 1,1 4-93,1-2 1,-3 5 0,2-2 0,2 2-248,0 2 0,-2 4 0,-2 2 209,0 0 0,-2-2 1,-4 4-1,0 1 95,0 2 0,0-4 1,-2 1-1,0 1-16,-2 2 1,-5-3 0,1-2 0,-3 1-41,-1-1 1,5-3 0,-1 2 0,-1-1 81,-2 0 0,-1 0 1,0-5 82,1-3 1,0-3 0,3-5 0,3-1-39,0-2 1,4 2 0,-3-3 0,4 1-97,4 0 0,-2 2 1,6-2-1,1 5-183,2 2 1,0 1 0,1-1 0,0 5 141,0 1 1,0 2-1,-1 2 61,1 1 0,-1 4 0,-3 5 0,-3 0 3,0-1 0,-4 5 0,3 0 0,-2 0 86,-2 1 0,0-8 0,0 3 0,-2-2-59,-2 0 0,2-2 0,-6-1-175,-1-2 1,-2-1-125,-1-4 1,2-5 0,1-3 0,2-3 0,2 0 41,2-1 0,-2-4 1,1 0-1,2 1 182,0-2 1,2 4 0,0-3 111,0 3 0,2 1 0,1 2-85,5 2 0,-1 2 0,1 6 30,1 0 1,1 2 0,1 2 38,-3 4 1,1-2 0,-4 2-234,2 1 0,-3 2 0,4 0 0,-6-3 0,3-1 0,1-2 0,-5 4 0,5-7 0,-2 1 0,-2-1 0,3-2 0,-5 0 0,5 0 0,-2 0 0,5 0 0,-4 1 0,3 3 0,1-3 0,3 5 0,-3-1 0,-2-4 0,-2 3 0,4-3 0,-3 1 0,0 0 0,1 2 0,-4 1 0,5-1 0,-2 4 0,0-3 0,-2 1 0,1-1 0,1-2 0,-1 4 0,-1 0 0,3 2 0,0-1 0,-1-5 0,-3 2 0,2 0 0,4-2 0,-4 5 0,1-2 0,-2 3 0,2-2 0,2-2 0,-3 3 0,4-4 0,-1 4 0,5-4 0,0 0 0,0-3 0,0 3 0,-5-3 0,1 3 0,1-3 0,-2-1 0,1 0 0,1 0 0,2 2 0,0 2 0,0-2 0,-3 6 0,1-4 0,-4 3 0,0-1 0,1 1 0,1 1 0,-1 2 0,0-2 0,-2-2 0,4-3 0,0 2 0,-2 2 0,4-3 0,-5 2 0,1 0 0,4-4 0,-4 3 0,2-1 0,0 0 0,-2 1 0,5-3 0,-3 2 0,1-2 0,-1 2 0,2-2 0,-2 3 0,3 0 0,0-2 0,1 5 0,0-5 0,0 5 0,-2 0 0,-1 3 0,-1-3 0,-4 2 0,3-2 0,-2 2 0,-1-2 0,-3 0 0,3 1 0,-3 2 0,5-1 0,-2-1 0,0-1 0,0 0 0,-3 4 0,3 0 0,-3-4 0,3-1 0,-3 3 0,1-5 0,0 0 0,2 0 0,0 2 0,-4 5 0,4-1 0,1 0 0,2-3 0,-3 2 0,4-2 0,-4 1 0,2 0 0,-1-1 0,5 0 0,-3 4 0,0-2 0,-1 0 0,0-3 0,2 1 0,-3 3 0,1-3 0,-2 1 0,3-4 0,-2 2 0,0-4 0,-1 5 0,4 2 0,-3-4 0,1 2 0,-1 1 0,-3 0 0,5 0 0,-2-1 0,3 0 0,-3 3 0,2-4 0,-3 4 0,4-3 0,-4 1 0,2 0 0,1-2 0,-1-2 0,-2 3 0,3-3 0,-2 2 0,0-1 0,-2 3 0,1-1 0,1-1 0,-2 2 0,1-1 0,0 0 0,-3 2 0,3-2 0,-2 1 0,5-4 0,-2 2 0,-1-3 0,-3 2 0,3 0 0,-1 3 0,4-1 0,-2 2 0,0-2 0,-2 0 0,1 1 0,3-2 0,-3 0 0,-1 3 0,4 0 0,0 2 0,-1-4 0,-1-2 0,0 0 0,-2 1 0,5-1 0,1 0 0,-3-2 0,2 4 0,-4-4 0,4 2 0,1 0 0,-4 3 0,1-3 0,-1 1 0,-4 3 0,4-2 0,1 3 0,-5-3 0,4-2 0,-1 1 0,0-1 0,1 1 0,-2 2 0,1-1 0,-2 1 0,4-2 0,-1 0 0,1 3 0,-2 0 0,4 2 0,1 0 0,-3-1 0,-1 1 0,-1 0 0,0 0 0,1 0 0,-2-1 0,1 1 0,1 0 0,-3 0 0,4-2 0,0-2 0,-3 3 0,2-5 0,0 1 0,-2 3 0,5-2 0,-2 2 0,2 2 0,1 0 0,-3-1 0,-1-2 0,0-1 0,0-5 0,-1 5 0,4 1 0,-3-2 0,1 1 0,-1 1 0,0 2 0,4 0 0,-1 1 0,-4-4 0,3 0 0,-2 1 0,3 1 0,-4 2 0,4 0 0,-3 0 0,1 0 0,-2-1 0,3 1 0,-2 0 0,-1-4 0,-3-2 0,2 1 0,1 0 0,0-4 0,-3 4 0,2 0 0,1-1 0,1-2 0,-2 4 0,0 1 0,7-2 0,-3 0 0,0-4 0,1 1 0,0 1 0,4-1 0,-5 0 0,0-3 0,-2 3 0,0-2 0,-2 3 0,1 0 0,4-2 0,-3 3 0,2 0 0,-3 1 0,3-3 0,3-1 0,-4 0 0,2-1 0,1 2 0,2 1 0,0-1 0,-3-2 0,0 2 0,-1-2 0,2 1 0,-1 1 0,-6 1 0,4-2 0,-1 0 0,-3 3 0,6-2 0,-1-2 0,2 5 0,-1-2 0,-4 0 0,4-2 0,1 1 0,-3 4 0,2-3 0,1 1 0,-3-2 0,-1 3-12,0-2 1,-2 3 0,3-3-100,0 2 0,-2-3 0,-3 2-120,3 0 530,-3 3 0,10-4-299,-4 3 0,-1-2 0,-1-3 0,0 1 0,-2 0 0,5-4-249,1 0 1,-3 0 138,2 0 1,-4 0 0,4 0 3,1 0 0,-2 0 152,1 0 0,-4 1-230,3 3 0,-3-3-353,4 3 441,0-2-12,4-2 1,-4 1-104,0 3 297,-6-3 0,3 6-276,-5-3 0,2-3-220,2 3 0,-3-1 154,3 0 1,-1-1 222,0 2 0,0-3-473,5-1 0,-4 0 128,4 0 1,-4 0-69,4 0 9,-6 0 401,9 0 495,-10 0 415,4 0-551,-5 0-166,-5 0 0,-2 5-60,-4 3 0,0-1 1,2-1 84,1-1 1,4 3-62,-4-4 0,4 1 71,-4-1 0,5-2-27,-5 2 0,5-4-111,-1-4 1,7 1 0,2-5-58,2-1 0,-4 3 0,5-1-112,2 2 1,-4-3 0,2 4-109,1 1 1,-2 1-1,1-1 53,1-1 0,-3 0 0,2 4 148,1 0 0,-2 0 1,1 0-51,1 0 1,-3 0-1,2 0 24,1 0 0,-2 0 1,0 2 539,-2 1 10,-1-1 0,-4 4-335,0-2 1,-6-1-347,-1 5 1,0-6-291,-1 2 1,2-4 21,-2-4 0,3-2 0,5-6 41,0 0 1,0 4 0,0 1-141,0-3 0,0 0-1564,0-2-2529,0 6 4639,0 0 0,0 6 0,0 0 0</inkml:trace>
  <inkml:trace contextRef="#ctx0" brushRef="#br0">19244 4456 7805,'0'-12'0,"0"0"-17,0 1 0,0-1 0,0 0 193,0 0 0,-4 4 0,-1 2 1,-2 1 52,-2 2 1,-1 0 0,-2 1-45,0-2 0,0 0 1,1 4 237,-1 0 1,4-4 277,0 0 1,4-1 1193,-4 1-890,6 3 1,-4-6 271,6 3-174,-5 3 1,3-4 215,-6 5-649,5 0-337,-2 0 0,13 1-3,0 3 1,5-2 0,-5 5-7,2-2 1,-2 0 0,0-2-81,1 1 0,1 4 1,2-4-71,0-2 1,0 4-1,0-2-193,-1-2 1,1-1-1,0 1-5,0 2 0,-4-3 0,-1 3 1,3-3-1,0-1-51,2 0 1,-2 2-1,0 0 1,-3 2 82,3-1 1,-4 2-1,1 0 1,-1 0-84,1 1 0,-3 2 0,2-3 1,1 0 143,-1 0 1,-2 4-1,4-1 199,1 3 1,-2-3-1,1 0-144,1 1 1,-3-3 0,2 1-47,2-2 0,0 3 0,0-3-160,-2 2 1,2-3 0,-5 2 0,1 1-6,3-1 0,-2-2 0,1 4 92,1 1 0,2-2 0,0 1 93,1 1 1,0-3-1,-2 2 1,0 1 83,-3 2 0,0-3 1,2 0-1,-1 1-1,1 1 0,-2-2 0,1 0 0,-1 1-6,0 2 1,3 0 0,-3 1 0,1 0-62,0 0 1,-4 0 0,2-1 0,1 1-83,-1 0 0,-2 0 0,3-1 1,-1 1-33,1 0 0,-3-4 0,4 0 0,1 1 0,1 1 0,-2-2 0,0 0 0,1 0-100,2-1 1,-1 3 0,-1-3 0,-1 0 40,1 1 1,-2-4 59,1 4 0,-2 0 0,4 4 0,-3-1 13,3 1 1,-4-1 0,1-2 0,-1-1 92,1 1 0,1-3 0,2 2 0,-1 0-102,-1-1 1,0 3 0,4-3 0,0 1-25,-1 0 0,1-1 0,-1 5 0,-2 0 38,-1 0 0,-6-4 0,4-1 0,-2 3-19,-1 0 0,3-2 0,-4 0 0,4 0-12,0-2 0,2 5 0,4-3 21,0 2 0,-5-2 0,1-2 0,1 1-9,2 0 0,-3-4 0,-2 5 0,1 1 0,-1 2 0,-2-3 0,3 0 0,-2 1 0,-2 1 0,-2 2 0,0-1 0,2-2 0,1-1 0,4-1 0,-3 5 0,2 0 0,-1-4 0,3-2 0,-1 0 0,1-4 0,-2 4 0,-1-1 0,0 1 0,2-2 0,-3 4 0,1 1 0,-3-2 0,1 1 0,-1 0 0,0-2 0,-1 5 0,3-5 0,-1 2 0,0 0 0,4-4 0,-3 4 0,2 1 0,0 1 0,5 1 0,0-3 0,-4 2 0,0-2 0,1 2 0,1 1 0,1-2 0,-2-1 0,-1 1 0,-2 2 0,4-1 0,-3-1 0,3-1 0,-4 0 0,1 4 0,-1 0 0,1-1 0,-5 1 0,4 1 0,-1 3 0,-4-6 0,3 5 0,-3-1 0,-1 1 0,0-2 0,2 0 0,0 1 0,2 1 0,0-4 0,-2 8 0,0-2-28,2-3 0,0-1 1,-3-1-1,2 0-183,1 0 1,0-1-1,-3 0 1,2-2 85,1-1 0,1 0 142,-1 4 0,1-4 1,4-2-15,-1-1 0,0 3 0,4-4-5,0-1 1,-1 2 0,1-1-122,0-2 0,-4 0 1,0-1 46,1 3 1,1-3 0,1 5-4,-3-1 1,2-4-1,-2 4 168,3 1 0,-4-4 0,1 5 1,1-1 108,2 1 0,-3-1 1,0 4-1,1-3-308,1 3 1,2 0-1,-1 2 1,-2 0 7,-1-1 1,-1 1-1,5 0 1,0 0-31,0 0 0,-4-1 0,0 1 63,1 0 0,1 0 1,2-2-1,0-1 290,0-1 0,-5-4 1,1 3-1,1-2-78,2-2 1,-3-1 0,0 1 0,1 1-174,1-2 0,-2 4 0,-1-1 1,-1 0-250,1 0 1,-1 1 0,4-4 141,-3 2 0,1 0 1,3-3 86,-3 3 0,2-2 88,-2 2 1,-1-3 33,0-1 1,1 0-218,4 0 1,-4 0 34,0 0 1,-4 0 0,2 1 0,1 2 30,-1 1 1,-2 0 0,4-3 9,1 3 0,-2-3 130,1 3 1,-4-3-33,4-1 1,-1 4-22,5 0 0,0 2-154,0-3 0,0-1-112,-1 2 0,0-2 0,-2 1 178,-1 1 1,-2 1 74,2-1 165,3-3 0,-10 6 140,3-3 0,-3-2-180,-1 6 0,-1-5 1,-2 2-60,-1 0 0,-1-3 1,1 3 27,-4 0 1,-2-3 0,-1 3 0,2-1 96,1 0 1,1 0 0,-5-4-20,0 0 0,4 0 1,0 0-111,-1 0 0,4-2 1,1-2-134,3-4 1,1-2-1,0-2 1,0 0-137,0 1 1,1-1 0,2 0-1,2 0 5,1 0 0,2 1 1,4-1 147,0 0 0,-2 4 1,-1 2-1,-1 0 23,1 4 0,-2 1 1,1 1-74,1 0 0,0 1 0,0 3 0,-2 4 156,-2 2 1,-1-2-1,-4 0 1,0 1-15,0 1 0,0 2 1,0 0 508,0 0 1,-4-4-1,-1 0 1,-2-1-223,-2 0 1,-1-2-1,-2-5 1,0 0-321,0 0 0,1 0 0,-1 0 0,0 0 0,0 0 0,0-5 0,1-4 0,-1-4-81,0-3 1,5 0-1,2 4 1,1 1-218,0-1 1,0 0 0,6 0-20,2 1 0,-2 0 0,6 3 0,1 3-617,2 0 1,-3 3 0,0-2 0,1 3-6688,1 1 7621,2 0 0,0 5 0,0 2 0</inkml:trace>
  <inkml:trace contextRef="#ctx0" brushRef="#br0">1922 3513 7878,'-4'12'0,"-1"1"694,-2 3 1,3-1-1,-3 9 1,1 7-5,-1 10 0,5 1 1,-3 11-1,1 6-332,0 4 0,-4 0 1,4-1-1,0-7 115,-1-9 0,3-20-108,-2-3 0,3-15 0,1-13 0,0-13 102,0-11 1,5-12 0,3-5 0,3-7-281,1-9 1,-1 6 0,-5 22-1,0 0 1,0 0 0,0 0-179,0 0 0,0 1 0,7-33 0,-6 33 1,0-1-1,1 1 0,0 0-35,6-31 1,3 11-1,-1 2 1,0 10 116,1 9 0,-8 13 1,3 13-1,-3 8-32,-2 10 0,2 7 0,-4 7 0,0 4 66,0 4 1,1 0 0,-4 8 0,2-2 15,-1-2 0,-2-1 1,-1-1-1,0-2 159,0-3 0,0 3 0,-1-5 0,-4-2-112,-7-3 0,0-3 0,-5 1 0,0-1-74,-3-1 0,2-4 1,0 3-1,1 1-130,2-2 0,2-1 0,3-5 0,2 0 105,4 0 0,4 1 1,4 1-1,5 2-25,5-2 0,6-5 0,6-2 0,3-2 92,1-2 0,2-3 1,3-4 74,0-4 0,5-8 1,-2-3-1,-3-5 0,-2-2-201,0-2 1,-9-1 0,-1 3 0,-5-3-20,-4-1 1,-4 4-1,-4 0 1,-1 4 86,-2 2 1,-3 6-1,-4-1 1,-4 6 150,-2 5 1,-6 5 0,-1 6 0,-1 6-90,-3 4 1,0 8-1,0 5 1,2 3-161,2 2 0,-1-2 0,5 5 0,2-4-1472,1-3 1,5-3 0,2 2-1,7-2 769,8-6 1,5-4 0,8-7 0,2-3-1542,5-5 0,-2-6 1,3-7 2243,3-4 0,5-4 0,6-6 0</inkml:trace>
  <inkml:trace contextRef="#ctx0" brushRef="#br0">2771 3737 7769,'6'-12'-3,"-1"0"0,-5 1 1,0-1 1497,0 0 1,0 4 0,-1 2-1,-3 0 348,-4 4 1,-6 6 0,-3 5 0,0 5-966,0 6 1,-3 2-1,3 2 1,0 1-516,0 2 0,3-2 0,6 2-1012,4-2 1,3-2 0,1-2 0,0-2 0,1 2-98,3 1 0,2-6 0,6-3 0,0-1-237,0-3 1,0-4 729,-1 3 0,-4-4 0,-4 3-156,-6-2 1,-4-1 0,-6-5 0,-1-2-705,-2-1 0,-1-1 0,1 2 327,-3-1 1,6-4-1,1 5-1263,1 0 2049,6 2 0,5-5 0,7 0 0</inkml:trace>
  <inkml:trace contextRef="#ctx0" brushRef="#br0">3183 3371 7720,'4'-11'-12,"0"-1"1258,-1 0 1,-2 7 0,-2 5 223,-3 6 0,-3 11 1,-4 7-1,-2 7-924,-3 7 0,3 2 1,-3 7-1,2 8-497,-2 9 0,9-31 0,-1 0 0,0 4 0,-1 0 0,2 0 1,0 0 117,1-3 0,2-2 0,0 25 1,0-11-8069,2-10 7901,2-16 0,0-20 0,0-13 0</inkml:trace>
  <inkml:trace contextRef="#ctx0" brushRef="#br0">2900 3843 7688,'-11'0'1994,"-1"1"0,0 2-34,0 1 1,8 4 0,7-4-1274,7-2 0,10 0 0,0-4 1,3 0-719,5-2 1,2-5-1,5 1 1,1-3-861,-1-1 0,-3 1 0,-2 0 0,0 2-1175,0 1 1,-4 6 0,0-2 2065,-5 2 0,2 8 0,-5 0 0</inkml:trace>
  <inkml:trace contextRef="#ctx0" brushRef="#br0">3384 4055 7804,'-5'7'1263,"-1"3"1,-3-2-1,1 1-702,-1-1 0,4-1 572,1-3 0,3-8 0,1-2 0,0-7-666,0-6 0,4-5 0,1-2 0,0-4-719,0-4 0,5 1 1,-4-6-1,2 1-73,0-2 1,0 4 0,3-2 0,0 5-411,-3 5 0,2 4 0,-2 1-252,3 4 0,0 7 0,1 9 331,0 6 656,0 3 0,0 11 0,-1 2 0</inkml:trace>
  <inkml:trace contextRef="#ctx0" brushRef="#br0">3749 3760 7863,'-18'12'651,"5"1"0,5 2 0,0 2 786,2 1 1,-3 2 0,5 3 0,1 1-1120,2 0 0,1-5 0,0 1 0,0-1-684,0 0 0,0-2 0,0-5 228,0-1 0,4-5 138,0-6 0,5-11 0,-3-7 0</inkml:trace>
  <inkml:trace contextRef="#ctx0" brushRef="#br0">3749 3572 9480,'-11'0'0,"-1"0"2177,0 0 0,4 0 0,2 1-964,0 3 1,2 3 0,4 4-1876,0 1 0,6 1 1,2 2-1,2 0 531,2 0 0,1-2 0,3-1 131,3 0 0,4 5 0,0 1 0</inkml:trace>
  <inkml:trace contextRef="#ctx0" brushRef="#br0">4080 3666 9491,'-12'0'1422,"0"0"0,4 1 1,0 3-1,-1 4-484,-1 3 1,-3 6 0,-2 2 0,-1 5-401,2 4 0,0 2 0,-1 5 0,1 0-664,3 1 0,1-5 0,6-1 1,1-1 4,2-3 1,6-10 0,3-5 0,4-4-1343,4 0 1,-2-4 0,4-1 0,1-4 245,-1-6 1,-2-4-1,3-3 1217,2 0 0,-4-6 0,0 2 0</inkml:trace>
  <inkml:trace contextRef="#ctx0" brushRef="#br0">4516 3218 7862,'0'-12'-203,"0"1"1,0-1-165,0 0 0,4 4 6,0 0 427,0 6 1,-3-4 934,3 6 1282,-3 6 132,5-5-416,-6 4-350,0-5 0,0 7 0,-2 3 0,0 7-877,-2 6 0,-6 4 0,3 12 0,-4 7-841,-1 8 0,1 5 0,5-24 0,0 2 0,0 1 0,0 1-550,0 1 1,0-1-1,1-5 1,0-1 0,-3 28-1,4-7-2100,3-10 1,1-17 1263,0-4 1,4-19 0,-1-10 1454,0-8 0,4-12 0,-1 1 0</inkml:trace>
  <inkml:trace contextRef="#ctx0" brushRef="#br0">4327 3548 7990,'-12'11'0,"1"-2"1461,-1-1 1,5-4 0,5 2 30,4 0 0,11-4 0,11-6 0,7-4-842,7-2 0,-1-3 1,2 0-1,-2 0-4013,-1 2 3363,-1 2 0,6-3 0,0 0 0</inkml:trace>
  <inkml:trace contextRef="#ctx0" brushRef="#br0">5636 3206 7862,'-1'-7'0,"-3"0"1236,-4 2 1,2 1-1,-2 5-522,-2 3 0,4 5 0,-1 11 0,1 9-447,-1 7 1,3 9 0,-4 10 0,-1 10-233,4-27 1,0 0-1,-1 3 1,1 1-1,1 2 1,-1 0-1,2-4 1,0 0-6,0-3 1,0-2 0,-4 13 0,3-7 0,1-12 44,2-11 1,2-12-1,2-8 1,2-11 276,1-8 0,2-11 0,4-11 0,1-5-16,3-7 1,-3 2 0,4-7 0,-1 0-127,-1-1 0,1 10 0,-4-4 0,1 2-574,3 2 0,-3 5 1,3 1-1,-3 11-135,-1 9 0,-1 15 374,1 2 1,0 12 0,0 9 0,-1 8 0,1 9-6,0 8 1,0-1-1,0 12 1,-1 4 188,1 3 0,-5-3 1,-3 5-1,-3 0 571,-1 0 0,-1-8 0,-3-6 1,-5-3-269,-6-3 1,-3-8 0,-6 3 0,-1-7-823,-2-8 0,6-4 1,-1-3-1,2-3-909,2-4 1,7-4-1,1-6 1,3-5-150,4-8 0,2-4 0,4-3 1518,5-2 0,5-10 0,10 1 0</inkml:trace>
  <inkml:trace contextRef="#ctx0" brushRef="#br0">6214 3607 7862,'-1'-6'3292,"-3"2"-1802,-4 2 0,-4 4 1,-2 2-1,-3 4-890,-2 2 0,0 7 0,-5 3 0,0 2-558,1 2 1,3-1 0,2 1 0,2-1 51,6 1 0,3-2 0,8-2-934,3-5 0,8-7 0,8-5 0,3-6 223,5-5 0,-2-7 0,3-5 1,-3-2 168,-4-2 0,-2 5 0,0 0 0,-5 1-342,-1 0 1,-8 3 0,-2-1-674,-3 3 1463,-1 7 0,-10 1 0,-3 5 0</inkml:trace>
  <inkml:trace contextRef="#ctx0" brushRef="#br0">6426 3607 7833,'-5'7'1525,"-2"3"1,-4-2-294,-1 3 1,4 2 0,1 1-1,1 3-441,-1 1 0,1-2 0,-3 4 0,2 1-399,2 1 1,-3 2 0,4-1 0,1-1-399,2-2 0,1-3 0,0-5 72,0 0 1,0-7 0,0-6 57,0-10 0,5-3 0,2-8 0,1-5-384,0-1 1,-1 0 0,5-3 0,1-2-53,3-1 0,-5 4 0,3 1 1,0 1 2,0 1 1,-1 3 0,-2 6 0,1 1 8,0 2 0,-4 4 0,0 3 0,0 5 319,-2 6 0,-1 5 0,-5 7 0,0 6 466,0 6 0,0-1 1,-1 4-1,-2 0-191,0 0 0,-3-4 0,4 1 0,-2-5-42,1-3 1,-2-8-1,1 1-250,1-2 1,3-6 0,4-4-134,4-6 1,3-10 0,0-4 0,1-2-121,0-2 0,1 1 1,1-1-1,3 1 24,2-1 0,-3 2 0,1 2 0,-2 4 21,0 3 0,-9 7 1,6 2-1,-3 4 19,-2 4 0,-2 4 1,-5 7-1,0 6-171,0 5 0,-1 5 1,-2 3-1,-1-2-578,2 0 1,-4-9 0,2 4 0,2-1-2671,0-1 3606,2-6 0,6 4 0,0-5 0</inkml:trace>
  <inkml:trace contextRef="#ctx0" brushRef="#br0">7028 3643 9024,'0'-12'1338,"-2"4"0,-2 1-31,-3 2 0,-4 1 0,-1 6 0,0 1-409,1 5 1,-1 3 0,-1 2 0,-2 3-558,0 3 1,-2 1 0,4 2 0,-2 3-547,1 0 0,7 0 0,-3-3 1,2-1-129,1-1 0,5-5 0,-1 4-606,6-2 0,4-7 1,8-7-1,2-6 451,1-5 1,-2-7-1,2-5 1,1-2 296,-1-2 1,2-3 0,2-1 0,-2 1 52,-5-2 0,0 8 0,-2-1 0,0 2 28,-3 2 1,-4 7 0,0 2 111,-1 6 0,-6 15 0,-5 13-192,-1 4 0,-3-3 0,3 2 0,-1-2-514,0 1 0,6 0 0,-2 1 704,2-3 0,-3 7 0,-1-7 0</inkml:trace>
  <inkml:trace contextRef="#ctx0" brushRef="#br0">7240 3702 7833,'-4'9'0,"-1"1"0,-2 5 606,-2 2 0,4-2 0,0 4 0,1 0-189,0 4 0,0-4 0,4 6 0,0-4-1131,0 0 0,0-8 0,0-1-1337,0-2 2051,5-4 0,-4-1 0,5-5 0</inkml:trace>
  <inkml:trace contextRef="#ctx0" brushRef="#br0">7299 3430 7833,'-12'0'1509,"0"0"0,0 2-882,1 2 1,4-2 0,3 6 0,3 1-661,1 2 1,0 1-1,0 1 1,1 2-772,3 5 0,3-2 0,4 2 804,1 1 0,0 6 0,0 4 0</inkml:trace>
  <inkml:trace contextRef="#ctx0" brushRef="#br0">7405 3725 11944,'-4'8'0,"0"1"780,1 4 1,-2 2 0,0 7 0,0 3-573,0 0 1,-3 4 0,4-2 0,1-1-181,2-1 0,1-7 1,0-2-56,0-3 1,1-6 0,3-5 0,4-6-68,2-7 1,2-4 0,0-7 0,1-3 155,3 0 0,-3 0 1,3 2-1,-2-2-15,2-3 0,-3 5 0,3-2 0,-3 5-1758,-2 3 678,1 7 1,-5 15 0,-5 12 1032,-4 8 0,-5 5 0,-5 5 0</inkml:trace>
  <inkml:trace contextRef="#ctx0" brushRef="#br0">8313 3713 7884,'-4'-8'697,"0"1"1,-1 0-1,1-2 20,-4 1 1,2 5-1,-2-1 1,-2 4-280,0 4 1,-2 3 0,0 6-1,1 3-303,-1 3 1,1 4 0,2 0 0,1 1-221,-1-1 0,4-3 0,1-2 0,3-1-427,1-2 1,5-6 0,3-2 0,4-4 381,3-4 0,0-5 1,3-10-1,0-4 86,1-2 0,-5-3 0,2 0 0,-3 0 34,-1 3 1,-4 1 0,-2-2 0,1 0-610,-1 4 0,-2 2 0,3 5-364,-2 0 0,0 7 0,-2 5 983,1 6 0,5 10 0,-3 2 0</inkml:trace>
  <inkml:trace contextRef="#ctx0" brushRef="#br0">8620 3914 7884,'5'6'1908,"-4"-2"1,3-8-1,-1-6-1515,1-9 1,-2-3 0,5-12 0,-1-5-428,1-6 0,-3-1 0,4-9 1,0-1-102,-2-1 1,1 0 0,-5 0 0,2-5-81,-1-2 1,-2 2 0,-1 2 0,-1 6-329,-3 7 1,1 14 0,-3 6 471,0 9 0,3 11 0,3 7 438,0 7 0,1 4 0,3 4 0,5 2-244,5 1 1,1 3 0,3 5 0,0 2-440,1-2 1,0-1-1,4-2 1,-2 0-157,-2-4 0,-3 2 0,2-5 472,-1-2 0,-1 0 0,-4-3 0</inkml:trace>
  <inkml:trace contextRef="#ctx0" brushRef="#br0">8561 3489 7884,'-8'12'2523,"1"0"-1706,2 0 1,6-4-1,8-2 1,6-1-427,4-2 1,9 0 0,3-1 0,6 2-2950,6-1 2558,-5-2 0,24-1 0,-7 0 0</inkml:trace>
  <inkml:trace contextRef="#ctx0" brushRef="#br0">9716 3360 8410,'-12'5'1413,"5"-4"1,0 4 0,2 1-419,2 2 0,2 3 0,1 4 0,1 3-458,3 4 1,3-1-1,4 7 1,3-3-520,1-2 0,0-3 0,4-3 0,2-3-371,2-3 0,0-7 0,1-2 0,-1-6-42,1-7 0,-1-4 0,1-7 0,0-4-374,-1-3 1,-3 3-1,-2-2 1,1 3 423,-1 2 0,-5 1 0,-1 2 0,-6 6 731,0 4 0,-6 5 1,1 6-1,-6 3-146,-6 4 0,1 13 0,-9 7 0,0 6 692,-4 5 1,2 6 0,-6 8 0,13-22-1,0 0-720,-1 3 1,-1 0 0,2 1 0,-1 1 0,-3 3 0,-2 2 0,1-1 0,0-1-252,1 0 0,-1-2 0,1 0 0,0-2 0,2-2 0,0-3 0,-9 23-1487,10-13 1,9-12-1,4-6 446,4-9 1,5-8 0,6-10 0,3-8 1079,4-9 0,7-17 0,3-10 0</inkml:trace>
  <inkml:trace contextRef="#ctx0" brushRef="#br0">10353 3454 7800,'-17'24'1114,"3"-2"1,-5-3 0,3-3 95,6-3 0,0-5 1,6 0-1,2 0-636,5-2 0,5 0 0,7-6 0,6 0-617,6 0 1,-1-6 0,5-1-1,2-3-875,1 3 0,-4-3 0,-2 5 0,-3 0-3783,-2 0 4701,1 1 0,-1-2 0,1 0 0</inkml:trace>
  <inkml:trace contextRef="#ctx0" brushRef="#br0">10388 3725 7800,'-11'17'0,"-1"-4"0,0 2 0,1-5 0,4-2 0,3-1 1740,8 0 1,3-1-1,9-6 1,4-2-1349,2-2 1,2-2 0,-1-5 0,2 2-5696,3 1 5303,-3 0 0,9-9 0,-4-1 0</inkml:trace>
  <inkml:trace contextRef="#ctx0" brushRef="#br0">11108 3360 7800,'-8'0'2338,"0"0"0,-1 1-1419,-2 3 0,-4 0 1,-2 6-1,-2 6-272,-2 5 0,-2 1 0,-4 10 0,-1 0-508,-3 3 0,5 1 0,0 2 1,5 1-753,5-1 1,9-2-1,3-6 1,4-6-886,4-7 1,7-10 0,10-3 0,4-2-1169,3-2 2666,-1-6 0,7-5 0,3-8 0</inkml:trace>
  <inkml:trace contextRef="#ctx0" brushRef="#br0">11367 3419 7912,'-20'6'593,"1"-2"0,4-1 0,0-1 0,0 4 685,0 0 1,0-2 0,-3 4 0,1 1-631,2 2 0,1 2 0,-1 1 0,0 3-600,0 1 0,6 2 1,3 2-1,0-2-113,4-4 0,0 1 1,4-3-1,2-2-445,4-3 1,3-6-1,5 1 1,2-3 32,1-1 1,3-9 0,-4-4 0,2-4 249,0-4 0,-6 2 1,2 0-1,-3-2-146,-1-1 1,-4 3-1,-1 3 1,1 2-978,-1-2 0,-2 7 64,-5-3 1286,0 8 0,0-1 0,0 5 0</inkml:trace>
  <inkml:trace contextRef="#ctx0" brushRef="#br0">11627 3371 8437,'-2'-7'3511,"-2"0"-1471,-4 2 1,2 1-1132,-2 4 1,0 1-1,-2 4-690,2 7 0,-3 1 0,5 6 0,-1-1-355,3 0 0,3 2 0,1 4 0,0-1 65,0 1 0,0 1 1,1-1-1,2 3 26,1-1 1,0-8 0,-4 4-1,0-2-222,0-2 0,0-3 1,-2 1-308,-1-3 0,-4-5 0,-5-2 1,0-1-152,1-2 1,-1-2-1,0-1-678,0 0 0,6-1 555,2-3 0,5-3 1,6-6-1,6-1 848,4-2 0,8-5 0,5 3 0</inkml:trace>
  <inkml:trace contextRef="#ctx0" brushRef="#br0">11933 3466 7800,'-12'6'0,"1"0"1199,-1-1 1,1-3 0,2 5-1,1-2 2403,-1-2-3496,4-2 0,5-7 0,9-5 1,4-5-334,3-2 1,5 2 0,-2-2-1,4 1 260,0 3 1,-3 0-1,-2 4 1,-1 2 146,-2 4 0,-1 3 0,1 1 0,0 1-139,0 3 0,-2 4 1,-1 8-1,1 3-226,2 4 1,0-1 0,3-1 0,0-3-692,1-1 0,0 0 0,4-4 0,-2 0 43,-2-2 1,-4-6-1,1 2 1,-3-2-1278,-2-2 2110,1-2 0,0-6 0,0-2 0</inkml:trace>
  <inkml:trace contextRef="#ctx0" brushRef="#br0">12169 3737 8991,'-16'-5'771,"1"-3"0,0-3 1,7-2-1,4-2-163,3-5 0,8-8 0,4-3 0,9-4-264,6-5 0,4 2 1,6-4-1,-1 0-782,0 1 1,1 4 437,-1 2 0,1 4 0,-1 8 0</inkml:trace>
  <inkml:trace contextRef="#ctx0" brushRef="#br0">2570 4597 7714,'11'-20'-1403,"-2"-1"3587,-1 0 1,-6 1-272,2 8 1,-2 8 0,-2 7-1317,0 7 0,0 15 0,-2 3 1,0 7-476,-2 8 0,-4 2 0,3 9 1,-1 1-579,1 2 0,1-4 0,4 4 1,0-2-1328,0-1 1,0-13-1,2-5 1783,1-8 0,4 3 0,5-6 0</inkml:trace>
  <inkml:trace contextRef="#ctx0" brushRef="#br0">2464 4939 8285,'-18'12'0,"1"0"1260,0 0 1,8-4-1,-2-1-697,5 3 1,4-1-1,9-1 1,6-4 196,4-3 0,3-1 0,3 0 0,2-3-574,3-5 1,2-1 0,5-10 0,0-2-744,1-2 1,-6 4-1,-1-1 1,-2 0-2336,1 2 1,-1 1 2891,-3 5 0,-6 0 0,-1 1 0</inkml:trace>
  <inkml:trace contextRef="#ctx0" brushRef="#br0">3030 4845 8760,'-12'0'0,"1"0"943,-1 0 1,4 0 0,0 0 0,-1 0 34,-2 0 1,0 5 0,0 3 0,2 3-530,1 0 1,2 6 0,-2 3 0,2 2-432,1 2 1,4-1-1,-2 0 1,6-2-138,5-2 1,7-4 0,5-1 0,2-5 134,2-5 1,0-4 0,-1-4 0,1-5-31,-1-5 1,0-5 0,-4-4 0,-2-1-129,0 1 1,-8-1-1,2 1 1,-5 0-523,-3 4 1,-2-2 0,-2 5 0,-4 3 160,-7 4 1,-5 3 0,-7 8 0,0 3-158,-4 7 660,3 5 0,-9 17 0,4 3 0</inkml:trace>
  <inkml:trace contextRef="#ctx0" brushRef="#br0">4610 4480 6633,'0'-12'963,"0"0"0,-1 5 159,-3 4 0,1 1 1,-4 2-1,-3 0-519,0 0 1,-2 0 0,0 0 0,1 2-21,-1 1 1,0-1 0,0 2 0,0-2-160,1 2 1,3-2 0,0 3 0,-1-1-203,-2 0 1,3 4 0,2-3 0,-1 1-36,1 3 0,3-2 0,-1 1 0,3 1-92,1 2 0,-2 0 1,0 1-1,-2 1-199,1 3 1,2-2-1,1 6 1,0 2 46,0 4 0,0-3 0,0 4 0,0 3 156,0 3 0,0 0 0,0 0 1,0 2-87,0 2 0,-4-3 0,-1 5 0,0-1-82,-1 1 1,-3-6 0,3 1 0,-2-3-249,0 0 1,4-5-1,-3 0 1,2-5 470,3-5 1,0-3 0,2-1 250,0-1 1,2-4-1,1-3-166,5-3 0,3-1 0,1 0 1,1 0-43,2 0 0,0-1 1,3-2-1,-1-1-492,-2 2 1,-1-4 0,0 2 0,2 2-1218,-1 1 1,2 1 0,-2 0 0,0 0-2999,-2 0 4510,-1 0 0,5-6 0,1 0 0</inkml:trace>
  <inkml:trace contextRef="#ctx0" brushRef="#br0">5023 4668 8160,'-12'0'1145,"0"2"0,1 0-497,-1 2 1,4 1-1,0-2 1,-1 2-193,-2 2 1,0 1 0,-1 3 0,0 2 112,0 3 1,-1 4 0,-1 7-1,-2 5-429,2 2 1,1 6 0,2 1-1,3-2-489,4-3 0,8-9 1,5-2-1,4-7 311,3-6 0,6-8 0,1-1-261,3-6 0,1-9 0,-3-9 0,-2-4 0,-1-3 73,-1-2 0,-3-1 0,0-1 0,-5 0 150,-2-1 0,-5 3 0,-1 0 0,-2 3-89,-2 4 1,-6 1-1,-1 8 1,-4 3-235,-1 6 1,1 4 0,-3 2-1,0 3-539,-2 4 0,1 8 1,4 3 937,3 4 0,-2 0 0,3 1 0</inkml:trace>
  <inkml:trace contextRef="#ctx0" brushRef="#br0">5341 4939 7879,'11'-8'1513,"-2"2"-396,-1 1 1,-5 2 0,0 8 0,-1 7-733,-2 6 0,0 5 0,-2 0 0,-1 2-977,-5 3 1,1-2-1,-1 5 1,-1 1 591,-1-2 0,-2-1 0,0-6 0</inkml:trace>
  <inkml:trace contextRef="#ctx0" brushRef="#br0">5896 4574 7843,'0'12'356,"0"-1"1,0 1 925,0 0 1,-2 1 0,0 3 0,-4 4-655,0 2 1,-2 3-1,-2 2 1,0 5-631,2 2 1,2-3-1,-3-2 1,2-3-1623,2-4-1,1-6 672,4 0 1,5-11-1,3-8 1,3-8-1,0-6 1,3-7 0,0-5 952,2-1 0,-1-1 0,-3-5 0</inkml:trace>
  <inkml:trace contextRef="#ctx0" brushRef="#br0">5990 4692 7843,'0'12'54,"0"-1"1,-1 1-1,-2 1 155,-1 3 0,-4-2 0,4 5 0,0-2-53,-1-3 1,4-1-1,-3-1-156,3 0 0,-5-6 0,0 0 0</inkml:trace>
  <inkml:trace contextRef="#ctx0" brushRef="#br0">5624 4609 8556,'-4'8'0,"-1"0"738,-1 1 1,-1-2-1,-2 1 1281,1 1 0,5-3-1485,0 2 1,3-7 0,3-1-496,5-6 0,7-6 0,2-4 0,1-2-84,3 0 0,1-5 1,2 5-1,0-2 25,-1 1 0,1 4 0,-2 0 1,-1 2-476,-1 1 0,-2 5 1,2 3-1,-3 3 261,0 1 1,-4 4-1,2 2 1,-1 4 273,-3 3 1,1 2 0,-1 0-1,-2 1 128,-1-2 1,-2-1-1,3-2 1,-1-2-84,1-1 1,2-6 0,1 2 0,-1-3-38,1-1 1,0 0 0,-1-1 0,-2-1-1310,-1-2 1,-1-4-1,4 3 1261,-3-2 0,7-1 0,-1-4 0</inkml:trace>
  <inkml:trace contextRef="#ctx0" brushRef="#br0">6426 4373 7817,'-12'0'0,"1"0"0,-1 0 0,0 0 2295,0 0 0,7 0 0,5 0-1489,7 0 1,4 0 0,4 0 0,2 2-559,1 2 0,2-2 0,3 5 0,1-2-193,0-2 1,-5-2 0,1-1 0,1 0 137,1 0 0,-2 0 0,-2 0-180,-1 0 1,-2 1 148,-8 3 1,-1-1-1,-8 3 1,-2 1-156,-3 0 1,-4 0 0,-1 5 0,2 0-260,2 0 1,-1 5-1,4 1 1,-1 3 393,1 3 1,-3-2 0,4 11 0,2 3 82,0 6 1,2 3 0,0 3-1,0 6-59,0 1 0,4 1 0,1 1 0,2-5 479,2-5 0,-4-8 0,-1 1 0,-2-5 0,-2-3 1,-6-8-1,-1-5 1,-5-2-561,-4-3 0,-2-1 0,-6-2 0,1-3-766,-1-4 0,0-3 1,1-1-1,1 0-867,2 0 0,2-1 1,3-2-3353,-1-1 4900,6 0 0,-1 4 0,5 0 0</inkml:trace>
  <inkml:trace contextRef="#ctx0" brushRef="#br0">7098 5269 7833,'-5'-7'0,"-3"0"0,-2 0 2144,-2 1 0,4 2-1001,0-4 1,7 2-1664,1-2 0,1 2 1,7 8 519,1 2 0,7 2 0,2 6 0</inkml:trace>
  <inkml:trace contextRef="#ctx0" brushRef="#br0">2417 6613 6972,'-12'2'1385,"0"2"0,5-3 1,0 4-1,0-1-122,1 0 1,2 4-1,-3-3 414,2 2 0,0-5-1321,1 2 0,3-4 0,-3-4 0,4-4 11,4-2 1,2-3 0,6-3 0,0-4-510,0-2 1,5-3 0,2-1 0,2-1-54,-1 0 0,2 2 0,-4 2 0,2 1-31,0 2 0,-6 8 1,2 8-1,-3 3-106,-1 1 1,0 6 0,-2 6 0,-1 8 268,-1 6 1,0 2 0,4 4-1,0 4-136,-1 0 1,1-5 0,0 4 0,1-1-200,3 0 0,-2-3 1,5-2-1,-1-4 11,0-7 0,1-3 0,0-5 0,-2-2-366,0-4 1,-4-3 0,3-1-1,-3-1-235,-1-3 1,-4-2-1,0-6 988,1 0 0,-4-5 0,0-1 0</inkml:trace>
  <inkml:trace contextRef="#ctx0" brushRef="#br0">2570 6943 7722,'-12'0'231,"1"0"1,-1 0 0,1-1 1209,4-3 1,1-4 0,9-9-876,5-6 1,10-17 0,16-11 0,-14 23 0,1-1 0,3-3 0,2-1-380,1-2 1,2 0 0,-1 1 0,2 0 0,1-1 0,0 0 0,-1 2 0,-1 1-593,-1 1 1,-2 1 0,16-14 0,-1-1-1,-11 14-748,-11 11 1,-4 6-1,-3 3-1410,-1 4 2563,-4 1 0,4 12 0,-5 0 0</inkml:trace>
  <inkml:trace contextRef="#ctx0" brushRef="#br0">3325 6436 7840,'-18'6'643,"-1"-4"1,5 5 1424,-2-2 0,7-1-1470,9-4 0,5 0 0,8 0 1,3 0-546,4 0 1,-2 0 0,2 0 0,1-1-486,1-3 0,3 2 0,0-1 1,0 1-495,-3 2 0,-5 0 0,1 0 926,-1 0 0,4 0 0,-2 0 0</inkml:trace>
  <inkml:trace contextRef="#ctx0" brushRef="#br0">3301 6672 8243,'-11'5'822,"3"-2"1,0 5 2672,-1 1-3145,3-4 0,8 1 1,8-6-1,6 0 1,2-2-513,3-2 1,5 2-1,2-6 1,-1-1-2464,2-2 2625,-4-1 0,15 1 0,-4-1 0</inkml:trace>
  <inkml:trace contextRef="#ctx0" brushRef="#br0">4233 6236 7801,'-13'-12'2035,"-3"2"-720,-4 2 0,3 3 1,2 5-1,2 0-568,1 0 0,-4 5 0,-1 4 0,0 5-364,0 6 0,-4 4 0,3 2 0,-2 4-472,0 4 0,2-1 0,-2 7 0,5 0-308,2-1 0,6 2 0,3-5 0,3 1 2,1-3 1,5-6 0,3-4 0,2-4-1486,2-4 0,5-10 0,1 5-641,1-5 2521,8-2 0,-7-9 0,9-1 0</inkml:trace>
  <inkml:trace contextRef="#ctx0" brushRef="#br0">4433 6413 7856,'-11'0'0,"-1"0"946,0 0 1,0 0-1,0 0 1,1 1 0,-2 3 57,-3 4 1,3 6 0,-3 3-815,3 2 1,-2 3-1,2 4 1,3-1-1,1 1-415,2-1 0,2-4 0,6-3 1,3-1-342,4-2 0,4-7 1,4-4-1,3-3 81,3-1 1,-1-7 0,0-3 0,2-6 135,-2-2 0,-2 0 1,1-3-1,-4 1 447,-3-1 0,-1 3 0,-2-1 0,-1 2-13,-1 3 0,-5 1-1155,1 1 1070,-8 5 0,-3 7 0,-5 7 0</inkml:trace>
  <inkml:trace contextRef="#ctx0" brushRef="#br0">4834 6307 9027,'-1'-12'333,"-3"0"0,1 4 0,-3 0 2420,1-1 0,-5 4-1759,3 1 1,-4 3 0,-1 1 0,1 1-888,-1 3 1,0 3-1,1 6 1,2 1-1,3 3-301,1 1 1,1 2 0,4 4 0,1-1 118,3 1 1,-2 1 0,5 1 0,-2 1-625,-2 0 0,-2-1 0,-1 0 1,0 2 424,0-2 1,0-5-1,-1-3 1,-3 0 190,-4 1 1,-4-5 0,-2 1 0,-3-5-210,-2-2 0,4-6 0,-4 2 1,2-2-477,3-2 0,2-2 0,3-2 0,2-3-369,2-4 1,1-1 1136,4 1 0,11-6 0,2-2 0</inkml:trace>
  <inkml:trace contextRef="#ctx0" brushRef="#br0">5223 6224 7771,'-15'5'0,"-1"3"1096,2 3 0,4 1 0,4-1 0,1 3-290,2 1 1,2 5-1,2 5 1,3 1-578,4 0 1,8-8-1,2 5 1,3-5-337,2-3 1,0-8 0,7-3 0,0-4 130,0-4 0,-4-6 1,0-7-1,-3-1 144,-4-3 1,-3-2-1,2 0 1,0-1 202,-4 1 0,-5 0 1,-2 4-1,-2 3 230,-2 3 1,-3 8-1,-4 6-214,-4 9 0,-8 10 0,-4 11 0,-3 10-318,-5 8 1,2 6-1,11-24 1,0 0-519,1 2 1,-1 1 0,-3 5-1,1 1 1,0 1 0,1 0 0,1 0-1,0 0 1,1-3 0,0 1 448,3-3 0,0-1 0,-5 22 0,-1 1 0</inkml:trace>
  <inkml:trace contextRef="#ctx0" brushRef="#br0">3950 5930 14394,'17'-14'-354,"3"-1"1,4-4 689,8 1 0,7-4 1,15 2-1,8-2-216,-29 10 1,2 0 0,1 2 0,1 2 0,3 0 0,1 2 0,0 0 0,0 1-97,0 1 1,0 0 0,-4 3 0,1 0 0,4-1 0,1 0 0,3 1 0,1 0-94,3 2 0,1-2 0,1 0 0,2-2 0,3 1 0,0 0 0,1 1 0,1 0 70,1 0 1,-1 1-1,-7-1 1,1 2-1,3-1 1,0 1-1,-3 0 1,-1 2-2,-1 1 0,-1 0 0,-2-1 1,0 0-1,1 1 0,0-1 1,0 0-1,0-1-151,-1-1 1,-2 1-1,-1 0 1,-2 1 0,0-1-1,-2 0 1,-2-1-1,-1 0-920,-2 0 0,-1 0 1071,23-1 0,3 0 0,-9 0 0,-1 0 0</inkml:trace>
  <inkml:trace contextRef="#ctx0" brushRef="#br0">7263 6436 7807,'-11'-11'56,"-1"3"0,0 1 1,0 2 792,1 2 0,-1-2 0,0 1 1,0 2-167,0 0 1,1 2-1,-3 0 1,0 2 96,-2 2 0,1 1 0,4 4 1,3-1 303,4 1 0,-1-2 1,2 0-536,5 3 1,4 0-1,10 1 1,4-2-236,2-1 0,7-6 0,2 2 0,5-1-595,3 1 0,4-3 0,7 3 0,2-4-868,2-4 1,-3-3 0,3-4 0,-2 0-275,-2 3 0,-7-2 0,-5 3 1,-5 1-634,-5 2 1,-9 2 2055,-3 2 0,-13 6 0,-5 0 0</inkml:trace>
  <inkml:trace contextRef="#ctx0" brushRef="#br0">7440 6684 7895,'-19'4'227,"0"0"0,1 0 283,0 1 1,3-4-1,0 3 1,1-1 123,3 1 1,-1-3 0,0 3 292,0-3 1,0-1-1,1 0 1738,-1 0 1,5 2-986,3 2 1,3-2 0,2 6-903,3 1 0,7-2 0,6-1 0,2 0-751,6-4 0,2 1 0,7-1 1,4 2-28,2-1 0,0-2 0,2-1-727,-2 0 0,5-1 0,-2-2 0,0-2-891,-4-1 0,-1 3 0,-9-1 0,-1 1 0,-2 1-4215,-4-2 5833,-11 0 0,-1-1 0,-10-2 0</inkml:trace>
  <inkml:trace contextRef="#ctx0" brushRef="#br0">7712 6260 9200,'-23'0'0,"2"1"2044,2 3 1,4-3 0,0 3 538,1-3 1,9 1-1889,5 2 0,7-3 0,8 4 0,5-1-417,2 0 0,3 4 1,3-3-1,5 2-306,5 2 0,0-3 0,3 2 1,0 1-188,-3 2 1,3 2-1,-2 1 1,-1 3 60,-1 2 1,-3-3 0,-3 3-1,-5 2 156,-5 1 1,-4-1 0,-5 2 0,-1 2 136,-3-1 0,-3 1 0,-5-2 0,-2-1 190,-1 1 1,-3-3 0,-4 5 0,-1-4-609,-2 0 0,-2 1 0,-1 2 1,-4-2-1217,-2-2 0,-2 1 1,1-6 990,-1 0 1,-2-2-1,1-3 1,3-2-1,-1-4-4425,1-3 4929,9-1 0,-8-5 0,8-1 0</inkml:trace>
  <inkml:trace contextRef="#ctx0" brushRef="#br0">7381 6295 7850,'-11'0'2427,"3"0"1,0 0 875,-1 0 0,2 0-2408,-1 0 1,0 0-126,-3 0 1,-1 0 0,1 1-375,3 3 0,-2-2 1,3 3-1,0-1-252,-1 0 1,-1 3-1,-6-1 1,-2 0-40,-1 3 1,2 3 0,-4 4 0,-1 4-224,-1 2 0,-3-2 0,0-1 0,-1 2-397,0 1 1,8 2 0,-6-2-1,2-1 241,-1-1 1,4-1-1,1 4 1,-1-2 141,1-2 0,3 1 1,0 2-1,3-1-31,4-1 1,-1-4 0,5 2 0,1 0 395,2 1 1,2-5 0,3 0-1,4-3 70,3-3 0,6 0 0,2 2 0,4-2-202,0-4 1,6 1-1,2-1 1,3-1-416,2-2 0,1 3 1,1 0-1,3 0 314,5 1 0,-1 2 0,7 4 0</inkml:trace>
  <inkml:trace contextRef="#ctx0" brushRef="#br0">9091 6354 7969,'-12'-1'0,"1"-2"589,-1-1 0,0 0 1,0 4-83,0 0 0,2 1 0,1 3 1,2 4 54,2 3 0,0 2 0,2 1 0,-1 3-208,2 2 0,0 0 1,4 4-1,2-4-141,3-3 1,4-3 0,1-3 0,1-2-134,3-4 0,2-2 1,5-4-1,1-2-107,0-4 0,-1-7 1,1-5-1,-1-3-17,1-5 1,1 3 0,0-2 0,0 2-96,-3 1 0,-8 2 1,-1 2-1,-5 5 12,-2 1 1,-4 10 301,-6 8 1,-2 10 0,-7 13-1,-3 7 112,-4 8 0,-2 6 0,-2 11 1,-1 3-186,12-29 0,-1 1 0,-11 25 0,11-27 0,0 1 0,2-1 0,1-1-372,-9 29 0,1-9 0,7-7-485,5-10 0,5-8 0,3-16 0,3-2 0,5-4-601,5-3 0,1-6 1,3-4 1355,-1-5 0,9-10 0,-1-6 0</inkml:trace>
  <inkml:trace contextRef="#ctx0" brushRef="#br0">9598 6436 8413,'-21'17'0,"-1"2"1782,1-1 0,4-5-1113,9-5 0,4-5 0,8 1 0,5-3-586,6-1 0,0-4 1,8-1-1,2-2-454,0-2 1,-1 3 0,0-2 0,0-1-301,-1-2 1,2 3-1,0 2 1,0-1 670,-3 1 0,-1 3 0,3-2 0</inkml:trace>
  <inkml:trace contextRef="#ctx0" brushRef="#br0">9634 6660 7913,'-12'16'588,"0"-3"0,0-1 1532,0-3 1,6-4-1538,2 3 1,8-4-1,4 3 1,4-2-658,3-2 0,0-2 0,4-1 0,4-1-577,3-3 1,-4 1-1,4-3 1,1-1-2564,-3 0 3214,7 0 0,-1-10 0,5-2 0</inkml:trace>
  <inkml:trace contextRef="#ctx0" brushRef="#br0">10211 6319 7913,'-11'-6'2469,"-1"5"0,0-3-1553,0 3 0,1 2 0,0 3 1,1 5-631,-2 6 1,5 3 0,-7 6-1,-1 0-428,2 4 1,0-1 0,1 6-1,2 1-263,2-1 1,-1 0-1,5-1 1,1-1-179,2-4 1,6-9-1,3 3 1,3-5-670,0-5 1,2-4-1,2 1 1,2-4-313,1-2 1564,-3-2 0,12-11 0,-2-2 0</inkml:trace>
  <inkml:trace contextRef="#ctx0" brushRef="#br0">10377 6472 8623,'-6'-7'1967,"-2"3"1,2 3 0,-2 1-1526,-1 0 0,2 1 0,-1 3-249,-1 4 0,3 3 0,-2 0 0,0 1 0,0 0-404,0 0 1,4 0 0,-2 1 0,1 1-616,2 2 1,2-1 0,1-3 224,0 0 1,5-1 0,3-4 0,2-1 188,2-1 1,1-4-1,2 2 451,0-6 1,1-3 0,-3-6 0,0-1 0,0-2-3,-2 0 1,-2-1 0,1 3-1,0-2-325,-3 0 1,-4-1 0,1 4-1981,-3 0 2268,-1 1 0,0-1 0,0 0 0</inkml:trace>
  <inkml:trace contextRef="#ctx0" brushRef="#br0">10695 6366 7913,'-1'-12'1713,"-3"0"0,1 6 0,-5 2-991,-1 2 0,-1 8 0,-2 1 0,0 4-614,0 1 1,2 1-1,1 1 1,1 3-381,-1 2 0,3 0 0,2 5 0,3-1 144,1 1 1,1 0 0,2-1 0,2 1-64,2-1 1,1 1 0,2-2 0,-1 0 577,-1 2 0,-5-8 0,1 5 1,-3-4-207,-1-2 0,-4 1 0,-2-5 1,-4-2-695,-3-1 1,-1-6-1,1 2 1,-2-3-584,0-1 0,-1 0 0,4 0 0,0-1-953,0-3 2049,6-8 0,-5-6 0,5-5 0</inkml:trace>
  <inkml:trace contextRef="#ctx0" brushRef="#br0">10836 6106 7917,'-5'-6'0,"3"-1"2970,-6 3 0,6 3-2529,2-3 1,6 3-1,5 1 1,3 0-875,1 0 0,-2 0 0,4 0 1,-1 0-974,0 0 1,4 0 0,-5 0 1405,0 0 0,3-5 0,0-2 0</inkml:trace>
  <inkml:trace contextRef="#ctx0" brushRef="#br0">11131 5930 7917,'-8'1'1030,"1"3"1,0-2 0,-1 6 139,4 1 1,3 2-1,1 1 1,0 1-1362,0 3 0,4-2 0,1 6 0,0 2-1084,1 4 1,-1-1 0,-3 2 1274,2-2 0,0 4 0,-4 1 0</inkml:trace>
  <inkml:trace contextRef="#ctx0" brushRef="#br0">11108 6696 8480,'-20'12'1846,"0"-1"0,6 0-1108,-2-3 1,8-8-1,6-8 1,4-4-85,6-4 0,3 2 0,0-6 0,1-1-451,0-1 0,0 1 0,0 0 0,-1-1-160,1 1 0,0 0 1,-1-1-1,-1 1 115,2 1 1,-7 6 0,7-2-752,-2 3 1,1 6-1,-1 5 242,-2 4 1,1 10 0,-3 8 0,0 2 266,3 2 1,-2 4 0,1 4 0,1 2-161,1 1 1,2-3-1,1-1 1,2 1-138,0-2 1,2-1 0,-2-9 0,1-2-387,-2-7 0,-1-3 0,-1 0 0,0-4 767,-1-3 0,1-6 0,0-2 0</inkml:trace>
  <inkml:trace contextRef="#ctx0" brushRef="#br0">11190 6861 7839,'-6'0'849,"-4"-5"1,7-3 329,0-3 0,4-6 0,7-4 0,9-5-481,8-5 0,6-9 1,7-3-1,3-3-929,1-1 1,-7 5 0,2 3 0,-4 5 230,-8 6 0,0 1 0,-7 9 0</inkml:trace>
  <inkml:trace contextRef="#ctx0" brushRef="#br0">12063 6637 7985,'-17'0'715,"4"0"0,-3-1 1821,3-3-1679,6 2 0,3-7-673,8 5 1,3-1-1,5 2 1,1-2-53,2-1 0,-1 3 0,3-2-593,0-1 0,-4 5 0,4-4 1,-1 1-571,-1 0 0,1 0 0,-4 4 0,0 0-286,-1 0 1,-3 0 1316,0 0 0,-5 0 0,2 0 0</inkml:trace>
  <inkml:trace contextRef="#ctx0" brushRef="#br0">12051 6708 7985,'-12'4'0,"0"1"589,1 1 1,0-2-1,2 3 1,1-1 560,-1 1 0,2-1 1,1 4-128,1-3 0,-3 1-812,4 4 0,5-5 0,7-3 0,4-3-477,4-1 1,-2 0 0,6 0 0,1 0-950,1 0 0,1-1 1,1-2-1520,0-1 2734,-1-5 0,6-3 0,1-6 0</inkml:trace>
  <inkml:trace contextRef="#ctx0" brushRef="#br0">12876 6472 8584,'-5'-7'1067,"3"2"0,-5 4 1,1-2-352,-1-1 0,3 0 1,-4 4-1,-1 0-305,-1 0 1,-6 7 0,-1 3 0,-2 6-320,-2 2 0,-1 2 0,-1 4 0,-1 0 34,0 4 0,6-2 0,2 4 0,3-1-461,1-3 1,6-2 0,2-5 37,3-3 0,7-4 1,5-4-1,4-4 0,4-3 127,2-1 1,1-9 0,2-4-1,-1-4 225,1-4 1,-1 1 0,1-1 0,0-2 128,-1-2 0,-1 3 0,-2-5 0,-4 5-115,-3 2 0,-3 6 0,-2-2 1,-3 4 225,1 5 1,-6 1 0,0 8-197,-7 2 0,-3 3 0,-2 9 1,-1 5-336,-3 5 1,3 1-1,-3 3 1,3 0-345,1 0 1,2-3 0,2 4 0,4-1-187,3 0 0,1-8 0,0 0 1,2-2-1539,6-2 2304,0-8 0,14 5 0,-3-8 0</inkml:trace>
  <inkml:trace contextRef="#ctx0" brushRef="#br0">13065 6873 8268,'-8'4'2207,"0"-1"0,4 1-1467,-3-4 1,4-5 0,-1-4 0,3-4-369,1-3 1,1-6 0,3 0-241,4-5 1,2-4-1,2 1 1,0-2-1,0-2-243,0 2 0,-1 4 0,1 1 0,0 2-918,0 1 0,-1 6 0,1 3-394,0 6 0,0 11 376,0 9 0,-6 2 1,-2 6 1046,-3-2 0,5 9 0,0-1 0</inkml:trace>
  <inkml:trace contextRef="#ctx0" brushRef="#br0">13454 6578 9546,'-5'-12'1285,"2"6"1,-4 2 0,-3 2-373,0 2 0,1 2 1,0 2-1,-3 3-511,-1 4 0,2 6 0,-5 1-197,3 1 0,2 5 1,-1-1-1,0 0 1,1 4-606,4-3 0,-3 1 0,7-1 1,0-1-627,2 1 0,2-4 1,2-2-1,2-2 295,1-6 0,3-2 0,6-5 0,1 1 436,-2-2 0,0-6 0,1-4 0,1-2-213,-2-2 1,-1-2-1,-1-1 508,0 1 0,-1 3 0,1-6 0</inkml:trace>
  <inkml:trace contextRef="#ctx0" brushRef="#br0">13867 6578 7892,'-1'-11'3513,"-2"2"-2022,-1 1 1,-5 6 0,1-2-797,-2 3 1,0 1 0,0 0 0,-3 1-439,0 3 0,-4 6 1,0 7-1,0 2-339,0 2 0,-3 1 1,4 1-634,2 1 1,1 0-1,2-1 1,3 1-1,4-1-239,3 1 0,1-4 0,1-2 0,3-1 452,4-3 0,3-1 1,1-2-1,-1-3 205,1-4 0,1-3 0,2-1 0,2 0 297,1 0 0,2-5 0,3-2 0</inkml:trace>
  <inkml:trace contextRef="#ctx0" brushRef="#br0">14008 6672 8952,'0'-12'5380,"-1"6"-4666,-3 2 1,2 3-1,-6 2-612,-1 3 0,2 2 0,1 6 0,-1 1-370,0 3 1,3-2 0,-2 5 0,1-1-278,2 0 1,-2 1-1,1 0 171,1-3 1,2-3-1,1-1 1,1-1-1,3-4 84,4-3 0,-1-2 0,0-2 0,1-2 623,-1-2 1,3-3-1,-3-8 1,1-1-205,0 2 0,-4-3 0,2 1 0,-1 1-835,-2-3 1,2 5-1,-1-2-316,-1 2 1022,-2 6 0,-1-3 0,0 3 0</inkml:trace>
  <inkml:trace contextRef="#ctx0" brushRef="#br0">14374 6660 7892,'-8'-10'1240,"0"2"1,0-1-289,-3 5 0,-1-4 0,0 4 1,0 2 94,1 0 0,3 4 0,0 2-1050,-1 3 1,-1 4-1,3 1 1,1-1 205,1 1 1,4 0 0,-3 1-864,3 3 1,1-3 0,0 4 0,0-1-1,0 1 265,0 1 1,1-2 0,1 2 0,2 0 746,-1 1 1,-2-1-1,1 3 1,0-3-230,2-1 1,0 0 0,-5-2-1,-2 1-230,-1-2 0,-5-1 1,1-2-1,-2-2 72,-2-1 0,0-6 0,0 2-1278,1-3 0,3-2 1,1-4-1,2-6-1535,2-3 2848,7-7 0,3 3 0,5-6 0</inkml:trace>
  <inkml:trace contextRef="#ctx0" brushRef="#br0">14645 6825 8706,'-12'8'272,"1"0"1,-1-5-1,0 2 1,0-1 1343,1 0 0,4-1 1,3-7-1119,3-4 0,6-8 1,3-4-1,2-2-373,2-1 0,1-2 0,2-2 0,2-1-11,1-3 0,-4 5 1,2 0-1,-1 4-123,0 2 0,-3 6 0,1-1 1,-4 5-289,0 2 1,-2 5 0,0 1 0,-1 6 128,1 8 0,-5 1 0,2 8 0,-1 3 70,1 7 1,-3-1 0,4 1 0,1 3-184,1 4 1,0-5 0,1 2 0,1-2 27,2-3 0,-4-1 0,1-7 0,0-1-1165,-1-1 1,3-7-723,-2-1 2140,-3-6 0,6-6 0,-5 0 0</inkml:trace>
  <inkml:trace contextRef="#ctx0" brushRef="#br0">14740 6920 7892,'-16'8'2035,"0"-1"0,2-7-584,6-3 0,8-5 1,9-12-1,5-1-1192,6-1 0,4-3 0,3-1 1,3-2-602,0 2 1,1 5 0,-5 3 341,1 1 0,6-4 0,-3 2 0</inkml:trace>
  <inkml:trace contextRef="#ctx0" brushRef="#br0">3667 8051 7886,'-12'-11'878,"0"-1"0,-1 1-317,-3 4 1,7 1-1,-2 8 1,0 3-171,1 7 1,2 7 0,1 13-1,1 8-67,-1 9 0,3 11 0,1-25 0,0 1 0,-1 3 0,1 2-171,0 3 0,-1 1 1,1-4-1,0-1 1,-2 2-1,1 0 1,0-4-1,1-2 316,-2 30 0,-3-16-50,4-11 1,0-19 0,4-18 0,2-12 160,1-12 1,0-14-1,5-10 1,1-5-336,2-2 1,0-4 0,1-4 0,0-5-355,-6 31 0,0 1 0,7-32 1,-6 29-1,0 0 0,2-2 1,-1 0-120,1-1 0,1 0 0,0 1 0,1 0 0,1 1 0,1 1 0,-1 2 0,2 1-48,-1 2 1,0 2-1,8-16 1,2 8-1,-4 13-7,-2 12 1,-8 9 0,3 12 0,-3 8 345,-2 5 1,4 9 0,0 5 56,3 7 0,3 17 0,-2 5 0,-7-30 0,-1-1 0,1 2 1,-1 1 99,0 1 1,-1-1 0,0 30 0,-3-32 0,-2 0 0,1 31 272,-2-6 1,-3-8-1,-5-10 1,-8-2-122,-4-1 0,-9-9 1,-1 3-1,-3-6-105,-3-3 0,8-3 1,-6-3-1,3-4-1045,5-6 0,5-5 0,3-3-561,1-3 0,2-4 1,8-6-1,3-2-823,2 2 0,12 1 1,3 2 2161,4 3 0,13-7 0,6 1 0</inkml:trace>
  <inkml:trace contextRef="#ctx0" brushRef="#br0">4363 8370 7903,'-20'0'0,"0"0"0,1 1 1385,0 3 0,-4 3 0,2 4 1,-4 2 257,-1 3 0,3 2 0,-4 7 0,3 3-1012,5 3 0,2 1 1,5 0-1,1 3-791,3-3 0,8-8 1,8-2-1,5-5-158,7-6 0,1-5 0,11-7 1,0-4 6,2-7 1,-1-5 0,0-7 0,0-1-478,-5-2 0,-1 2 1,-5-3-1,-2 2 124,-5-1 1,-3 2-1,-4-3 1,-4 3-109,-3 2 1,-6 8-1,-3 4 1,-4 2-223,-3 2 0,1 3 0,-3 8 994,0 4 0,4 8 0,-4 2 0</inkml:trace>
  <inkml:trace contextRef="#ctx0" brushRef="#br0">4634 8417 7887,'-12'0'2392,"0"1"-360,0 3 1,5 3 0,-1 4-1415,-1 1 0,-1 5 1,1 4-1,3 4 1,-1 3-135,1-2 1,2 0 0,-3 0-1,1 0-134,-1-3 0,4-5 0,-1-6 47,3 0 1,1-7 0,1-6-176,3-10 1,2-2 0,3-8-1,0-3-293,4-2 0,-1-7 1,4 3-1,-2-1-185,2-1 1,-3 2 0,4-1 0,-1 2 19,-1 0 0,2 8 1,-2-1-1,0 5-544,0 7 1,-2 4-1,-3 10 721,-2 4 0,-1 8 0,-5 3 1,2 5 470,-1 4 0,-3-2 1,-3 5-1,-2 1 37,-1-2 0,3-1 0,-2-6 0,1 1 51,0-1 0,-4-4-922,4-4 0,1-7 317,7-4 1,3-13 0,5-7-1,1-5 1,1-4-206,2-2 0,5 1 0,-3-4 1,1 1-40,-4 3 1,2 5 0,-1 2-1,-1 2-230,-2 3 0,-2 6 0,1 4 234,0 3 0,-5 7 0,-3 6 0,-3 6 223,-1 5 1,-1 0 0,-2 1 0,-2 1-256,-2 2 1,3-5 0,-2 3 0,0-1-1087,4-3 1,0-4 0,2 1 69,0-1 1,2-5-1,2-5 1393,4-2 0,7-6 0,4-6 0</inkml:trace>
  <inkml:trace contextRef="#ctx0" brushRef="#br0">5282 8488 7576,'8'-20'-16,"0"0"0,-1 6 1,1-2-1,-3 3 2272,0 1 0,-4 1 0,2 0-823,-6 3 1,1-1 0,-6 5 0,-1 1-769,-2 2 1,3 1 0,0 0 0,-2 1-274,-4 3 0,-1 4 0,-3 7 0,-1 2-302,1 1 0,0 2 0,-3 2 0,2 0-283,2 2 1,2-5-1,3 6 1,1-4-377,4 0 0,1-8 0,6-1 0,2-3 18,2-2 1,6-2 0,7-8 0,3-4 327,5-9 0,-2-5 1,5-3-1,-3 1 28,-2-1 0,0 5 0,-3-1 0,-1-1 21,-2-1 0,-1 3 0,-6 4 229,-2 2 0,-3 7 1,-6 8-99,-3 8 0,-3 4 0,-4 9 0,-1 2-343,0 0 0,0 3 1,2 0-276,2-2 1,-1 3 0,3-2 0,1-2 0,0-2-560,2-4 1220,2-4 0,1 2 0,0-6 0</inkml:trace>
  <inkml:trace contextRef="#ctx0" brushRef="#br0">5683 8417 8378,'-11'18'822,"-1"-2"0,-1 2 1,-2 1-1,0 2 120,0 2 1,2-2 0,3 7 0,0-3-595,2-2 1,6-5 0,-2-2-681,3-3 1,6-6 0,3-5-177,2-4 1,-2-10-1,0-8 1,0-2-1231,-2-1 1738,5-1 0,-5-10 0,6-3 0</inkml:trace>
  <inkml:trace contextRef="#ctx0" brushRef="#br0">5695 7981 7852,'-12'0'1137,"1"0"0,-1 0 627,0 0 1,0 5-1,2 3-1409,2 2 1,3 2 0,5 0 0,0 1-540,0 3 0,0-2 1,1 6-1,3 1-804,4 1 1,-2 3 0,2 0 987,1-2 0,7 14 0,2-6 0</inkml:trace>
  <inkml:trace contextRef="#ctx0" brushRef="#br0">5766 8452 7507,'-4'12'260,"0"0"1,-1 1-1,2 1 1,-2 3 1228,-2 2 1,3-4-1,-2 4 1,1-1-330,2 0 0,-2-2 0,1 2-263,1 0 1,3-8-644,4-6 1,-1-8 0,5-5 0,1-6-116,1-4 0,7-9 0,2-3 0,0-3-245,1-2 0,-4 1 0,3 1 0,2 1-24,2 2 1,-4 9 0,0-1 0,-2 5 104,-3 4 0,-1 6 0,-2 5 0,-2 6 124,-1 5 0,-6 12 0,2 8 0,-2 5-223,-2 2 0,-4 2 1,-2 1-1,1 1-1057,0-1 0,-3-1 1,3-5-1,0-3 1181,-1-5 0,2-8 0,4 1 0</inkml:trace>
  <inkml:trace contextRef="#ctx0" brushRef="#br0">6898 8299 7832,'-12'-7'4114,"4"2"-3307,0 5 1,2 5 0,-2 5 0,4 4-477,3 6 0,2 3 0,2 5 0,2 2-746,1 0 0,2 0 0,4-5 0,1 0-158,3-3 0,2-10 1,6-2-1,1-3 45,2-4 0,-1-9 0,5-5 0,-1-8 390,0-3 1,-9-3 0,-1-1-1,-6-2 365,-2 2 0,0 1 0,-2 3 1,-2 2 792,-4 5 1,-4 3-634,-4 4 1,-1 4-1,-5 9 1,3 7 76,-3 6 1,-4 10-1,-2 3 1,1 5-123,-2 3 1,2-1-1,-5 5 1,-1 2-529,-1 1 1,3-3 0,2-3 0,2-2-645,5-3 0,2-12-172,0 1 0,8-15 0,9-7 1002,5-11 0,5-13 0,4-8 0</inkml:trace>
  <inkml:trace contextRef="#ctx0" brushRef="#br0">7464 8334 7797,'-18'16'0,"2"0"130,3-2 1,2-1 0,3-1 767,4 0 0,8-6 0,6-2 1,4-2-46,6-2 0,2-2 1,2-2-1,-1-3-988,1-4 0,-1 3 1,0 0-1,-2 1-474,-2 0 1,-3-2 0,2 5 608,-1 1 0,4-3 0,-2-1 0</inkml:trace>
  <inkml:trace contextRef="#ctx0" brushRef="#br0">7488 8535 8012,'-19'14'0,"3"-1"1881,3-2 0,3-6-898,2 3 0,4-6 0,8 2 1,5-2-958,6-2 1,-1-4 0,4 0 0,2 0-173,2-1 0,-1-1 1,7-1 145,-3 3 0,-2-8 0,1-1 0</inkml:trace>
  <inkml:trace contextRef="#ctx0" brushRef="#br0">8254 8216 7799,'-12'0'0,"0"0"0,1 0 0,-1 0 0,0 0 1781,0 0 1,0 2-1,1 0 1,-1 5-253,0 3 0,-1 1 1,-1 9-1,-3 1-1398,-2 1 0,3 7 0,-2 2 0,0 4-345,-1 5 0,5-4 0,0 4 0,4-5-850,7-4 1,1-3 0,4-8 0,3-6-1139,7-5 1,5-4 0,7-6 2201,4-3 0,2-8 0,5-6 0</inkml:trace>
  <inkml:trace contextRef="#ctx0" brushRef="#br0">8490 8299 8051,'-19'1'344,"4"3"0,0-1 0,1 5 1,-3 1 297,-1 1 0,3 3 0,-1 3 0,2 4 672,-2 2 0,3 2 0,-3-1 0,5 1-1028,3-1 1,-1-3 0,5-2 0,1 1-609,2-1 1,7-9-1,5-1 1,5-5 221,2-3 0,-2-2 1,3-3-1,2-7-661,1-6 1,-2 0-1,-2-1 1,1 1 79,-1 0 0,-7 3 1,0 0-1,0 0-163,-1-1 0,-2 3 1,-1-2 843,-2 2 0,-1 1 0,-4 0 0</inkml:trace>
  <inkml:trace contextRef="#ctx0" brushRef="#br0">8855 8299 7830,'-1'-12'882,"-3"2"1107,-4 2 0,2-1 1,-2 5-1125,-1 1 1,-2 2-1,1 2 1,1 3-733,1 4 0,1 2 0,-1 2 0,3 1-195,0 3 1,4 2 0,-3 6 0,2 0-374,2-1 1,2 1 0,0-1 0,3 1 502,2-1 0,0-2 1,0 0-1,-3 2 389,-2-2 1,-2-4 0,0 1 0,0-1-181,0-3 1,-6-1 0,-1-2-1,-5-2-752,-4-1 1,2-5 0,-5 1 0,1-3-462,0-1 0,3 0 0,-1-1 0,2-5-103,-2-6 0,7-2 0,-1-7 0,3-2 1039,4-2 0,7 2 0,3-5 0</inkml:trace>
  <inkml:trace contextRef="#ctx0" brushRef="#br0">9044 7863 7848,'-12'5'1783,"0"-4"1,11 5 0,5-6 0,7-2-1358,4-2 1,0 2 0,3-5 0,0 1-696,1-1 0,-4 3 0,4-2 0,-1-1 327,0 1 0,-3 3 0,2-2-58,0-1 0,1 5 0,6-4 0</inkml:trace>
  <inkml:trace contextRef="#ctx0" brushRef="#br0">9386 7627 7802,'0'-8'4065,"0"0"-2763,0 6 0,0-2 1,0 9-1,0 7-1069,0 6 0,0 6 1,0 2-1,0 3-1261,0 1 0,0-4 0,0 3 1028,0 0 0,0 1 0,0 5 0</inkml:trace>
  <inkml:trace contextRef="#ctx0" brushRef="#br0">9280 8511 7829,'-18'0'1320,"1"0"1,5 0 2001,0 0-370,0 0-2501,0 0 0,7-5 0,5-3 0,7-2-281,3-2 0,6-5 0,1-3 0,1-2-140,3-2 0,-2-1 0,0-1 0,2-3-39,1-1 1,-3 8 0,-3 0 0,-3 3-297,-2 5 0,1 6 0,0 4 105,0 3 0,-2 7 0,-2 6 0,-3 8-140,1 6 1,-4 4 0,5 6-1,-1 0 90,1 4 1,1-8 0,2 4 26,-2-2 1,6-3 0,-2-1 0,1-5 0,0-3-170,-1-5 1,1-6-1,2-5 1,1 0-104,-2-4 0,-1-2 0,-1-5 0,0-5 495,-1-5 0,1-6 0,0 3 0</inkml:trace>
  <inkml:trace contextRef="#ctx0" brushRef="#br0">9374 8712 7867,'-12'0'1290,"1"0"1,-1 0-190,0 0 1,7-7-1,5-5 1,8-9-495,6-9 0,15-4 0,10-13 0,-16 21 0,0 0-685,3-2 0,-1-1 1,0 0-1,0-1 0,2 1 1,0 1-1,0-1 1,-1 1-627,2 0 1,-2 1 0,19-16 0,-3 4-1,-8 9-545,-7 5 1,-6 6 1248,-1 4 0,-6 2 0,3 1 0</inkml:trace>
  <inkml:trace contextRef="#ctx0" brushRef="#br0">10329 8181 8595,'-5'-6'2022,"-3"2"0,2 2 0,-2 2-675,-1 0 1,2 0 0,-1 0-994,-1 0 1,3 0-1510,-2 0 1,5 6-360,-1 1 0,8 4 1,4 1 1513,2-1 0,2 1 0,0 0 0</inkml:trace>
  <inkml:trace contextRef="#ctx0" brushRef="#br0">10329 8464 9783,'-11'4'0,"-1"1"1868,0 2 1,0-5 0,0 4 2445,1-1-3220,-1-4-2304,5 4 0,7-5 1210,8 0 0,3 6 0,0 0 0</inkml:trace>
  <inkml:trace contextRef="#ctx0" brushRef="#br0">11202 7556 8305,'-8'0'1483,"0"0"-658,-1 0 0,3 0 233,-2 0 0,4 0 0,-3 2 56,2 2 1,-4-3-549,1 3 0,1-3 0,0-1-193,-3 0 0,4 0 0,-2 1-309,-1 3 0,2-2 1,-1 2 37,-1-3 0,-1 3 0,-2 1 228,0 2 0,0-3-59,1 3 1,-1-3-168,0 4 0,5-4 0,2 3 0,1-1-77,0 1 1,0 1-1,3 3-87,-3 1 0,3 1 0,-3 2 0,3 0 275,1 0 0,0 3 0,0 2 0,0 2 1,0 2 1,0 1-1,-2 2 1,0 5-102,-2 2 0,-4 2 1,3 4-1,-1 3 6,1 3 0,-4-3 1,2-1-1,0 0-366,-1 0 0,4-1 0,-3 3 0,1-5 28,-1-2 0,3-5 1,-2 1-1,0 1 152,4-1 1,-1-4-1,1 0 1,-2-2 288,1-1 1,0-3 0,1 3-1,-2-4-49,1-2 1,2-1-1,1 4 1,0-4 56,0-3 0,0-3 0,0-1 1,0 0 552,0-1 1,1 1-74,3 0 0,-1-2-392,5-2 1,-4-2 0,3-6-321,3 0 0,0 0 0,2 0 0,0 0 0,-1-4 0,1-2 0,0 1 0,0 0 0,-3-3 0,0 3 0,2 0-2296,-2-1 1,0 1 0,3 3-1058,0-2 1,-5-2 3352,1 2 0,0 3 0,4-4 0</inkml:trace>
  <inkml:trace contextRef="#ctx0" brushRef="#br0">11178 8228 7878,'-11'0'731,"-1"4"0,0 0 0,0-1 527,0-2 1,5 3-1,-1 0 1,0 0 122,1 1 1,2-2-1164,5 5 1,0-4 0,1 2 0,3-1-98,4-2 0,4-2 1,2-1-1,3 0-214,2 0 1,0-1-1,5-2 1,0-1-389,-1 2 1,1-3 0,-1-1 0,1 1-689,0 0 0,-5 0 0,0 2 1,-1-1-22,0 1 0,-2-2 1190,4 1 0,-6-5 0,3 2 0</inkml:trace>
  <inkml:trace contextRef="#ctx0" brushRef="#br0">11792 7804 14950,'0'17'1882,"-4"3"0,-2 7 0,0 7-1582,-3 8 0,-2 12 0,-1 11 0,6-31 0,-1 0-802,-1 2 0,1-1 0,-4 25 1,-2 5-1,1-8-1305,3-8 0,4-7 0,-2-12 1807,2-7 0,1-4 0,4-8 0</inkml:trace>
  <inkml:trace contextRef="#ctx0" brushRef="#br0">12063 8499 9501,'-7'6'3947,"2"-4"-3387,5 6 0,0 0 1,-1 4-1,-2 1-639,-1 3 0,-4-3 1,3 4-1,0 0-974,0 2 1,-3-2 0,2-1 1052,0-3 0,-2 4 0,-4 2 0</inkml:trace>
  <inkml:trace contextRef="#ctx0" brushRef="#br0">12676 7910 8328,'0'-12'2479,"-1"6"-1511,-3 2 0,2 4 0,-1 4 0,1 5-337,2 5 1,0 6 0,-1 7 0,-2 5-211,-1 2 1,-5 4-1,1 2 1,-2 6-623,-2 3 1,0-7 0,2 4-1,1-5-839,1-3 1,4-6 0,-3-6 0,2-5-3935,2-5 4974,2-3 0,1-7 0,0 0 0</inkml:trace>
  <inkml:trace contextRef="#ctx0" brushRef="#br0">12947 7592 7742,'-5'-7'232,"4"-3"0,-5 3 0,2-1 2020,1 0 0,-1 4-1387,4-3 1,1 4 0,3-1 330,4 3 0,2 1 0,3 0 0,2 0-619,0 0 0,2 1 0,-2 2 0,2 1-552,1-2 1,1 0 0,2-2-1,-2 0-26,2 0 1,-4 0-1,0 0 1,-1 0-340,0 0 0,-1 0 286,-3 0 299,0 0 0,-5 1 1,-5 1-133,-4 2 1,-1 4 0,-4-2 0,1-1 63,-1 0 1,3 4 0,-2-1 0,-1 2-161,1 2 0,-1 1 1,-2 2-1,1 2-101,-1 1 0,2 7 0,0 5 0,-3 3-125,0 2 0,-2 3 0,2 9 0,0 2 152,3 2 0,3-1 1,-3 5-1,2 2 545,2 5 1,-2-4 0,1 2 0,1-1-332,2-3 1,1-5 0,0 0 0,0-2-29,0-2 0,0-9 0,0-4 1,-1-3-424,-3-1 1,1-3 0,-5-1 0,-1-4-116,-1-2 1,-2-6 0,-1 2 0,-2-3-989,0-1 0,-6 0 0,2-2 0,0-1-902,-1-1 1,0-4 2298,-3 4 0,-1 5 0,1 5 0</inkml:trace>
  <inkml:trace contextRef="#ctx0" brushRef="#br0">3608 9537 7742,'-8'0'0,"0"1"0,-1 3 0,-1 4 0,-2 5 0,1 7 0,2 8 1469,1 9 1,4 6 0,-2 7-1,-1 5-916,1 7 1,2-2 0,0-24 0,0 0 0,0-1 0,0 1-321,1-1 1,-1-2 0,-6 17 0,3-6 0,0-7 318,-1-8 1,5-11-262,-1-10 1,3-9-1,1-15 1,1-6 158,3-9 0,-1-3 0,3-11 0,1-8-376,-1-7 0,1 0 1,-3 25-1,1-1 1,-1 1-1,0 0-187,1 1 1,-1 0 0,0 1 0,-1 0-1,0-6 1,2 0 0,-1 1 0,2-1 1,1 0 0,0 1 0,8-23 0,3 6 0,1 11 173,-1 11 1,0 12 0,2 9-1,-4 8 32,-3 7 0,0 5 1,1 8-1,3 3-70,2 4 0,-4 0 1,5 1-1,1 2 142,1 5 1,-2-3 0,-2 6 0,1-3 95,-1 0 0,-4-8 0,2 2 0,-4-1 710,-4-3 1,-3-4-1,-6 1-482,-3-1 1,-4 0 0,-8-4 0,-4 1-447,-2 1 0,-3-7 0,-2 6 0,-5 1-44,-2-2 0,7 1 0,1 0 0,-1 3-115,2 2 0,2 0 1,3 4-1,4-2-199,3-2 0,7 2 0,2 5 0,3 2 185,1-2 0,9-1 0,3-1 0,2-1 14,3 1 0,-3-6 1,5-2-1,-1-3-414,0-1 1,-2-4 0,4-2 0,-1-1-931,0-2 0,3-2 0,-4-1 0,3-1-351,3-3 1,-7-2 1809,7-6 0,-3 0 0,2 0 0</inkml:trace>
  <inkml:trace contextRef="#ctx0" brushRef="#br0">4315 9926 7785,'-11'0'935,"-1"0"1,0 0-1,0 0 1294,1 0 1,-1 0 0,0 0 0,0 0-1116,0 0 1,1 0-1,-1 0 1,0 0-480,0 0 0,0 5 0,-1 3 0,-1 2-333,-2 2 1,0 4 0,5 1 0,-1 1-715,0 3 1,2 1 0,2 2 0,4 0-378,2-1 0,2-4 0,0-4 1,3-3 218,5-4 0,0 1 1,9-5-1,0-4 417,3-7 1,2-2-1,1-9 1,1 0 138,0-1 1,-5 0 0,1-4 0,0 2 128,-2 2 1,-1 4 0,-7 0 0,0 2 511,-3 1-565,-4 5 0,2 9 1,-6 9-1,-3 8-135,-4 3 0,2 1 0,-1 1 0,0 0-1108,1-1 0,3-3 1,-1-2-1,3 1-1364,1-1 0,0-4 2545,0 2 0,0-3 0,0-1 0</inkml:trace>
  <inkml:trace contextRef="#ctx0" brushRef="#br0">4528 9973 7791,'0'12'966,"-2"1"0,0 1 0,-3 2-216,-2-2 0,0 1 0,-2-1 0,1 3 593,-1 2 0,3-4 0,-1 4 0,1-2-480,-1-3 0,4-1 1,-1-1-718,3 0-183,1-6 1,1-7 0,3-10 0,4-4-23,3-4 0,1-2 0,1-3 0,1-3-490,2 1 1,0 8 0,-5-4-1,1 2-101,0 2 1,0 3-1,-1 1 1,0 3 439,-3 3 1,1 7 0,-5 1 0,-1 8 71,-2 6 0,-1 9 0,0 4 0,0 1-657,0 1 1,0-3-1,0 4 1,0-1-175,0-3 0,5-7 0,2-3 969,-1-3 0,10-1 0,-3 0 0</inkml:trace>
  <inkml:trace contextRef="#ctx0" brushRef="#br0">4917 9961 7791,'-5'-6'1845,"-2"0"1,-5 6-402,0 0 1,5 0 0,-1 2-1,-1 2-507,-2 3 1,-1 5-1,1 3 1,-1 2-635,0 1 0,4 2 0,2 2 0,-1-1-374,0-1 1,5-2 0,-2 2-1,4-5 93,4-2 0,2-6 0,6-3 1,0-3-744,0-1 1,1-5-1,1-3 1,2-2 130,-2-2 0,1-4 1,-1-1-1,2 0 193,-2 0 1,-1 1 0,-1 4 562,0 1 0,-1 5 1,-4 6 151,-3 7 0,-2 10 0,-2 5 0,0 6 523,0 2 1,-6 3-1,-1 5 1,-4 2-162,-1 2 0,0-3 1,-1 3-1,-1 0-312,-2 0 0,-5-8 0,3 0 0,0-4-292,2-3 1,-1-8 0,1-4-226,2-6 1,6-5 0,4-8 0,3-5-186,1-6 0,0 1 0,1-4 0,3 1-392,4 2 1,6-2 0,2 0-1,0 0 193,1 0 1,1 0 0,4 3 0,-1-3 264,-1-2 0,-1 3 0,5-3 0,1-2 67,2-1 1,-2-2-1,3-1 1,-3-2 791,-2-5 1,-3-3-1,0-3 1,-1-1 387,0 1 1,-2 1-1,-7 3 1,-2 1-290,-4 2 1,-3 6-1,-1 1 1,0 7-238,0 4 1,-1 7 0,-4 3 0,-6 6-141,-3 4 1,-3 10 0,2 6-1,-2 4-256,-1 3 1,4 2 0,-2 2 0,3 0-58,1 1 0,1-6 0,2 6 0,3-2-119,0-3 0,3 4 0,4-5 0,4 0-784,7-2 0,1-10 0,7 3 0,1-5-142,1-4 1,1-4-1,1-4 1,0-6-35,-1-5 0,1-8 0,-1-5 1079,1-5 0,0-4 0,-1-5 0</inkml:trace>
  <inkml:trace contextRef="#ctx0" brushRef="#br0">6143 9879 7743,'-10'15'471,"2"1"0,-1-4 0,5 6 0,1 1 891,2-1 1,1 2 0,0 3 0,2 2-790,6 3 0,0-8 0,8 3 0,-2-5-451,2-4 0,1-2 1,4-4-1,-1-4-194,1-3 0,1-3 0,2-5 0,-1-7 51,1-7 0,-5-1 0,0-9 0,-1 1 107,0 0 1,-3 0-1,1-1 1,-5 3 311,-3 3 1,1 6 0,-5 0-27,-1 2 0,-2 8 1,-2 9-1,-3 8-87,-4 6-1,-2 7 1,-3 9 0,-2 8 43,-1 7 1,-5 2 0,2 11 0,-4 3-235,12-29 0,-1 0 0,-12 30 0,2-2 1,1-6-1328,1-7 1,10-9-398,-2-3 1,13-16 0,3-17-1,7-12 581,5-12 0,2-8 0,6-8 0,0-4-2436,4-4 3485,2 7 0,5-18 0,1 9 0</inkml:trace>
  <inkml:trace contextRef="#ctx0" brushRef="#br0">6697 9890 7743,'-11'19'0,"-1"-4"1755,0-1 0,2-3 330,2 1 0,4-5 1,8-3-1195,4-3 1,2-1 0,3 0 0,2 0-576,0 0 0,5 0 1,-3 0-1,0 0-581,0 0 0,3-4 1,-3-1-1,1 0-1186,3-1 0,-4 1 0,-1 2 0,-2-2-1183,2-1 1,-3 2 2633,3-4 0,-3 0 0,-1-4 0</inkml:trace>
  <inkml:trace contextRef="#ctx0" brushRef="#br0">6768 10091 8879,'-27'23'1456,"-1"1"0,7-6 0,-2-2 0,6-4 1225,3-4 1,9-3-2267,5-5 0,7-1 0,9-3 0,3-4-878,3-3 1,3 0 0,2-3 0,0 0-1353,-1-2 0,-1 1 0,-1 3 0,-1 0-1812,1 0 3627,-6 0 0,10-5 0,-3-1 0</inkml:trace>
  <inkml:trace contextRef="#ctx0" brushRef="#br0">7523 9761 7743,'-13'0'721,"-3"0"0,3 1 1,-3 2-1,2 2 625,-2 1 0,2 2 0,-6 5 0,-1 2-622,-1 1 1,-2 6-1,2 0 1,1 7-404,1 5 1,2-1 0,-2 6 0,3-1-515,0 1 0,9-2 0,1 1 0,4-4-733,3-3 1,5-6 0,4-1 0,6-7-310,4-4 1,4-6-1,2-3 1,2-4 262,5-4 1,-1-4 0,2-8 0,2-5 971,2-5 0,-3-4 0,6-11 0,-4-1 0</inkml:trace>
  <inkml:trace contextRef="#ctx0" brushRef="#br0">7723 9808 7743,'-5'-12'1542,"-1"6"1,-8 2-1040,-1 2 1,4 8 0,-3 1-1,-2 5 317,-1 4 1,3 4 0,-2 6 0,2 3-603,-2 1 0,7-3 0,-2 5 0,3-1-374,2-1 1,3-5 0,1-8 0,4-2-226,6-5 0,4-5 1,2 2-1,2-3 56,-2-6 1,3-3 0,0-8 0,0-1-40,0-2 0,-1-5 1,-5 3-1,-2-2-207,-1 0 0,-4 5 0,2-4 0,-1 2-640,-2 3 1,-2 1 1210,-1 1 0,0 5 0,0 2 0</inkml:trace>
  <inkml:trace contextRef="#ctx0" brushRef="#br0">7995 9831 10038,'-4'-11'1236,"0"-1"1,-2 5 92,3 3 0,0 3 0,-5 1-943,-1 0 0,2 5 0,1 3 0,1 3-524,2 0 0,-2 5 0,1 1 0,1 2 50,2 2 1,1 1-1,0 1 1,1 1 165,3 0 1,-3-1 0,3 1-1,-2 1 28,-2 2 1,0-6-1,0 1 1,0-2-205,0-2 0,-6-2 1,-1 1-1,-4-3-492,-1-3 0,-3-3 0,-1 0 0,0-4-532,-1-3 0,8-2 1,-3-3-1,3-6 587,2-4 1,3-4-1,8-7 535,4-3 0,13-2 0,4-5 0</inkml:trace>
  <inkml:trace contextRef="#ctx0" brushRef="#br0">8148 10020 7765,'-5'7'2214,"3"-2"1,-2-12-1,8-3 1,3-6-1633,-1-2 0,5-2 1,-3-3-1,2-1-564,2 0 0,0 1 0,0-1 1,-1 1 64,1-1 1,0 2 0,0 2 0,0 5 90,-1 1 0,-3 8 0,0 2 0,1 4-254,2 4 1,-1 9 0,-1 9 0,-1 7 12,1 5 0,2 0 1,1 8-1,-1 0-399,1 0 0,-3-3 0,1 3 0,0-1-677,-1-3 1,0-8 0,2-7 0,-2-6 303,-1-3 0,0-8 0,4-3 839,-1-6 0,1-9 0,0-6 0</inkml:trace>
  <inkml:trace contextRef="#ctx0" brushRef="#br0">8289 10197 7801,'-11'0'1258,"3"0"1,1-1-587,2-3 1,2-3 0,7-5 0,4-2-266,3-6 1,6-1 0,2-10 0,5-3-128,3-4 1,0 0-1,3-4 1,0-1-313,0-3 0,-4 7 0,0-2 0,-3 10-986,-4 7 0,-4 8 0,-1 1 0,-3 3-1574,-4 4 2592,-4 3 0,13-1 0,-3 0 0</inkml:trace>
  <inkml:trace contextRef="#ctx0" brushRef="#br0">7924 9289 8397,'-12'0'2030,"0"0"0,0 4-644,1 0 0,4 1 1474,3-1-2687,3-2 1,6 3 0,3-5 0,2 0-757,2 0 0,0 0 0,0 0 0,0 0-386,-1 0 1,1-1 0,0-2 0,1-1-1038,3 1 1,-3 2 2005,3 1 0,-3 0 0,-1 0 0</inkml:trace>
  <inkml:trace contextRef="#ctx0" brushRef="#br0">8266 9219 7843,'-12'1'2458,"0"1"-1244,0 2 0,6 2 0,1-4 0,1 3-247,0 2 1,0 1-1,4 4 1,0 1-649,0 2 0,0 0 1,1 5-1,2 0-1507,1 3 1,1 2 0,-1 0 1187,4-2 0,2 9 0,2-8 0</inkml:trace>
  <inkml:trace contextRef="#ctx0" brushRef="#br0">9032 9690 7838,'-12'1'0,"1"2"842,-1 1 0,0 0 0,2-3 1467,2 3-3179,3-3 1,6 6-853,3-3 0,-2-3 1722,6 3 0,-5 3 0,2-1 0</inkml:trace>
  <inkml:trace contextRef="#ctx0" brushRef="#br0">9020 9997 7283,'-11'6'1719,"-1"-2"0,4-1-1087,0 1-1303,6-3 0,-2 4 0,8-5 0,3-1 671,4-3 0,6-3 0,1-4 0</inkml:trace>
  <inkml:trace contextRef="#ctx0" brushRef="#br0">10247 9289 7847,'-18'7'0,"0"-2"735,1 0 0,3-3 0,-4 2 0,-1-3 256,1-1 1,0 4-1,-3 0 1,2-2-529,2 0 1,-2-2 0,3 0 0,2 0 89,0 0 0,3 0 0,-1 0 84,0 0 0,5 5-349,4 3 1,1-2 0,2 2-53,0 1 0,0-2 1,2 1-1,0 2-90,2 5 0,1-1 1,-2 6-1,1 1-222,-1 1 0,-2 1 1,-1 2-1,0 3-74,0 3 1,-1 5 0,-3 2 0,-4 4-141,-3 3 0,-1-4 1,1 5-1,-1-2-176,0 2 0,0-4 1,1 5-1,-1-2 96,0-5 1,1-3-1,2 4 1,1-3 275,-1-4 1,4-7-1,1-1 1,3-3 463,1-4 0,0-4 0,0 0 170,0-1 0,1-8 1,3-2-1,4-3-303,2-1 1,3 0 0,2-1 0,2-2-213,1-1 1,-2-3-1,4 1 1,1 1-1114,1 0 1,-3-4-1,1 1-3314,1-3 4402,7 0 0,-3-1 0,3 0 0</inkml:trace>
  <inkml:trace contextRef="#ctx0" brushRef="#br0">10447 9643 7838,'-13'12'729,"-3"-1"0,3 1 0,-2 1 0,0 3 475,0 4 1,1 3-1,0 3 1,4 3-968,2 1 1,1-1 0,-1 5 0,4 2-331,3-4 0,1-1 0,1-9 0,3-1-14,4-2 0,7-8 0,2-1 0,1-4 75,3-8 0,-1-4 1,0-10-1,3-4-186,-2-2 1,-2-3 0,1-1 0,-4-3 159,-3-1 0,-3 3 1,-2-2-1,-4 1-236,-3 2 1,-1 9 0,-1-4-1,-3 5-379,-4 5 1,-2 1 0,-3 10-1,-2 3-1674,0 5 2347,-6 5 0,2 16 0,-4 1 0</inkml:trace>
  <inkml:trace contextRef="#ctx0" brushRef="#br0">10730 9985 7771,'7'9'2120,"-2"1"-1295,0 3 0,-3 3 0,2-1 1,-3 2-381,-1 1 0,0 0 1,0 3-1,0-1-1823,0 1 1,-4 1 1377,0 2 0,-5-1 0,2 1 0</inkml:trace>
  <inkml:trace contextRef="#ctx0" brushRef="#br0">11320 9655 7772,'0'11'1288,"-4"-1"1,0 0-1,1 3-82,2 0 0,0 6 1,-2 0-1,-1 4-799,2 0 0,-1 5 1,0-1-1,-1 1-431,2 0 1,-1-3-1,1 2 1,-2-6-1111,1-6 0,2-2-1347,1-1 0,1-12 1,3-8 2480,4-9 0,8-16 0,2-3 0</inkml:trace>
  <inkml:trace contextRef="#ctx0" brushRef="#br0">11485 9666 7772,'8'0'608,"0"0"0,-6 6 0,2 3 1,-2 5-255,-2 6 1,-2 2 0,-2 2-1,-2 1-565,-1 2 0,-3-6 1,3 1-1,1-2 49,2-2 0,-2-7 1,1-1 161,-1-3 0,-2-3 0,-4-4 0</inkml:trace>
  <inkml:trace contextRef="#ctx0" brushRef="#br0">11025 9596 7259,'-12'5'340,"1"0"0,0 4 1820,3-1 1,3-4-1362,5 4 1,5-5-1,3 1 1,3-4 220,0-4 1,2-3-1,2-5-830,1 1 1,5-1-1,-2-1 1,2-2-1,0 0-469,-1 0 1,-2 2-1,3 1 1,-3 0-162,-1 1 1,0 3 0,-1 1 117,4 2 1,-7 1-1,-1 5 1,-2 3-264,1 4 0,-3 3 0,-1 0 0,3 1 284,0 0 0,2 0 1,0-2-1,-1-1 194,1-1 0,4-4 0,0 3 0,-2-2-65,-1-2 0,-1-2 1,0-2-1,1-3-310,3-4 0,-6-3 0,6-2 482,2-2 0,-2 1 0,1-3 0</inkml:trace>
  <inkml:trace contextRef="#ctx0" brushRef="#br0">11803 9254 7817,'-17'0'1528,"8"0"1,-3 0 380,2 0 0,1 1-1460,1 3 0,8-3 0,9 3 0,4-2-257,3-2 1,5 0-1,-3 0 1,2 0-16,-1 0 0,1 0 0,4 0 1,-1 0-24,1 0 0,-4 0 0,-1-2 0,1 0 57,-2-2 1,-1 0-1,-5 3 1,0-2 87,0-1 1,-5 0 0,0 3 535,-2-3-670,-1 3 0,-5-5-102,-3 6 0,1 7 0,-3 3 0,-1 7 0,2 4 99,0 4 1,-3 8 0,4 2 0,1 7-169,2 4 1,-3 8-1,0 2 1,2 4 44,0 2 1,6-6-1,1 3 1,1-5 298,-1-2 1,-1-9 0,-4 1 0,0-8 109,0-4 1,0-3-1,-1-7-372,-3-2 0,-3 1 1,-5-6-1,-1-2 1,-3-2-29,-3-3 0,-1-2 0,-2 3 0,-3-2-577,0-2 0,-1-1 1,0-4-1,-2 0-585,2 0 0,1-4 1,1-1-1,1-2-2402,-1-2 1,6 4 3515,2 1 0,3 3 0,1 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1933 3395 11023,'0'18'677,"0"6"0,-1 7 0,-1 13 1,-4 8-461,0 8 1,4-27 0,0 1 0,-2 1 0,0 1-1,0-2 1,-1 0 71,-6 27 0,5-17 0,2-8 1,3-8 56,1-10 0,0-10 0,0-8 0,0-9 278,0-9 1,5-7 0,1-12-336,1-2 1,2-3 0,-4-7 0,2-2 0,1-4-148,-2-2 0,5-4 0,-3 1 0,2-3-297,2-2 0,4 2 1,-8 27-1,1 1 1,9-28-98,3 7 0,-4 13 0,-1 10 0,-3 8 314,-1 11 0,-1 6 0,0 9 0,-2 4 25,-1 7 0,0 3 0,4 7 0,-1 4-23,1 3 0,1 2 0,2 5 0,0-2 92,0-3 1,-6 3 0,-1-4-1,0 2 205,-2-1 1,-1-5 0,-5 2-1,-1-2-3,-3 2 0,-2-7 1,-7 2-1,-3-1-225,-4 1 1,-2 0 0,0 0 0,-1-1-16,0 1 1,6-6-1,-6 6 1,4-4 79,0 0 0,9-5 0,0 2 0,3-2-60,4 2 1,3-3-1,4 3 1,4-3 28,3-1 0,2-1 0,2 0 0,6-2-53,6-1 1,-1-6-1,4 2 1,0-2-96,0-2 0,3-6 0,4-3 1,-1-5-129,-2-6 1,-2-3 0,-1-3 0,-3-3 48,-3-1 0,-6 2 1,0-3-1,-4-1 210,-4 2 0,-1 3 1,-6 7-1,-1 4 80,-2 3 0,-2 5 0,-3 2 0,-4 0-230,-2 4 0,-2 6 0,0 4 0,0 2 0,-1 7 0,-1 3 0,-2 2 0,2 2 0,-3 4 0,1 3 0,1 0 0,2 0-222,2 2 1,0-4-1,3 0 1,4-3-1462,3-2 1,2 0 0,3-8 0,5-3-425,6-4 1,4-3 0,8-8 2106,0-2 0,11-2 0,-1-6 0</inkml:trace>
  <inkml:trace contextRef="#ctx0" brushRef="#br0">2924 3548 7705,'0'-11'-3,"-1"3"1,-2 0 1927,-1-1 0,-5 3 1,2 1-1,0 1-16,-1 0 0,0 2 0,-4 7-1512,0 7 1,4 1 0,2 5 0,-1 0-687,1 1 0,3 2 1,-1 5 30,3 1 0,1 1 0,0-4 0,1-2 0,3-1-228,4-2 1,1 1 0,0 1-1,-1-3-3,1-2 0,-3-5 1,-2 4 691,-3-2 0,-1 3 0,-1 0 0,-5-2 0,-6 1-613,-6 0 0,-4-2 0,-2 3 0,1-4-321,-1-4 0,4 1 1,1-5-1,-1-1 143,2-2 1,5-2-1,6-3-45,2-4 1,2-3 632,7-1 0,8-5 0,6-1 0</inkml:trace>
  <inkml:trace contextRef="#ctx0" brushRef="#br0">3290 3183 7694,'-12'0'1100,"1"1"0,2 3 0,1 5 0,0 7-351,2 8 0,-1 11 0,5 11 0,-2 7-231,1 9 0,2-28 0,1 1 0,0 6 0,0 1 0,0-1 0,0 0-670,0 1 1,0-2 0,0 23-1,1 1-985,3-12 0,-3-10 0,3-14-1798,-2-9 0,-2-11 2935,0-8 0,-11-10 0,-2-9 0</inkml:trace>
  <inkml:trace contextRef="#ctx0" brushRef="#br0">2995 3702 7675,'-12'7'0,"0"1"768,0 1 1,6-2 662,2 1 1,9-6 0,8 2 0,8-4-584,5-4 0,8-2 0,-1-7 0,4-2-823,1 0 1,-4-1-1,5 4 1,-2 0 98,-2 1 1,-5-1 0,-2 1 0,-3 2-125,-2 1 0,1 0 0,0-3 0</inkml:trace>
  <inkml:trace contextRef="#ctx0" brushRef="#br0">3525 3902 7740,'-11'6'1744,"3"0"-752,0-6 1,0 0 0,-2-2 0,2-2 0,4-5-186,2-5 1,2-4 0,0-7-384,0-3 1,2-2 0,2-7 0,4-1 0,2-2-237,2-2 0,0 5 0,-1 1 0,1 4-156,0 3 0,0 6 0,0 6 1,-1 4-759,1 6 0,0 4 0,0 5 1,0 2-97,-1 4 822,1 7 0,0 4 0,0 4 0</inkml:trace>
  <inkml:trace contextRef="#ctx0" brushRef="#br0">3773 3607 8517,'-8'12'932,"2"0"0,0 1-319,4 3 1,-1-2 0,1 6 0,-2 2 459,1 4 1,2-1-1,1 3 1,1-4-1897,3 0 1,-3-6 0,3-2-1,-1-4-1602,1-4 2425,-3-3 0,9-5 0,-3 0 0</inkml:trace>
  <inkml:trace contextRef="#ctx0" brushRef="#br0">3832 3348 8803,'-10'-8'0,"0"1"3242,2 2 1,2 3-2425,-2 6 1,3 2 0,5 6 0,0 1-939,0 3 0,5-2 0,3 4 0,2 1-1620,2-1 0,1 2 1740,3 3 0,-3-4 0,4-2 0</inkml:trace>
  <inkml:trace contextRef="#ctx0" brushRef="#br0">4198 3501 7790,'-12'0'1416,"0"0"1,0 0 0,0 0 0,1 1 1040,-1 3 1,4-1-1,0 5 1,-2 2-1193,-5 5 0,1 3 1,-5 7-1,1 2-1185,0 5 1,3 3 0,0 3 0,1 3-81,3 1 0,4-8 0,5 0 0,5-4-1896,9-4 0,5-6 0,7-4 0,1-5 138,2-3 1,-1-3 0,5-5 0,-1-1 749,0-3 0,-8-4 1,2-6 1007,-2-2 0,6-5 0,2 3 0</inkml:trace>
  <inkml:trace contextRef="#ctx0" brushRef="#br0">4587 3065 7739,'5'-12'772,"-4"0"0,3 1 600,-3-1 1,1 8-1,0 8-895,2 10 1,0 18 0,-4 10 0,0 10-365,0 11 1,0-28-1,-1 1 1,-1 2-1,0 1 1,-2 2 0,-1 2-259,-2 1 1,-1-1-1,0 1 1,-1-1-1,-1-1 1,-1 0-1,2-4 1,0 0-872,1-4 1,-1-3 0,-7 10 0,5-5 1015,-1-15 0,0-5 0,0-9 0</inkml:trace>
  <inkml:trace contextRef="#ctx0" brushRef="#br0">4292 3560 9707,'8'-4'1517,"0"0"1,2-5 0,10 1-1,9-4-1083,7-3 0,14-5 0,10-6 0,-26 12 0,0 2-854,2 0 1,0 1 0,-1 2 0,-1 0 0,1 3 0,0 2 7,30-4 0,-5-3 0,-1 5 0</inkml:trace>
  <inkml:trace contextRef="#ctx0" brushRef="#br0">6450 3360 7894,'4'-19'0,"0"2"252,-2 0 0,0 3 0,-2-4 0,1-1 646,3 1 0,-3 6 1,3-2-338,-3-1 0,-1 1 896,0 2-1026,0 6 0,0 7 0,0 11 0,0 7-8,0 7 1,-1 10 0,-3 8 0,-2 7-112,-1 8 0,-3 2 0,6-28 0,0 0 0,-1 1 1,-1 1-205,0-1 0,0 1 0,-1 30 0,0-3 0,0-7 36,1-8 0,3-6 1,-2-11 107,0-7 1,4-11-1,-3-12 1,2-8-31,2-6 1,-4-6 0,0-7 0,0-5-14,-1-2 1,3-6 0,-5-2 0,1-3-410,-1-2 0,-1 8 0,-4-3 1,1 7 273,-1 3 0,-1 15 0,-3 3 0,-2 6 271,-1 5 1,-3 12-1,4 8 1,-3 10-50,-3 8 0,8 2 1,-3 6-1,4 3 90,3 4 0,2-6 0,2 2 0,4-4-574,3-4 1,2-2-1,4-3 1,7-5-657,7-9 0,3-6 1,3-5-1,2-4-274,5-2 0,-1-2 0,2-2 0,2-3 285,2-7 0,-6-1 1,6-7 832,-3 0 0,8-8 0,-5-2 0</inkml:trace>
  <inkml:trace contextRef="#ctx0" brushRef="#br0">6697 3631 7894,'-11'-5'237,"-1"-3"1,0 2 0,0 3 0,0 1 1370,1 2 0,-2 5 0,-2 5 0,-1 4-759,2 6 0,-3 3 1,1 3-1,2 3-554,1 1 0,5-2 0,1 2 0,2-1-685,3-3 1,2-6-1,5-5 1,5-3-291,5-4 1,6-3 0,-2-6 0,4-4 96,0-7 1,2-5 0,0-7-1,0-1 45,-3-2 0,-2 1 0,-2-4 0,-5 0-61,-4-1 0,-5 5 0,3-1 1,-3 2-97,-6 1 0,1 7 0,-8 5 695,-4 7 0,1 4 0,-5 1 0</inkml:trace>
  <inkml:trace contextRef="#ctx0" brushRef="#br0">6921 3690 17591,'0'17'1284,"-1"2"1,-1 2-1,-2 2-869,1 0 1,0 0 0,1 7-448,-2-2 0,0-1 1,4-6-1,-1-3 0,-2-1-595,-1-3 362,0-6 0,5-13 1,2-9-1,2-6-119,2-4 0,1-2 0,3-8 1,1 0 43,0-1 0,0 2 1,0-5-1,1 4 228,2 2 1,-1 6 0,1 0 0,-2 5-191,-1 5 1,0 9 411,0 3 0,-4 8 0,-2 5 0,-1 4 0,-2 5 440,-2 4 1,-1-1-1,0 7 1,0-3-61,0-2 0,0 1 0,0-2 0,-1-1-242,-3-1 1,3-6 0,-3 2-1715,3-3 1064,1-6 0,5-9 1,1-8-1,2-6 68,0-2 0,0-2 0,4-4 0,0 1 393,-1-1 0,1 1 1,0 0-1,0 3 58,0 0 1,-1 5 84,1 0 0,0 4 1,-2 7-149,-2 8 0,-3 7 1,-5 4-1,0 6-304,0 6 1,0-1-1,0 4 1,0 0-159,0 0 0,-1-4 1,-1 2-1,-2-3-369,1-2 1,2-4 0,1-4 0,0-1-2090,0-3 2866,0-4 0,0 3 0,0-3 0</inkml:trace>
  <inkml:trace contextRef="#ctx0" brushRef="#br0">7676 3619 7785,'-1'-8'1940,"-2"0"-818,-1-1 1,-1 4-1,2 0 1,-2 1-58,-1 0 1,2-1 0,-4 2-572,-1-1 0,-2 0 1,-1 5-1,-1 3-408,-2 4 1,2 4 0,-3 2 0,1 5-399,0 3 0,2-1 0,-3 8 0,4-2-312,4 1 0,-1 3 0,5-3 0,1-2 121,2-1 1,2-7 0,2-2 0,4-3 417,3-1 1,-1-6 0,7-3 0,-2-6 138,2-5 0,-1-7 0,3-5 0,0-4 561,1-3 0,-5 1 0,2-4 1,-3 0-210,-1-1 0,-1 9 1,0-1-1,-3 2 19,-4 2 0,-3 6-449,-1 5 1,0 11-1,-1 2 1,-3 8-1,-4 8-686,-3 5 0,0 2 1,-1 6-1,0 3-311,0-1 1,4 1 0,2-3-1,1-1-1109,2-2 2130,2-10 0,1 7 0,0-10 0</inkml:trace>
  <inkml:trace contextRef="#ctx0" brushRef="#br0">7841 3725 7163,'-1'20'0,"-3"2"423,-4 3 0,2 1 0,-1 6 0,2-5 435,2-2 0,2-5 0,1-2-1888,0-1 0,0-8 1030,0-9 0,5-5 0,2-7 0</inkml:trace>
  <inkml:trace contextRef="#ctx0" brushRef="#br0">7924 3289 11845,'0'13'-371,"0"3"0,0-1 0,0 8 371,0 2 0,5 6 0,2-1 0</inkml:trace>
  <inkml:trace contextRef="#ctx0" brushRef="#br0">8054 3808 8690,'-11'1'4172,"3"3"1,2 1-3728,2 3 0,4-4 0,0-8-455,6-4 0,5-6 0,1-3 0,1-2-146,2-2 0,-2-1 0,4-1 0,-1-1 30,0 0 0,1 6 1,-3 2-1,2 3-105,-1 1 0,-2 2 0,-2 3 180,1 7 1,-4 11-1,-1 10 1,-2 5-104,-3 5 0,0 4 1,-2-1-1,0-2-973,0 0 0,0-6 1127,0 1 0,-5-2 0,-2-1 0</inkml:trace>
  <inkml:trace contextRef="#ctx0" brushRef="#br0">17994 7981 7765,'0'12'0,"0"-1"534,0 1 1774,0-5-1772,0 3 1,0-10-1,0 0 12,0-6 0,0-6 0,2-3 0,0-2-53,2-1 1,4-2-1,-3-3 1,0-1-598,1 1 1,-1-2-1,-2-1 1,2-3-68,1-1 1,-3 3-1,1 0 1,-3 2 96,-1 1 0,0 9-11,0-1 0,0 12 0,0 1-22,0 13 1,0 7-1,0 6 1,-1 2 131,-3 3 1,1 2 0,-3 4 0,1-3 361,2-3 1,-2-3 0,1-2-1,1-1 243,2-2 1,-3-3-1,0-5-252,1 0 1,2-7 0,1-5 0,1-9-154,3-10 1,-1-3 0,5-12-1,1-5-271,1-6 0,-2 1 1,0-9-1,0 1-281,-1-3 1,-2-4-1,-4-3 1,2 0-148,1 0 0,0 7 0,-4 8 0,0 9-403,0 10 927,0 11 0,-2 11 1,0 10-1,-2 6-144,1 6 0,0 4 0,1 6 0,-3 4 116,-2 4 0,4 0 1,-2 9-1,1 2 27,0 1 0,-4-3 0,5-3 0,0-2 371,2-4 1,-3-6 0,0-2 0,1-5-15,2-5 0,5-10 0,1-6 1,2-7-33,2-8 1,-3-5-1,1-7 1,-1-6-307,1-5 0,-3 0 0,2-5 0,0-1-91,-4-2 0,1-3 1,-1-2-1,2-4-747,-1-3 1,-2 3 0,-1 4 0,2 4-216,2 5 0,-3 12 868,3-1 0,-3 16 96,-1 11 0,0 18 0,0 9 120,0 2 1,-1 5 0,-2 0-1,-2 3 22,-2 2 1,0-1 0,-4 8 0,2-1 585,1-3 0,1-4 0,-2-3 1,3 0 269,1-7 1,1-7-854,4-1 1,5-13 0,1-8 0,4-10-415,1-8 1,-1-8 0,5-7 0,-2-2-9,-1-2 1,0 1 0,-2-3 0,0-3-160,-3-2 1,1 1 0,4-10 0,0-3 54,0-4 1,-1 13-1,1 5 1,-1 9 88,-3 8 1,1 15 196,-5 0 1,0 15 0,-4 5 0,0 8 45,0 7 0,0-1 0,-2 3 0,-2 5 276,-3 1 0,0 4 0,-1 2 0,-1-1 264,-2-2 0,0-3 1,0 2-1,2 0 136,1 0 1,2-9 0,-4-1-325,3-6 0,4-9 0,0-6-115,6-10 1,3-11-1,6-9 1,1-5-245,3-3 0,-1 1 0,4-5 0,2-3-110,1-4 1,2 1-1,0-4 1,0 2-155,4 1 1,-6 3-1,3-5 1,-1 2-13,-3 4 0,-6 15 0,0 2 0,-5 7-142,-2 8 0,-4 3 327,4 7 0,-5 5 1,-1 7-1,-3 2 270,-3 2 0,-1 0 0,1 0 0,-3 1 172,1 3 1,-5-3-1,3 4 1,-2 0 176,-2 2 1,0 0-1,1 0 1,-1 1 50,0-2 1,0 5 0,0-4-210,1 4 0,4-5 0,3-2-155,3-3 0,1-8 0,1-6 37,3-10 1,6-6-1,6-8 1,0-4-199,1-6 0,-3 0 0,5-6 0,-1 0-83,0-2 1,-2 0 0,2-3-1,-1-2-427,-2-1 1,2 1 0,-3 3-1,-2 6-107,-3 8 1,-2 10 525,1 5 1,-3 9 0,-6 9 146,-3 8 1,1 2-1,-5 5 1,-1 0 156,-1 3 0,-4 2 0,0 1 0,-3 2 87,-1 3 1,-1-3-1,-2 2 74,2-2 0,3-1 0,-2-1 0,1 0 0,2-4 44,2-3-461,7-3 1,3-12 0,10-6 0,6-8 10,4-7 1,0-6 0,4-3 0,2-1-20,2-3 0,-3 3 0,7-1 0,0-3-11,2-4 1,0-1 0,0-6 0,1 0 151,-2 5 0,-3 6 0,-7 5 0,-4 4 232,-3 7-390,-7 9 0,-1 5 0,-5 8 1,-1 3 28,-3 4 1,-2 1 0,-6 1-1,0 1 211,0 2 1,-3 4 0,-1-3-1,0 0 127,-1 0 0,4 0 0,-3-3 0,3 2-74,1-2 1,1-1-1,0-1 1,2-1-91,1-4-142,5 4 1,5-15 0,8-1 0,7-8-49,6-7 0,-3-7 0,8-4 0,-2-1-45,2-4 1,1 2-1,3-9 1,0-2 2,0 0 1,-1 0 0,-3 2 0,-1 0-202,-5 2 0,-5 11 1,0 0-388,-4 8 434,-4 10 1,-10 12-1,-2 8 1,-3 2 158,-5 2 0,2 5 0,-8 3 1,0 3 332,-3 5 1,1-2 0,-2 5-1,-3 2 259,-1 1 1,7-3 0,-4-2 0,3-3 307,5-3 0,5-4-723,1 1 1,12-9 0,2-13 0,9-8-185,3-9 0,6-8 0,3-5 0,1-3-172,1-4 0,-5 1 1,4-4-1,-3 0-90,-2 0 1,1 1-1,-2-4 1,-1-5 25,-1-3 1,-4 1 0,2-4-1,0-2-107,1 2 0,-5 6 1,1 5-1,-6 11 318,-5 10 1,-4 14 178,-4 6 1,1 10 0,-5 9 0,-1 5-40,-1 2 0,-4 3 0,1 1 1,-1 5 23,0 3 0,3-6 1,-5 6-1,2-2 233,-2-2 0,7-2 1,-3 0-1,3-1 128,3-5 1,-4-6-130,6-1 0,2-8 1,6-9-1,5-9-26,5-12 1,1-5-1,3-9 1,0-2-284,1-5 1,0-1 0,4-3 0,-2 0-171,-2-3 0,-2-2 0,6-7 0,-11 28 0,0-1-222,1-1 0,-1 1 0,9-27 1,-2 1-1,-2 4-460,-3 6 0,-1 14 865,-1 3 0,-5 18 1,-5 10-1,-3 11-90,-3 7 1,-5 0 0,1 6 19,-3 1 0,0 7 0,-1 4 1,-1 5-1,-2 4 222,0 1 0,-5-2 0,3 5 0,0 1 170,0-2 0,1-5 0,4-1 0,2-4 689,2-2 1,-1-11-626,5-2 1,1-11 0,7-9 0,4-9-29,3-9 1,0-8-1,0-5 1,-1-3-386,2-4 1,-3 1-1,7-4 1,-3-2-505,-1-1 1,1 1 0,1-9 0,3-6 158,2-4 1,-11 29 0,0 0 0,1-2-1,0 1 1,0 1 0,-1 0 155,6-28 0,-2 17 1,-3 7-1,-2 11 253,-2 10 0,-1 11 0,-5 6-24,-3 6 0,1 10 0,-3 4 1,-1 3-154,0 5 1,0 2 0,-4 7 170,3 2 1,-2 1 0,2 5 0,-1-3-1,1-2 311,4-2 0,-1-1 1,1-4-1,1-4 1091,2-6-827,1-12 0,1-7 0,2-16 0,1-6-307,-2-5 0,4-6 1,-1-1-1,0-2-492,0-4 1,3 2-1,-3-9 1,1-2-191,-1 0 1,3-4-1,-3-2 1,2-4 114,2-3 1,-3-1-1,1 4 1,-1 6-243,1 5 1,-4 16 576,0 0 0,-1 16 0,-2 16-114,0 11 1,-2 7 0,-1 7 0,-4 4 0,-1 3-102,0 2 1,4-4-1,-2 6 1,-1-5 498,1-4 1,3-1 0,-1-5 0,3-1 740,1-6 1,0-3-471,0-4 1,0-5 0,0-8 0,0-7-287,0-5 1,0-7-1,0 1 1,0-2-409,0-2 0,0-4 0,0-3 0,0 0-251,0 0 1,0-2 0,1-7-1,2-3-36,1-3 0,4-1 1,-3 1-1,0 5-160,0 5 0,3 7 534,-4 10 0,0 8 0,-4 11 0,0 8-15,0 6 1,0 6 0,0 6 56,0 2 1,0 3 0,0-3 0,0-3 0,0-4 715,0-6 0,0-2 0,0-1 1636,0 0-1955,0-5 1,0-7-1,0-10-485,0-4 1,0-4 0,0-7 0,0-1 0,0-3-130,0-1 0,0-2 0,0-2 0,1 1-15,3 2 1,-2 5-1,1 0 1,-1 5 120,-2 5 0,1 7 14,3 1 0,3 5 0,3 1 1,-2 4-242,-4 6 0,1 4 0,0 2 0,1 3-29,-1 2 1,0-4-1,-2 4 1,1-1 171,-2 0 1,1-2 0,-1 2-1,2-1 190,-1-2 1,-2-2-1,-1-1 1096,0 0-763,0-6 0,0-2 0,0-8 0,0-4 27,0-2 0,0 1 0,0-2-65,0-2 0,-1-1 0,-2 2-102,-1 0 1,1 4-334,3 0 0,-6 6-79,-2-2 1,3 4 0,1 4 228,3 4 0,-3 6 1,0 3-1,1 0 1,1 1 198,-2 1 1,3 2 0,-3 5 125,2 1 0,-2 5 1,1-3-1,-1 1 1,0 2-51,0 3 1,-2-3 0,4 1 0,-3 1-199,-2-1 0,3-4 0,-2 1 0,-1 0-41,0 0 0,5-8 0,-3 2-24,-1-2 0,5-1 0,-4 0 0,1-3 0,0 1-51,1-1 1,2 2-1,1 2-7,0-2 0,-4 1 0,0-4 0,2 1 0,0 3-49,2 1 1,-1-2-1,-2-2 73,-1-1 0,0 3 0,4-3 0,-1 0 1,-1 1 40,-2 1 1,-2-5 0,4 3 59,-2 0 1,-1-4-1,2 4 1,-1-1-1,0 0-60,-1-2 0,4 3 0,-3-1 0,2-1-55,2 2 1,-4-3-1,0 1 1,2 0 68,0 0 1,-1-4-1,-3 5-10,0 2 1,2-2 0,-3-1 0,1-2-6,-1-1 0,3 1 0,-2 2 0,-1 0 2,1 0 1,-1-2 0,-2-1-1,1 0 58,-1-1 0,2 1 1,-1 0-34,-1 0 1,3 2 0,-2 1 0,0-2 0,0 1-77,0-1 0,4 4 1,-4-1-67,-1-2 1,3 3-1,-1-1 1,1-2 0,0 0-72,1-3 1,0 1 0,2 0 0,-2 0 29,-1-1 1,2 3 0,-3 1 137,2 5 1,-3-7-1,3-1-19,-2-2 1,3 1 0,-2 1 0,-1-1 0,2 1 192,0 0 0,-3 0 0,3-2-155,-2-2 0,3 3 0,-4-4 0,0 4-41,2 1 1,-5-1 0,5 1-1,-2 0 54,0 0 1,0 0 0,-2-1-1,0 1-11,3 0 0,0 0 0,-2 0 0,1-1-61,-1 1 0,2 0 0,-1 0-21,-1 0 0,4-1 0,0 0 0,1-2-17,0-1 1,-1-2 0,2 4 0,-2-3-57,-2 3 0,3-4 0,-2 2 87,1 1 1,-5 2 0,4 0 94,-1 1 0,-3-4 1,2 0 16,-3 1 0,4-2 1,-1 0-1,-1 1-10,-2-1 1,-1 3-1,1-2 1,-1 3-63,0 0 1,0 1 0,0 0 18,1 0 0,-1 0 0,1-1 44,3 1 1,-2-1 0,2-1 0,-2 2-55,-2 5 1,4-1-1,1-1 1,1-1-113,-1-3 1,3 2 0,-2 2 0,1 1 9,2-2 0,-2 3 1,1-1-1,0-1 55,-1 2 1,2-3-1,-4 3 1,1-2 19,-1 1 1,3 0 0,-2-3 0,-1 1 127,1 2 1,-2 4 0,-3-3 0,2 1 14,1 3 1,1-3 0,-5 2 0,0 1-112,0 1 1,0-2-1,2-1 1,1 2-86,1 2 1,0 0 0,-4 1-1,0-1 17,1 1 1,3-4-1,0-1 1,-1 2 149,-2 1 1,3-3 0,2-3-1,-1-3-73,1-2 0,-1 3 0,-2-1 0,2 1-43,2 0 1,0-6-1,2 7 1,-2 0-43,-1 2 0,-1-1 1,-2 2-1,1 1 29,-1-1 0,2-2 0,-1 4 1,-1 0 28,-1 3 1,2-4 0,0 1 0,0 1 107,2 1 1,-5-2 0,5 0 0,-2 1 127,0 1 1,4 3 0,-3 1-1,1 3 1,-1 1 0,3-1 0,-2 3 0,1 4-107,2 0 1,-2-5 0,1 3 0,1-2-104,2 2 1,1-5-1,0 5-33,0-4 1,0 1 0,0-7-1,0-1 1,0-1-282,0 0 1,4-6-1,0-2-996,-2 1 1,1-5-1339,1-2 0,-3-7-1030,3-1 3645,-3-5 0,-1-17 0,0-3 0</inkml:trace>
  <inkml:trace contextRef="#ctx0" brushRef="#br0">8726 3454 8358,'-13'0'861,"-3"0"1,3 4 0,-3 0 465,3-2 0,5 1-1141,0 1 0,7-3 157,1 3 1,1 1-344,7-1 0,5 6 0,6-4 0</inkml:trace>
  <inkml:trace contextRef="#ctx0" brushRef="#br0">8761 3808 8334,'-13'0'881,"-3"0"0,3 4 0,-3 0 493,3-2 1,5-1 0,3-1-1375,4 0 0,9 0 0,10 0 0</inkml:trace>
  <inkml:trace contextRef="#ctx0" brushRef="#br0">9775 2994 7937,'5'-12'951,"-2"1"1,4-1 751,-2 0 0,-1 4-730,-4 0 1,0 7-1,0 1 1,-2 7-123,-1 3 1,-4 7 0,-5 4 0,-1 5-214,-3 6 0,2 3 0,-6 4 0,1 5-224,0 1 1,-2 9-1,4 4 1,0 6-308,9-29 0,-1-1 0,1 0 0,0 0 0,2 4 0,1 0 0,-1 0 0,0 0-329,0 2 1,0-1 0,2-4-1,0-1 1,1 0 0,0-1 0,-3 30-1054,4-8 1,1-5-1,2-8 1,3-7 404,4-6 1,2-9 0,2-5 0,0-2-149,-1-1 1,3-5 0,0-3 0,2-4 1017,-2-4 0,4-3 0,1-5 0</inkml:trace>
  <inkml:trace contextRef="#ctx0" brushRef="#br0">9987 3419 7851,'-11'6'590,"-1"-2"0,4 1 0,0 1 1545,-1 0 213,4-3 1,-1 3-948,6-2 0,6-2 0,2 0-833,2-4 1,3-1 0,2-4 0,0 1-888,0-1 1,-1 3-1,2-2 1,2-1-775,1 1 0,1 3 0,-2-1 0,-1 2-960,0-2 1,4 2 0,-3-2 2052,0 3 0,5-4 0,-5-2 0</inkml:trace>
  <inkml:trace contextRef="#ctx0" brushRef="#br0">9846 2924 9635,'-8'0'1432,"0"0"0,6 1 1,-4 1-1,2 4-881,0 0 0,-3 2 0,1 4 1,1 0-158,0-1 0,-3 1 1,3 1-1,-2 3-224,-2 4 0,0-2 0,0 2 0,1 1-128,-1 1 0,0 1 1,-1 1-1,2 1-30,-1 2 1,0-4 0,0 2 0,1-2-4,-1-2 0,0 0 0,0 1 1,1-1 96,-1-1 1,2 0-1,-1 2 1,0-1 85,2-2 1,-5 1-1,5 4 1,-1-1 26,3 1 0,-1-3 1,0 0-139,-2 0 0,5 8 0,-2-6 0,2 2 0,1 1-48,-3 2 0,3-6 1,-3 3-1,3-2 2,1-2 1,3 2 0,1 2-1,0-1-25,2-1 1,-1-4 0,4 2 0,-2-1-37,-2 1 0,4-3 1,-3 1-1,2-2-65,0-3 1,-4 0-1,4 0 1,0 0-116,-2 0 0,4-7 0,-5 5 1,1-3-266,4-3 0,0 4 0,2-5-616,0 1 1,-1-3 0,1 1 606,0-3 1,0-2-1,0-3 480,-1-4 0,6-8 0,2-2 0</inkml:trace>
  <inkml:trace contextRef="#ctx0" brushRef="#br0">10601 3053 7827,'0'-6'1823,"0"0"0,0 9 1,-2 4-1,0 6-1766,-2 4 1,-1 0-1,2 5 1,-1 4-266,1 3 1,-2-3 0,1 2 0,2-2-2519,0 1 2726,2-2 0,-5 4 0,-2-5 0</inkml:trace>
  <inkml:trace contextRef="#ctx0" brushRef="#br0">10766 3077 7827,'0'-12'1403,"0"5"0,0 9 0,0 8 1,0 6-1333,0 2 1,0 3-1,-2 4 0,0 0-631,-2-3 1,0-5 0,4 2 0,0-2-318,0-3 0,0-1 877,0-1 0,-5-5 0,-2-2 0</inkml:trace>
  <inkml:trace contextRef="#ctx0" brushRef="#br0">10447 3030 7839,'-23'11'304,"0"0"1,4-2 2179,3-1 0,8-4-1427,4 4 0,8-2 1,5 2-1,6-4-502,4-3 1,4-1-1,2 0 1,2 0-409,5 0 1,2-1 0,1-2-1,2-2-1128,2-1 1,-1 3 0,4-2 0,0 1-736,0 0 1,-4 0 0,0 4 1715,-5 0 0,1 0 0,-4 0 0</inkml:trace>
  <inkml:trace contextRef="#ctx0" brushRef="#br0">10447 3478 9267,'-5'6'4341,"0"1"-1732,-3-3 1,5-4-2183,11 0 1,1-2 0,12-6 0,3-1-711,2-1 0,7-2 1,-2 2-1,5 0-1062,3 2 1,-5 1 0,3-4 1344,-3 3 0,8-2 0,-6 3 0</inkml:trace>
  <inkml:trace contextRef="#ctx0" brushRef="#br0">10612 3772 8414,'-11'-5'5279,"0"-2"-4024,3-4 1,3 3 0,6 0-966,3-1 0,3 0 1,5-1-1,-1 4-313,1 1 1,0-1 0,0 4-1,0-2-98,-1 1 1,1 2-1,0 2 1,0 2-24,0 1 1,-5 5 0,0-1 0,-2 2 30,-2 2 0,-2 4 0,-1 1 1,0 0 450,0 0 1,-5 4-1,-4-3 1,-4 2-538,-3 0 1,-1-5 0,1 4-1,-2-2 51,-1-3 1,-2-2 0,6-4 0,-1-3-18,-1 0 1,8-4 0,-2 2-1,5-6 36,3-4 1,2-4 0,3-1 0,5 1-130,5-1 0,4 4 1,-2 0-1,3 0-32,1 2 0,2 0 1,4 5-1,0-2-2987,4 0 3277,-3-1 0,9-2 0,-4 0 0</inkml:trace>
  <inkml:trace contextRef="#ctx0" brushRef="#br0">11178 3548 7825,'-11'12'1160,"-1"0"0,0 1-799,0 3 1,6-2 0,0 4 0,3 1-295,-1-1 0,0-2 0,5 2-67,3-1 0,2 4 0,6-3 0</inkml:trace>
  <inkml:trace contextRef="#ctx0" brushRef="#br0">11744 3136 14081,'-1'17'0,"-1"4"192,-2 5 1,-2 5 0,4 9 0,-2 2-1048,1-1 0,-2 0 1,1-8-1,1-4 110,2-6 745,1-2 0,0-8 0,0-2 0</inkml:trace>
  <inkml:trace contextRef="#ctx0" brushRef="#br0">11898 3089 8568,'-12'13'0,"0"2"489,0 5 0,4-2 0,1 3 0,-1 3-19,1 2 1,2 3-1,5-4 1,0 0 4,0-3 1,0-6-476,0-1 0,5-2 0,2-1 0</inkml:trace>
  <inkml:trace contextRef="#ctx0" brushRef="#br0">11520 3124 7882,'-11'5'0,"-1"3"0,1-1 0,2 0 0,3 3 1853,0 0 1,2-2 0,6-2-878,2 0 1,2 2-1,6-4 1,1-2-448,3-1 0,-2-1 0,6-1 0,1-3-283,1-4 0,2-2 0,-1-2 0,1 2-266,-1 2 0,2-3 0,0 3 0,1-2-776,1-2 0,-9 4 1,6 2-1,-2 0-272,0 4 1,-6 1 0,-2 1 576,1 0 0,-2 1 0,-5 3 269,-4 4 1,-3-2-1,-1 2 1,0 1 221,0 2 0,-4-3 1,0-1-355,1 3 1,2-4-1562,1 2-16,0-5 1931,0 2 0,0 0 0,0 2 0</inkml:trace>
  <inkml:trace contextRef="#ctx0" brushRef="#br0">11485 3607 7854,'-12'7'2586,"0"-1"-681,1-2 1,5 2-1031,6 1 0,7-1 0,9-6 0,3 0-193,4 0 0,1-2 0,4 0 0,3-4-1009,4 0 1,-4 2-1,0-3 1,2 1-545,1-1 0,2 3 0,-1-2 0,0-1 585,1 1 1,-5 2 285,1-4 0,-1 0 0,4-4 0</inkml:trace>
  <inkml:trace contextRef="#ctx0" brushRef="#br0">11650 3890 8784,'-5'-12'1748,"4"5"1,-3-1-946,2-2 1,4 1 0,0 0 0,3 1-465,2-1 0,2-1 1,6-2-1,2 0-264,1 0 1,-2 4 0,2 2-1,0 1-198,1 2 1,-5 2-1,2 1 1,-3 1 129,-1 3 0,-2 4 0,-2 6 0,-4 3 130,-3 2 1,-1-4-1,-1 4 1,-3-1-21,-4 0 1,-2-2 0,-2 2 0,-1 1-108,-3-1 0,2-2 1,-6 1-1,-1-2-92,-1 0 1,2-5 0,1 5-1,-1-5 44,2-2 0,1-1 0,5 2-11,0-1 0,7-6 130,5 2 1,6-2-1,10-2 1,4 0 90,2 0 1,3 0 0,2-2-1,5 0-429,2-2 1,2-2 0,1 4-713,-1-2 0,2-4 0,-7 4 0,2 0 0,-2-1 969,-3-3 0,-3-2 0,-2-2 0</inkml:trace>
  <inkml:trace contextRef="#ctx0" brushRef="#br0">12299 2700 7855,'-12'6'0,"0"5"0,2-4 0,0 4 1290,3 1 1,4 5 0,-1 1 0,4 3-153,4 3 0,4-1 0,8 11 1,4 3-326,7 0 1,-1 6 0,4 3 0,1 6-576,-13-24 1,-1 2 0,-3 0 0,0 1 0,3 5 0,0 0 0,-1 1-1,0 1-166,0 1 1,-2 1 0,-3-4 0,-1 1 0,0-1 0,-2 0 0,-2-2 0,-1 0 243,-1 26 0,-4 1 1,-6-9-1,-7 0-371,-9-1 1,-3-9 0,-6 5 0,-5 1-1137,-6 1 1,2-3-1,16-21 1,-1-1 1190,-20 22 0,-4-2 0,6-5 0,-3 5 0,-1 1 0</inkml:trace>
  <inkml:trace contextRef="#ctx0" brushRef="#br0">1945 5788 7688,'-12'0'0,"5"1"1,-1 2 1418,-1 1 1,-2 4-70,-1-4 0,4 1-521,1-1 0,4-4 0,-1 0-171,3-7 1,2-4 0,2-5-329,1-4 0,5-3 1,0-5-1,4-3 1,3-3-191,-2-2 0,5 1 0,-1 1 0,2 1-327,-1 2 1,-4 3 0,0-1 0,0 3 48,0 4 1,-1 6 0,1 0 0,-2 5 4,-1 3 0,-4 3 1,0 7 83,1 6 0,2 1 0,0 11 1,1 2 109,0 4 1,1 2-1,1 6 1,3 3 102,2-1 0,-3 2 0,3-1-281,2-2 1,1 6 0,2-8 0,0-3 0,-1-3-452,1-5 1,-1-6 0,0-1 0,-2-6-578,-2-5 1,-7-3 259,4-1 0,-11-1 0,3-3 885,-6-4 0,-2-8 0,0-2 0</inkml:trace>
  <inkml:trace contextRef="#ctx0" brushRef="#br0">2040 6000 10259,'-12'0'1105,"0"0"0,5-1 1,5-4-377,4-7 1,12-12-1,9-12 1,10-13-484,-13 19 0,2-1 1,2-2-1,2-1 1,4-5-1,1-1 1,1 0-1,0 0-502,1-1 1,0 1-1,-4 5 1,0 1 0,-1 2-1,0 1 1,-3 3-1,-2 2-947,15-14 0,-10 12 0,-10 14 460,-1 4 743,-6 5 0,-1 10 0,-3 2 0</inkml:trace>
  <inkml:trace contextRef="#ctx0" brushRef="#br0">2806 5470 8564,'-16'10'0,"1"-1"1100,0-1 0,6-4 0,4 3-2,4-2 1,4-1-1,12-4 1,3 0-728,4 0 0,1-4 0,7 0 0,-1 0-736,-3-1 0,3 2 0,-2-3 0,-1-1 33,-1 1 1,-1 3 0,0-2 331,-1 0 0,1-2 0,-1-5 0</inkml:trace>
  <inkml:trace contextRef="#ctx0" brushRef="#br0">2865 5647 7613,'-24'17'1882,"6"-4"0,4 2-584,5-1 0,5-8 1,8-2-1,6-3-911,8-1 1,3-1 0,11-3 0,2-4-1080,4-2 1,-4-3 0,4 0 0,1-2-1878,2 1 2569,-8 3 0,11-6 0,-7 5 0</inkml:trace>
  <inkml:trace contextRef="#ctx0" brushRef="#br0">3950 4951 7814,'0'-12'867,"0"4"0,0 1 1592,0-3 0,-1 5-1391,-3 1 1,-3 4 0,-5 4 0,1 7-425,-1 7 0,-1 8 0,-2 14 0,-2 5-415,-1 9 1,-2 8-1,8-26 1,1 2 0,-1 1-1,0 1-248,0 0 1,0 1 0,3 0-1,0 1 1,1-2 0,0-1 0,2 0-1,1-2-515,0-1 1,2-1 0,-3 22 0,9-8-424,5-11 0,1-6 0,11-11 1,-1-8-1,1-5-55,0-6 0,-6 0 0,2-4 1,-2-2 228,2-4 1,-3-9-1,3-5 783,-3-4 0,4-12 0,1 1 0</inkml:trace>
  <inkml:trace contextRef="#ctx0" brushRef="#br0">3419 5458 7811,'-35'24'351,"5"-1"0,5-1 0,8-2 1526,9-4 0,7-3 0,6-3 0,8 0-999,9-3 0,10-3 0,10 3 0,7-2-467,8-2 1,-4-7 0,9-4-1,0-3-1191,-2 0 1,0-1-1,-3 0 1,-2 0-1752,0 1 2126,-13-1 1,19-5 0,-12-2-1</inkml:trace>
  <inkml:trace contextRef="#ctx0" brushRef="#br0">4469 5423 9202,'-12'0'0,"0"1"1111,0 3 0,-1-3 0,-1 4 0,-3-1 75,-2 0 1,0 5-1,-6 1 1,-1 3-416,-2 2 1,-3 6 0,3-1-1,1 2-362,-2 2 1,5 3 0,1 1-1,6-2-456,4-1 0,6-3 0,4-2 0,6-6-584,5-5 0,4-2 1,3-4-1,5-1-272,2-3 0,3-8 0,1-8 0,2-2 202,-2-2 0,0-2 1,-1-3-1,0-2 531,-3 2 1,-1 1-1,0 3 1,-4 1 359,-5 1 0,-4 10-49,0-2 0,-4 8 0,-8 1 0,-4 7-33,-2 8 1,-2 5 0,0 7-1,0-1-179,0 1 1,5 1-1,-1 1 1,-1 1-284,-2 0 0,3-2 0,2-2 0,0 1-878,4-1 0,0-4 0,2-4 1232,0-2 0,0 4 0,0 2 0</inkml:trace>
  <inkml:trace contextRef="#ctx0" brushRef="#br0">4575 5611 7817,'0'8'1104,"-1"0"0,-2 1-72,-1 2 1,-1 0 0,2 1 0,-2 1-230,-2 3 1,3-2-1,-2 5 1,-1-1-417,1 0 0,3-2 1,-1 2-287,3 0 1,1-7 123,0-3 1,5-10 0,3-2-224,3-6 1,0-7-1,1-2 1,0-2 0,0 0-287,-1 1 0,1 4 1,0-2-1,0 1-102,0 3 0,-1 1 1,1 1-1,0 1-30,0 4 1,0-3 0,-2 8 0,-1 3 84,-1 6 0,-5 4 0,1 5 0,-2 5-18,2 5 0,-2 0 0,1 3 0,-1-1-415,-2-2 1,0-4 0,0 4 0,0-5 763,0-5 0,0-3 0,0-1 0</inkml:trace>
  <inkml:trace contextRef="#ctx0" brushRef="#br0">5223 5269 9973,'-10'8'0,"1"0"1738,1 1 0,4 2 1,-3 2-1,2 4-946,3 6 0,0 1 1,4 5-1,3-3-547,7-2 0,1 2 0,6-9 1,2-1-15,2-5 1,0-7-1,2 0-607,3-2 0,-3-8 0,3-3 0,0-5 0,-2-6-241,-4-2 1,2-2-1,-6 1 1,1-1 404,-4 0 1,-2 1 0,-1 1-1,0 2 28,0 4 1,-4 4 599,0 5 1,-7 7-1,-1 10 1,-7 7 294,-3 7 1,-3 8 0,-3 4 0,-4 6-447,-2 4 0,-2 7 1,0 6-1,10-27 0,0 0-665,-1 1 1,-1 0 0,-1 2-1,1-1 1,0-1 0,0-1 0,2-1-1,0 0 107,-15 28 0,9-13 0,0-5 293,6-11 0,7-3 0,2-8 0</inkml:trace>
  <inkml:trace contextRef="#ctx0" brushRef="#br0">6898 5399 7832,'-17'0'0,"-3"0"1215,-2 0 1,0 4 0,2 1 0,4 0-459,3 1 1,7 3-1,2-1 1,4 1-16,4-1 1,5 1 0,9-4 0,8 0-794,7 1 0,6-2 0,10-6 0,2-2-876,3-4 1,-10 2 0,10-2 0,-2-1-22,1-2 1,-7 4 0,0-1 947,-5-1 0,-1-7 0,-5-3 0</inkml:trace>
  <inkml:trace contextRef="#ctx0" brushRef="#br0">7039 5482 7832,'-35'10'941,"8"-2"0,2 8 0,2-3 904,6-1 0,4 1 1,5 1-1042,4 2 0,10-2 0,4-5 0,7-2-441,5-2 1,1-1 0,8-4 0,3-1-564,4-3 0,2 1 0,3-3 0,1-1-2133,1 1 1,-6-2 2332,12-4 0,-5-5 0,7-1 0</inkml:trace>
  <inkml:trace contextRef="#ctx0" brushRef="#br0">7358 5116 8525,'-41'1'1045,"6"3"1,5-2 0,7 2 239,4-3 1,10 4-1,13 3-419,10 3 0,10-4 0,6 1 0,8 1-818,6 2 0,3-3 0,10-2-314,-1 0 1,4 3 0,-6-1 0,-2 2 0,-3 2-132,-5 0 1,-9 1-1,-3 1 1,-7 3 332,-10 1 0,-8 2 1,-9 4-1,-6-1 612,-8 1 0,-6 3 0,-6 1 0,-3-1-204,-3 2 0,1-4 1,-1 3-1,-3-4-154,1 0 0,3-6 0,3-2 1,-2-4-825,-2-4 0,7 1 0,-5-5 1,6-3-5328,3-3 5961,4-5 0,-3-10 0,4-1 0</inkml:trace>
  <inkml:trace contextRef="#ctx0" brushRef="#br0">6945 5163 7822,'-8'0'4158,"2"2"-1538,0 2 0,1-3-693,1 3 1,3 2-1471,-3 2 1,-1 3-1,0 0 1,-2 1-246,-2 0 0,-7 5 0,-4 3 0,-2 2-229,-1 2 1,-8 4-1,-3 4 1,-4 2-844,0 1 0,2 2 1,3 0-1,4-1-106,6-2 0,7-1 1,1 0-1,6-3 335,5-3 1,13-8 0,7 3 0,6-4 273,6-3 1,5-3 0,9-3 0,7-3-609,8 0 0,2-3 965,-24-2 0,1-2 0,26 1 0,-27 0 0,0 0 0</inkml:trace>
  <inkml:trace contextRef="#ctx0" brushRef="#br0">8726 5281 6819,'-7'-5'515,"1"4"1,3-5 52,-1 1 1,0 3 1034,4-6 1325,0 5-1611,0-2 0,0 6-919,0 3 1,0 4 0,0 6 0,0 3-361,0 2 0,0 0 0,1 5 0,2-1-272,1 1 1,5 1 0,-1 1 0,2 2-688,2-2 1,0-5 0,1-4 0,2-3-306,0-3 0,5-3 0,-3-1 0,1-5-983,3-9 2209,-4-6 0,6-16 0,-5-1 0</inkml:trace>
  <inkml:trace contextRef="#ctx0" brushRef="#br0">9056 5222 9774,'-12'0'1903,"2"3"1,0 3-933,3 6 0,-1 9 0,-4 1 0,0 7-454,0 5 0,-5 7 1,-1 13-1,-3 6-485,9-28 0,0 0 0,2 1 0,-1 1 1,-2 0-1,-1 0 0,1-2 0,1 0-837,-12 27 1,2-16 0,3-2 0,4-7-3798,6-9 4602,4-6 0,5-12 0,0-2 0</inkml:trace>
  <inkml:trace contextRef="#ctx0" brushRef="#br0">9303 5375 9463,'-19'19'0,"0"-3"1973,2-3 0,3-5 0,5-1-1016,1 3 1,7-5 0,2-1-640,9-3 0,4-1 0,5 0 0,2 0-504,1 0 1,3-4 0,2-1-1,1-2-829,3-2 1,-5 4-1,1 0 1,-2 1-1507,-1 0 1,-1-4 2520,1 4 0,-6 0 0,-1 4 0</inkml:trace>
  <inkml:trace contextRef="#ctx0" brushRef="#br0">9292 5647 9692,'-16'18'0,"-1"-2"3988,-1-3-3076,8-1 0,1-2 0,13-2 0,5-4 1,6-4-518,4-4 0,9 1 1,2-5-1,2-1-1202,-1-1 1,0 2 0,5 0 0,-1-1-4378,1-2 5184,-6 5 0,9-5 0,-2 5 0</inkml:trace>
  <inkml:trace contextRef="#ctx0" brushRef="#br0">10176 4998 7780,'-5'-12'2346,"-3"1"0,3 3 0,0 1-1244,-1 2 0,5 6 0,-3 7 1,3 5-553,1 7 0,-4 2 1,-1 14-1,-2 4-301,-2 5 0,-3 5 0,-2 3 0,-3 9-343,8-28 1,-1 0-1,1 0 1,-1 0-1,-2 2 1,0 0 0,1-3-1,0 0-848,-9 25 0,4-16 0,8-4-475,5-6 1,3-6 0,3-8 0,5-6 544,3-7 1,6-3-1,3-5 872,2-5 0,7-5 0,1-10 0</inkml:trace>
  <inkml:trace contextRef="#ctx0" brushRef="#br0">9822 5470 7772,'-11'12'291,"-1"-1"0,7 0 0,6-2 1233,9-1 0,10-5 1,10-1-1,7-3-1885,3-3 0,0-4 0,3 3 1,1-2-1975,2-2 2335,2-1 0,4-2 0,2 0 0</inkml:trace>
  <inkml:trace contextRef="#ctx0" brushRef="#br0">10471 5375 7772,'-12'0'0,"0"0"1758,1 0 0,-1 2 0,0 2 0,0 4-587,0 2 1,1 3 0,-1 3 0,0 4-766,0 2 1,0 1-1,1 1 1,0 0-272,3-1 0,-1-3 0,5-2 0,2-1-688,0-2 1,7-8 0,3-3 0,4-5-831,4-7 0,2-2 0,7-13 1,1-1 781,2-1 1,-1 0 0,-4 1 0,-4 2 543,-3 2 1,-3 2 0,-1 5 0,-2 0-569,-2 2 818,-3 7 0,-6 10 0,-3 9-50,-4 6 1,-2 4-1,-2 3 1,0 2-1,0 1-880,1 1 0,0-6 0,2 1 737,1-2 0,0 4 0,-3 1 0</inkml:trace>
  <inkml:trace contextRef="#ctx0" brushRef="#br0">10789 5446 7727,'0'12'273,"-4"1"1,-1 2-1,0 2 1100,0 1 0,-3-2 0,3 3 0,-2 4-892,-2 3 0,2-4 0,1 4 0,0-1-497,4-4 0,-3-3 0,1-6-142,1 0 285,2-6 0,6-9 0,2-11 1,0-3-315,1-4 0,1-1 1,6-1-1,1-1 173,-2 0 0,0 2 0,1 3 0,1 2-419,-2 0 0,-1 3 1,-1 0-1,0 5 201,-1 5-1,-3 3 1,-1 2 0,-2 4 485,-2 7 0,-2 5 1,-1 8-1,0 2-139,0 5 1,0-2-1,0 0 1,0-1-1112,0-3 0,0-5 997,0-1 0,-5-6 0,-2 3 0</inkml:trace>
  <inkml:trace contextRef="#ctx0" brushRef="#br0">10966 5010 9513,'-12'-6'5859,"6"-1"-4543,2 3 0,4 3-1563,4-3 0,1 4 0,4 2 1,-1 4 310,1 0 0,3-2 0,2 3 0,2-2-3764,-1-2 3700,-8 3 0,9 1 0,-3 4 0</inkml:trace>
  <inkml:trace contextRef="#ctx0" brushRef="#br0">11261 4821 10169,'0'-6'3315,"0"15"0,0 11-3285,0 3 0,4 3 0,0 1 1,-2 1-1283,0 3 1,-4 1 1251,-1 8 0,-4-4 0,-5 5 0</inkml:trace>
  <inkml:trace contextRef="#ctx0" brushRef="#br0">11344 5517 7726,'-8'-4'1215,"0"0"0,5-5 0,-1 1 0,4-4-65,4-3 0,8-4 1,6-4-1,2-2-886,0-3 1,-1 3 0,4-1-1,-3 4-298,0 2 0,-5 6 0,0-1-38,-2 6 1,-5 0-1,-1 6 1,-2 5-132,-2 4 1,-2 6-1,-1 4 1,1 5 74,3 5 1,-1 0 0,5 4-1,1 0-224,1 1 1,3 0 0,2 3 0,2-1-228,1-2 1,-2-3 0,2 1-1,1-5 53,-1-5 0,-4-6 0,2-5-1714,-3-4 2240,-6-3 0,-2-6 0,-5-2 0</inkml:trace>
  <inkml:trace contextRef="#ctx0" brushRef="#br0">11450 5741 7726,'-7'0'2272,"2"-7"0,6-4-664,3-8 0,9-6 0,12-6 0,9-8-1123,8-6 0,5-2 0,2 1 0,-1 3-295,-2 4 0,-12 7 0,-2 6 0,-8 4-190,-4 2 0,-8 6 0,-7-3 0</inkml:trace>
  <inkml:trace contextRef="#ctx0" brushRef="#br0">12145 5446 8451,'-15'4'855,"-1"0"1,-1 4 0,2-4 0,0-2 1063,0 0 0,6 2-1363,1 0 1,7 0 0,1-4 0,7 0-420,3 0 1,7 0 0,1 0-1,2 0-684,0 0 1,-1 0-1,5 0 1,0 0-632,-1 0 1,1 0 0,-1 0 0,0 0 1177,-4 0 0,3 0 0,-3 0 0</inkml:trace>
  <inkml:trace contextRef="#ctx0" brushRef="#br0">12204 5623 7823,'-18'5'0,"2"2"0,3-1 971,1-2 0,5 2 0,0-1 1140,2 1 0,2-3 1,7 1-1913,4-3 0,6-1 1,3 0-1,2-1 1,3-2-1168,4-1 1,0-5 0,4 3 967,-1-1 0,9-9 0,-1 3 0</inkml:trace>
  <inkml:trace contextRef="#ctx0" brushRef="#br0">12959 5269 7817,'-12'0'1573,"0"0"0,1 0 338,-1 0 0,0 0 1,0 0-739,0 0 1,-1 2 0,-1 2 0,-2 5-918,2 5 1,1 5 0,0 4 0,-2 2-447,-1 3 0,2-2 0,5 4 0,2-1-14,2-3 0,1-1 0,5-4 0,5-4-318,6-5 1,1-9-1,6 0 1,2-6 283,2-4 0,0-9 0,1-4 0,-1-2 142,1-2 1,-1-3 0,0-1 0,-2 2-123,-2 1 1,-4 2 0,0 0 0,-3 2 37,-4 2 0,-3 8 208,-5 0 1,-1 7-1,-2 1 1,-2 7-110,-1 8 0,-1 5 0,-2 8 0,1 2 90,-1 5 0,4-2 1,-1 1-305,1 2 1,4-3-1,-3 0 1,4-1-1,4-3 42,4-1 1,2-7 0,2-3 0,0-5-80,0-2 1,-1-5-1,1 1 1,0-3-102,0-1 1,1-4 0,0-1-1,0-2 85,-2-2 1,-2-1 0,2-1 0,1 2 395,0 1 0,-5 4 0,-2-2 0,-1-1-27,0 1 1,1 2 1393,-1-4 1,-3 4-1,3-4-484,-3-1 0,-1 2 1,0-1-1,0-1-321,0-1 1,2-3 0,0-2-1,2-2-214,-1-1 1,3-2 0,1-3-1,1-1-336,0 0 1,0 6 0,3 2-1,1 2-573,0-2 0,-4 5 0,0-3 0,1 7-545,1 1 1,2 2-1,0 6 84,0 2 1,0 2 0,-2 6 0,-1 0-1079,-1 0 1,-4-1 2051,4 1 0,0 5 0,3 1 0</inkml:trace>
  <inkml:trace contextRef="#ctx0" brushRef="#br0">13796 5293 7817,'-8'0'3276,"1"0"1,-1 0 0,-4 0-1735,0 0 1,0 1-1,0 3 1,-1 5-1192,-2 6 0,0 3 0,-3 6 0,0 1-493,-1 2 0,0 3 1,-4 4-1,4 0-755,3 2 1,7-9 0,2 5 0,2-6-216,2-3 0,7-8 0,4-5 0,4-2 646,4-1 1,1-5 0,4 1 0,-2-6 241,2-5 1,2-3-1,0-4 1,2-2-656,3-1 1,-8 2 878,4-3 0,-3 4 0,3-2 0</inkml:trace>
  <inkml:trace contextRef="#ctx0" brushRef="#br0">14244 4857 10628,'0'12'1514,"0"-5"0,0 1 0,-1 3-483,-3 3 0,3 5 0,-4 5-642,-1 4 0,0 7 0,-7 11 1,-2 5-626,0 4 0,4-23 1,1 0-1,-10 29 0,-1 0 1,0 1-369,1-5 0,10-13 0,-1-4 0,5-6 3,3-9 1,7-5 0,4-10-1,2-2-145,2-4 0,0-4 0,0-4 1,1-4 318,3-2 1,-2-7-1,4-3 427,-1-2 0,4-7 0,-2-1 0</inkml:trace>
  <inkml:trace contextRef="#ctx0" brushRef="#br0">14056 5258 10058,'-12'4'0,"1"1"1959,4 1 1,1-2 0,8 4-1291,2 1 0,9-3 0,9-3 0,5-1-588,4-2 1,1 0 0,5 0 0,1 0-2021,0 0 1,-5 0 0,3 0 1938,-3 0 0,-1-5 0,3-2 0</inkml:trace>
  <inkml:trace contextRef="#ctx0" brushRef="#br0">14610 5222 7751,'-12'-6'586,"2"-1"1,0 5-1,3-2 751,-3 1 0,3 2 0,-4 2-517,-2 3 0,-5 2 1,1 6-1,-2 1 146,-2 3 0,3 2 1,-2 6-1,1 1-845,0 2 0,2-4 1,5 2-1,2-3-929,2-5 1,3 1-1,6-3-57,3-5 0,8-3 1,8-9-1,2-3 239,1-7 0,6-6 1,1-8-1,1-2 299,-4 2 0,-1 1 1,-1 2-1,0-1 289,-3 0 1,-10 6-1,0 2 119,-2 3 0,-6 8 0,-4 6-41,-6 10 0,-5 3 0,-1 8 0,-1 5-157,-2 1 1,2 0 0,-3 3 0,3 2-796,1 1 1,0-2 911,0-1 0,1-5 0,-1 3 0</inkml:trace>
  <inkml:trace contextRef="#ctx0" brushRef="#br0">14869 5281 7747,'-5'7'2168,"2"3"-1138,-4-2 1,3 1 0,-3 2 0,1-1 0,-1 3-345,-2 0 0,2 6 0,-1 0 0,-1 4-358,-1 0 1,-2-3-1,1-2 1,2-1-321,1-2 0,2-2-37,-2-1 1,3-7-1,6-7 1,4-7-50,7-5 1,1-7 0,6 1-1,-1-3-455,0-5 0,2 6 0,4-3 1,-1 1-63,1 4 0,-5 2 0,0 0 1,-2 2 257,-3 6 0,3-1 0,-1 9 429,-2 3 1,-6 6 0,-4 7 0,-3 4 218,-1 5 1,0-2 0,0 6-1,-1-1-234,-3 2 1,2-3-1,-5 2 1,0-2-649,1-1 1,3-9 0,-2 0 0,1-1-2379,0-1 2949,0-5 0,9-3 0,2-5 0</inkml:trace>
  <inkml:trace contextRef="#ctx0" brushRef="#br0">15282 5328 7747,'-12'0'1362,"0"0"0,5 0 0,-1 0 434,-1 0 0,3-5-1453,2-3 1,4 2 0,4-1 0,4 1-20,3-1 0,0 4 0,1-1 0,0 3 130,0 1 1,4 0-1,-1 0 1,0 0-333,-2 0 0,0 4 1,1 1-1,2 2-59,-2 2 1,1 2 0,-1 0 0,2 1-496,-2 0 1,3 0-1,-1 1 1,-1 1-686,-2 2 1,-2 0 0,1-5 0,0 1-1041,0 0 0,0 0 2157,-1 0 0,1-1 0,0 1 0</inkml:trace>
  <inkml:trace contextRef="#ctx0" brushRef="#br0">15435 5552 7747,'-11'-5'1669,"-1"2"0,1-4-279,3-3 1,3 0 0,5-3 0,3-3 0,5-4-755,7-2 0,12-1 1,4 0-1,4 2-1678,5 2 1,-6 0 1041,5 0 0,-5 2 0,7 5 0</inkml:trace>
  <inkml:trace contextRef="#ctx0" brushRef="#br0">12122 12590 7886,'6'0'24,"5"0"1,-10-1 794,3-3-333,-3 2 0,-1-8 4,0 2 0,0 2 0,-1-1 54,-3 2 0,3-4 423,-3 1 23,-3 2-412,1 1 0,-2 5 339,0 0-685,5 0 0,-2-1 0,7-2 13,1-1 0,0 0 0,4 3-254,-2-3 0,4 3-87,-1-3 0,-2 3 75,2 1 0,-4 0 1,4 0 72,1 0 0,-2 0 81,1 0 1,-4 0-34,3 0 1,1 0-263,4 0 0,-4 1-141,0 3 1,0-3 114,3 3 0,-4-1 0,-2-1 409,1 2 0,-4 0 18,6-4-225,0 0 0,4 0-21,-1 0 0,1 4 5,0 0 0,-4 0 1,0-4 51,1 0 1,-3 0-21,2 0 0,0 0 1,4 0-3,0 0 1,0 0 0,-1 0 0,1 0-1,0 0 0,-4 0 1,0 0-1,1 0 41,1 0 1,-2 0 0,0 0 0,1 0-88,2 0 0,-3 0 1,-1 0 18,3 0 0,0 0 0,2 0-58,0 0 0,-4 0 0,-1 0 95,3 0 1,0-1 0,2-2 155,0-1 0,-5 0 1,1 4-235,2 0 0,-4 0 1,2 0-30,1 0 0,-2 0 1,1 0 29,1 0 1,-3 0 0,2 0-81,1 0 0,-2 2 0,1 0 46,1 2 0,1 0 46,2-4 1,-4 0 0,0 0 87,1 0 0,2 0 0,0 0-23,1 0 0,-4 0 0,0 0 35,1 0 1,1 0-130,2 0 1,0 0 0,0 0 45,0 0 0,-5-1 0,1-2 0,2-1-19,0 2 1,-2-1 0,0 0 153,1-1 1,0-1-1,0 3 1,-1-2-80,1 1 1,-2 0 0,1 1-74,1-2 0,1 0 0,2 4 21,0 0 1,0-4 0,0 0 30,-1 1 0,1-2 0,0 1 0,0 2 72,-1 0 1,1 1 0,0-2-62,0-1 1,0 1 0,-1 3 0,1 0-46,0 0 0,-3 0 0,3 0-3,5 0 0,-4-2 0,2 0-50,-1-2 0,2 0 0,-2 4 1,2 0 86,-2 0 1,-5-4-1,-1 0 36,1 1 1,2 2-1,1 1 1,-1 0 0,1 0-22,0 0 1,-4-4-1,0 0-39,1 1 1,1 2 0,2 1-146,0 0 0,0 0 1,0 0 96,-1 0 1,-3 0 0,0 0-1,1 0 68,2 0 0,-3-1 0,0-2-14,1-1 0,1-1 1,2 2-1,-2-2-10,-2-1 1,3 3 0,-3-2-1,2 1 4,2 0 1,-4-1 0,0 2 0,1-1 0,1-4 0,2 4 13,0 2 1,0-4 0,-1 3-40,1 0 1,-1 0-1,-2 1 1,-1-2-10,1 1 1,-3 1-1,2-1 48,2-1 1,0-1 0,2 2 9,0-1 0,-5-1 0,1 2 0,0-2-3,-1-1 0,3 2 52,-2-4 0,1 4 1,0-3-1,-2 1-88,-2-1 1,3 3 0,-3-2 0,1-1-33,-1 1 0,3 2 0,-3-4 7,1-1 0,1 2 0,2 1 0,-2-1-59,-2 0 0,3 4 1,-3-4 72,2 2 1,0-3-1,4 3 63,-3-2 0,-2 4 0,-3-2 0,2 1 37,2 0 0,-3-3 1,2 1-1,1 1-16,-1 0 1,-2-3 0,3 3 0,-1-1-8,1 1 1,-3-3-1,2 3 1,1 0 32,0 0 0,-4-5 0,5 3 42,1-4 0,-2 3 1,1 0-46,1-1 0,0-1 0,0-1 1,-2 2-11,-2 1 0,3 4 0,-3-4 0,2 1-40,2 0 1,-2-2 0,-1 4 0,1-2-38,-1-2 0,-2 2 1,4 1-1,0-1-18,-2 1 1,5 2 0,-3-4 77,2-1 0,-3 2 0,-2 1 0,-1-1-13,0 1 1,5 2 139,-1-4 0,2 0-153,2-4 1,-1 4 0,-2 2-1,-3-1-54,0 1 1,2 2 0,-3-3-12,1 2 1,1-4 0,2 2 10,-1 1 0,-2-5 1,4 5-1,-4-2 18,-1 0 0,3 4 0,-2-4 0,-1-1 4,0-2 0,3 4 1,-3-1 8,2-1 0,-1-2 1,3 1-1,-2 0 6,-2 3 1,3 3 0,-3-4 9,2-1 1,1-1 0,2 1-51,-2 1 1,-1 5 0,-5-5 23,2-1 0,4 2 1,-3 0-1,0 1 16,1-1 0,-1 1 0,-1-3 0,2 1 15,1-1 0,2-2 0,-4-1 0,2 1-13,2-1 1,-2 0 0,-1 0 0,1 0 67,-1 1 0,-2-1 0,3 0 1,-1 2 33,1 2 1,-4-3-1,2 3-69,0-2 1,-4-2-50,3 0 1,-1 2 0,-1 1-20,2 1 1,0 0 0,-2-4 8,2 0 0,-3 4 0,4 1 0,-1-3 29,0 0 1,4-2 0,-3 2-1,0 1 146,1 1 1,1 4 0,-1-4-52,0-1 0,-3-2 0,2 1 13,0 2 0,-3-3-72,2 4 0,-2 0 0,1-1 45,1-1 0,1 2 1,-2 0 100,1-3 0,1 0 0,-1-2-170,4 0 0,-3 4 0,-1 1 1,-2-3-69,2 0 1,-2 2-1,3 2 67,0 0 1,-4-3-1,5 3 1,-2-2-82,0 0 1,-1 4-1,-1-3 1,0 1 69,2-1 0,0 3 1,-2-2-1,0-1 53,2 1 0,1 2 1,-1-4-34,4-1 1,-1 2 0,-1-1 0,1 1 84,-1 0 1,-2-2-1,3 4-23,-2-2 1,4 0-1,-2-2 1,1 3-1,-2-1-30,-1 1 1,3 2-1,-2-3 1,-1 1-6,0-1 1,4 3 0,-2-4 0,1 0 27,-1 2 0,1-5 1,4 4-27,0-4 1,0-1-1,-1 0-60,1 1 0,0-1 0,-1 0 0,-2 2-54,-1 2 0,-2-3 0,3 3 0,-1-1-86,1 1 1,-2-1 0,-1 4 109,0-2 0,3 0 1,-1-5 0,1 4 0,0 1 26,-1 2 0,0-3 0,2 3 82,-2-1 1,3 2-1,-4-3 1,4 0 56,1 1 0,-4-1 0,-1-2 0,3 1 3,0-1 0,2 3 1,0-2-1,0 0-8,-1 1 0,1-3 1,0 2-57,0-2 1,-1 2-81,1 0 1,0 4 0,0-4 58,0-1 0,-5 4 1,0-1-1,0 2 93,-1 1 1,2-3 0,4 2-4,0-3 1,-1 1-1,0 1 1,-2 1-139,-1 0 1,0-4 0,4 3-13,-1-1 0,1 3 0,0-2 0,0-1 0,0 1 0,-1-3 0,0 3 0,-3 0 0,2 2 0,-2-3 0,2-1 0,2 1 0,-4 2 0,0-3 0,1 1 0,2-1 0,0 3 0,1-2 0,0-1 0,0 0 0,-4 4 0,0-4 0,1 2 0,1 2 0,2-2 0,0 0 0,0-2 0,-5 4 0,1 0 0,1 1 0,-2 1 0,1-2 0,1-1 0,-2 0 0,0 4 0,1 0-41,4 0 1,0 0 0,0 0 70,-1 0 0,-3-1 0,0-2 1,1 0-31,2 0 0,1 0 0,-1 1 0,1-2 0,0 1 0,0-2 0,0 0 0,-1-2 0,1 3 0,0-2 0,0 0 0,1 2 0,3-1 0,-7 3 0,3-5 0,-2 2 0,1 2 0,0-2 0,1 1 0,0 0 0,0-1 0,-1 4 0,1-5 0,0 2 0,0 0 0,-4 1 0,0 1 0,1-2 0,1 3 0,2-3 0,0 3 0,-4 1 0,0-2 0,1-1 0,1 1 0,2-2 0,0 3 0,-4 1 0,0 0 0,1 0 0,1 0 0,1-1 0,-3-3 0,2 2 0,-2-2-223,2 3 1,-2 1 0,0 0 90,1 0 0,2 0 1,0 0-1,1 0 116,0 0 1,-4 4 0,0 0 0,1-1 0,1-2 1,2-1 0,0 0 0,0 1 109,0 3 1,-1-2-1,1 1 1,0-1 169,0-2 1,-3 0 0,1 0-251,4 0 1,0 0-1,-2-2 1,1 0-100,3-2 1,-3 0-1,2 3 1,0-2 54,1-1 1,-3-4 0,2 4 0,0 0 36,0-1 0,-1 4 1,1-4-1,-2 1 14,-1 0 1,0 0-1,0 2 1,0 0-39,-1-2 0,-1 0 0,0 4-68,3 0 1,2 0 0,-4-1-1,1-2 4,0-1 0,0 0 0,0 4 0,-1 0-394,1 0 0,0 0 0,0-1-716,-1-3 1,1 3 0,0-3-5269,0 2 94,-6 2 6364,0 0 0,-12-5 0,0-1 0</inkml:trace>
  <inkml:trace contextRef="#ctx0" brushRef="#br0">2441 8004 7810,'0'-8'38,"-2"2"929,-2 1 156,3-5-326,-4 4 0,5 2-350,0 8 0,0 4 0,0 11 0,-2 5 39,-2 6 0,2 4 1,-5 12-1,1 4-226,-1 2 0,3-1 0,-2 2 0,-1-4 247,1-3 0,3-8 0,-1-4-15,3-9 0,1-13 0,0-12 0,0-7 145,0-3 1,4-8-1,1-6 1,2-7-213,2-7 0,1-4 0,2-5 1,0-2-447,0-2 1,-1-1 0,2-9 0,-5 28 0,-1 0-318,0-3 0,2 1 1,10-27-1,-3-1 1,0 7-135,1 8 0,-4 12 1,3 7 270,-3 11 1,-3 9-1,-1 14 1,-1 7 0,1 6 1,2 6-1,1 3 1,-1 6 50,1 5 1,0 4-1,-2 5 1,0 0 206,-3 1 0,-3-5 1,3-1-1,-2-2 356,-2-2 1,-2 0 0,-2-2 0,-4-2-64,-7-4 1,-5-3-1,-8 5 1,-3-3-492,-3-1 0,-3-7 0,-2 2 0,2-5-643,3-4 1,-2-6 0,7-4 0,4-3-435,5-1 0,5-1 1,4-3-196,4-4 1,13-1 0,7 0 1411,5 1 0,8 0 0,1-4 0</inkml:trace>
  <inkml:trace contextRef="#ctx0" brushRef="#br0">3101 8181 7816,'-1'-10'558,"-3"0"1,-6 4 553,-4 1 1,0 1 0,-5 4 0,0 0-275,-4 0 0,6 5 1,-6 4-1,0 4-353,1 3 1,3 5 0,0-1 0,2 2-254,3 1 1,2 1-1,4-2 1,4-1-597,3-1 0,3-6 0,5 2 0,6-4-84,4-4 0,4-3 1,5-5-1,3-3 81,1-5 0,-2-1 1,1-9-1,-2 0 96,-1-1 1,-5-2 0,3-5-1,-6-1-16,-1 0 1,-9 1 0,0 0-1,-5 0-282,-3 4 1,-6-1 0,-1 9 0,-4 3-151,-1 6 0,0 5 0,1 5 1,-2 7 718,-3 6 0,3 5 0,-4 0 0</inkml:trace>
  <inkml:trace contextRef="#ctx0" brushRef="#br0">3278 8169 7820,'6'-17'1759,"0"8"60,-6-3 0,0 10-1020,0 2 1,-4 6 0,0 9 0,0 2-348,-1 1 0,2 2 0,-4 2 0,1-1-44,-1-1 0,5-1 1,-4 5-1,2-2-254,1-2 0,-3 1 0,4-6 0,-2 0-208,1-2 0,0-1-96,0-1 1,5-5-1,-1-8 1,5-8-10,3-8 1,3-6 0,3-3 0,4-5-82,-1-2 1,4-1 0,-3 1-1,0 1 130,1 1 0,-4 10 0,2-1 1,-1 2 37,-2 2 0,-6 7 1,-1 9-38,1 1 1,-4 11 0,-1 5-1,-3 1 585,-1 2 1,0 4-1,0-1 1,-1 2 5,-3 2 1,3-1-1,-5 0 1,3-4-140,-1-3 1,0-3 0,4-1-201,0 0 0,1-6-177,3-2 1,-1-12-1,4-5 1,4-4-486,3-4 0,-1-1 0,4-2 0,-1 1 244,0-1 1,1 1 0,-3 0-1,3 2 143,2 2 0,-8 4 1,4 1 20,-1 5 1,-1 5 0,-5 9-1,-4 7-2,-3 6 0,-1 4 0,0 2 0,0 1-164,0 2 1,-5 0 0,-1 1 0,-2 0-520,0-2 1,5-8 0,-2 5-1,1-4-1390,0 0 2186,0-5 0,4 3 0,0-5 0</inkml:trace>
  <inkml:trace contextRef="#ctx0" brushRef="#br0">4032 8216 8358,'0'-11'1455,"0"-1"1,0 0-60,0 0 1,0 4-1,0 1 1,-1-3-38,-3 0 1,2 2 0,-6 0-917,-1-1 1,2 4-1,-1 1 1,-1 3-31,-2 1 0,0 1 0,-1 4-648,0 7 1,0 1-1,1 7 1,-1 1-411,0 1 0,1 3 0,4 0 0,1 0-27,1-3 0,4-3 0,-3 2 0,3-2 313,1-2 1,5-5 0,3-6 0,2-1 360,2-2 1,4-7 0,1-5 0,1-5 71,3-6 1,-4-2-1,0-2 1,-1 0 72,0 1 0,-1 3 0,-3 2 0,0 1-168,0 2 0,-5 4-179,1 3 1,-5 4-1,0 9 1,-6 7-208,-5 6 1,2 2 0,-2 2-1,0 2-591,1-3 0,1 2 1,3-4 997,-1-1 0,-5 9 0,2-2 0</inkml:trace>
  <inkml:trace contextRef="#ctx0" brushRef="#br0">4304 8122 8492,'-6'7'736,"5"-1"1,-3-2-1,2 4 1,-2 3 0,1 2 1,-4 1-1,2 3-499,3 1 1,-1 2 0,0 2 0,-1-1-1044,2-1 1,1-4-1,1 2-387,0-1 1,0-5 0,1-6-555,3 0 1746,-3-2 0,10-15 0,-5-2 0</inkml:trace>
  <inkml:trace contextRef="#ctx0" brushRef="#br0">4363 7863 7853,'-12'-12'4295,"1"7"1,3 5-4255,5 6 1,1 5 0,2 2 0,0 1-741,0 2 1,0 1 0,0-2 0,0 0-2911,0 0 3609,5 3 0,-3 0 0,3 6 0</inkml:trace>
  <inkml:trace contextRef="#ctx0" brushRef="#br0">4469 8181 7853,'-7'8'1396,"2"-1"1,1-1 774,0 1 1,0-3 0,4 3-1123,0 3 1,0 0 0,0 2 0,-1 1-542,-3 3 1,3-3 0,-3 2 0,2 0-215,2 1 1,-1-6 0,-2 5-567,0-1-2,-1-5 0,5-5 0,3-9 1,4-7-164,2-6 1,2-5 0,0 0 0,0-2 135,-1-3 0,5 4 0,0-4 0,0 3 297,1 2 1,-3 0-1,3 4 1,-1 3-93,-2 3 0,-3 6 0,4 6 20,-2 8 0,-6 6 1,-3 10-1,-3 2-581,-1 3 1,0-2 0,-1 4 0,-2 0-886,-1 0 0,-4-2 0,3 0 1542,-1-3 0,-2 7 0,-4-7 0</inkml:trace>
  <inkml:trace contextRef="#ctx0" brushRef="#br0">5695 7969 7848,'-4'-8'883,"-1"2"1,-2 0-98,-2 4 0,3 0 0,-1 5 1,2 5-132,2 8 0,1 6 1,-1 5-1,-1 5-255,1 2 1,3 2 0,3 2 0,2 2-364,2-2 1,2-3 0,5-5 0,4-6 40,0-7 1,2-9 0,3-4 0,1-4-31,-1-4 0,2-9 1,1-11-1,3-6-315,1-4 1,-2-3 0,1-1 0,-3-2-24,-4-2 0,-2 8 1,1-2-1,-3 4 274,-1 1 0,-1 7 97,-4 4 1,-6 13 0,-3 7 122,-6 13 1,-7 15-1,-7 6 1,-2 7 447,-2 4 1,-2 1-1,-3 9 1,-3 4-439,14-26 0,0 0 0,-1-1 1,0 0-1,-1 4 0,0 0 1,0-1-1,0 1-314,-1-2 1,1 0 0,-11 25-1,-2-4 1,9-8 16,9-9 0,6-15 1,7-4-1587,3-9 1,4-6-1,8-8 1,3-6-115,3-9 0,5-7 1783,4-13 0,6-8 0,-14 20 0,1 0 0</inkml:trace>
  <inkml:trace contextRef="#ctx0" brushRef="#br0">6403 7993 8768,'-17'11'1010,"4"2"0,-3 2 0,3 1 741,1-2 0,1-5 0,4-1-1075,3 1 1,9-4-1,5-1 1,6-2-435,2-2 1,-1-2 0,4 0 0,3-4-788,1 0 1,-3 2 0,6-3-1,-3 1-773,-2-1 0,-3 3 1,-1-2-1,2 1-2017,2 2 3335,-5-4 0,-1 6 0,-5-4 0</inkml:trace>
  <inkml:trace contextRef="#ctx0" brushRef="#br0">6426 8169 7835,'-17'12'622,"3"0"1,-5 0 0,2-1 1541,3 1 1,5-5-1,2-2-1296,2 0 0,6-3 1,7 2-1,4-4-937,4-4 0,-1-2 0,8-3 0,3 1-1274,3-1 1,-2-1 0,3-1 0,2 1 1342,2-2 0,-1 3 0,7-8 0</inkml:trace>
  <inkml:trace contextRef="#ctx0" brushRef="#br0">7370 7509 7825,'-4'-8'0,"-2"2"979,0 1 1,2-1 0,-4 4 355,-1-2 1,2 4-1,1 5 1,1 3-556,2 5 0,-2 4 1,-1 8-1,0 4-380,-3 6 1,-3 7-1,-4 10 1,-3 9-364,8-27 0,-1 1 0,0 3 0,-1 1 0,0 3 0,-1 0 0,-1 1 0,0-1-367,-1 1 1,2-1 0,1-6 0,2-2 0,3-1-1,2-1 1,-4 19-595,7-10 0,3-13 0,3-8 0,5-5 214,3-9 1,5-3 0,1-3 0,1-1 170,3-3 0,1-8 0,2-8 0,-1-2-607,1-1 1146,-1-1 0,1-5 0,0-1 0</inkml:trace>
  <inkml:trace contextRef="#ctx0" brushRef="#br0">6969 8063 7825,'-12'11'2364,"0"-3"1,0 2-801,0-2 0,9 1 0,5-1 0,11-4-1075,8-3 1,2-2-1,8-2 1,2-2-885,1-2 1,2 4-1,2-4 1,3 0-2060,1 1 1,-3 2 2453,5-4 0,-6 0 0,2-4 0</inkml:trace>
  <inkml:trace contextRef="#ctx0" brushRef="#br0">7570 7981 8424,'-12'0'1325,"0"0"0,5 0 0,-1 0 0,-1 0 109,-2 0 1,2 5-1,-2 3 1,-2 2-461,0 2 0,0 4 0,0 1 0,-1 2-651,-2 6 1,0-1 0,4 3 0,2 0-629,2 0 0,3-6 1,5 1-317,0-3 1,6-7 0,6-6 0,6-2-467,5-5 0,-2-10 1,1-7-1,3-3 344,0-3 0,0 3 0,-3-5 0,-1 4 297,-1 2 1,-6 1 0,0-4 0,-3 4 89,-3 3 1,-6 7 193,2 1 1,-2 11 0,-4 2-1,-2 8-172,-3 7 1,-3 2 0,1 1-1,1 1-322,-1 0 0,3-1 0,-1 1 656,2-1 0,-4 6 0,2 1 0</inkml:trace>
  <inkml:trace contextRef="#ctx0" brushRef="#br0">7983 8040 7825,'-12'15'0,"0"2"1003,0 2 0,-1-4 0,0 5 0,0 1-24,3 1 1,0-1-1,0 0 1,1 2-336,1-3 0,5-4 1,-1 0 716,3-3-980,1-6 1,1-4 0,2-6 0,2-5-165,2-3 1,-3-2 0,4-3 0,1-3-481,1-4 1,3 0-1,2 1 1,0 1-315,0 1 0,2 4 0,-1-2 0,-1 0 47,2-1 1,-6 9 0,3-1 324,1 5 0,-5 3 0,-3 8 0,-2 7 75,-2 7 1,-2 7 0,-2 3 0,-2-1-195,-1 1 0,-4 0 0,4-4 1,0 0-413,-1-3 0,4-6 0,-3-1-1868,3-1 2604,1-8 0,0-6 0,0-6 0</inkml:trace>
  <inkml:trace contextRef="#ctx0" brushRef="#br0">8301 7568 7771,'-12'-12'3357,"5"4"-761,-1 1 0,5 3-2207,-1-4 1,4 5-1,4-1 1,4 3-680,2 1 0,2 1 0,0 2 1,0 1 135,0-2 0,3 4 0,1-2 1,-2-2-2974,-1 0 3127,-1-2 0,5 5 0,2 1 0</inkml:trace>
  <inkml:trace contextRef="#ctx0" brushRef="#br0">8584 7368 7771,'-6'12'685,"2"-1"0,2-3 0,2 0 1,0 1 627,0 2 1,-4 2-1,1 2 1,-1 5-887,-2 2 1,4 3 0,-5 3-1,1 3-1228,-1 3 0,4 2 0,0-2 0,1-3-875,2-3 0,0-5 1,0-3 1675,0-4 0,-5-3 0,-2-2 0</inkml:trace>
  <inkml:trace contextRef="#ctx0" brushRef="#br0">8679 8028 7743,'-21'13'0,"-2"0"1564,2-1 0,2 2 1,4-7 927,0-1 0,4-2-1812,7-8 0,4-2 0,4-6 0,4-1-367,2-3 0,2-2 0,0-6 0,1 1-32,3-1 1,-3 1-1,3 0 1,-2 2-219,2 2 0,-3 7 0,3-1 1,-3 1-369,-2 3 0,3 5 0,1 0-180,5 3 0,-3 7 0,-1 6 0,-2 6 225,2 5 0,-6 5 0,3 4 0,1 2-260,-1 1 0,-7-3 0,6-2 1,-2-1-95,1-3 0,-3-1 1,-2-3-1,0-2-781,-4-5 1,3-5 1394,-1-3 0,0-4 0,-4 2 0</inkml:trace>
  <inkml:trace contextRef="#ctx0" brushRef="#br0">8749 8311 7760,'-12'0'451,"1"0"1,-1-2 1093,0-1 1,6-4 0,3-6 0,7-4-521,8-7 1,6-2 0,8-8-1,3-4-504,1-3 1,6 2 0,2-3-1,-2 0-970,1 0 1,-8 8-1,3 2 1,-4 4-1965,-6 6 1,-5 10-1,2 2 2413,-2 3 0,-7 3 0,-5 4 0</inkml:trace>
  <inkml:trace contextRef="#ctx0" brushRef="#br0">9480 7839 9461,'-11'-4'2970,"-1"0"0,5-1-2240,3 1 0,4 2 0,4-5 0,4 2-718,3 2 0,0 2 0,1 1-37,0 0 1,0 0 0,0 1 24,-1 3 0,-4 8 0,-2 6 0</inkml:trace>
  <inkml:trace contextRef="#ctx0" brushRef="#br0">9551 8087 7751,'-17'4'0,"-1"0"3680,-1-2 0,2 1-1561,6 1 0,4-4 0,4 1-1582,6-3-537,4-8 0,4 4 0,1-6 0</inkml:trace>
  <inkml:trace contextRef="#ctx0" brushRef="#br0">10365 7391 7844,'4'-11'0,"0"-1"0,0 0 2238,1 0 0,-4 4-800,3 0 0,-4 6 1,-4-1-841,-4 6 1,-2 5-1,-2 7 1,-1 6-151,-3 6 1,2-1 0,-6 6 0,-1 5-139,-1 5 0,-2 5 1,1 4-1,-2 7-170,11-26 1,0 1 0,1 1 0,0 1-1,-1 3 1,-1 1 0,2-1 0,0 1-293,1 0 0,2-1 0,2-4 1,1-2-1,-4 31 0,5-7-700,5-7 0,6-13 0,3-3 0,4-6 91,4-4 1,-2-11 0,4-2 0,1-2-392,-1-2 0,0-3 1,3 0 1151,-1-6 0,0-4 0,3-4 0</inkml:trace>
  <inkml:trace contextRef="#ctx0" brushRef="#br0">10353 7993 9088,'-16'10'2023,"1"-2"1,-1 1 0,5-4 950,3 2-2289,3-5 0,7 8 0,1-6 0,7-2 0,3-1-632,2-1 0,5 0 0,-3 0 0,1 0-1301,3 0 1,2-1-1,0-1 1,1-4 204,-1 0 0,1 2 0,0-4 1043,-1-1 0,6-2 0,1 0 0</inkml:trace>
  <inkml:trace contextRef="#ctx0" brushRef="#br0">10884 7945 7823,'-12'7'756,"-4"2"1,0-5 0,2-1 2549,1-2 0,6-2-2489,3-3 0,3 1 0,2-5 1,3-1-1,4-3-175,3-3 0,4-2 0,2-4-464,2 1 0,-4 2 1,4-3-1,-1 2 0,-1 1-117,0 0 0,0 2 0,-2-2 0,0 1-152,0 2 0,-2 6 0,-1 2 0,-1 2-252,1 3 1,-4 0-1,0 4 142,1 1 1,0 5 0,1 8-1,-4 4 1,1 3 60,-1 5 0,2 2 0,3 5 0,-1 1-80,2-1 1,-6-4-1,9 0 1,0-3-168,3-1 1,-3-8 0,4-4-1,-1-6 305,0-5 1,-2-4 0,2-4 0,-1-5 32,-2-6 1,-2-4 0,-3-8-1,0 0 507,-3 1 0,-3 1 0,3 1 1,-2 1-160,-2-1 0,-2-3 0,-1 0 0,0 4-226,0 2 1,-1 6 0,-3 0 0,-4 3 159,-3 4 1,0 3 0,-1 6-1,-1 3 31,-3 4 0,-1 8 0,-4 3 0,1 4 158,-1 0 1,-2 6-1,-3 2 1,-2 3-248,2 2 1,1 0-1,3 1 1,-1 1-413,0 0 0,7-5 1,-3 2-1,4-6-1342,3-4 0,4-11 0,2-2-240,1-1 1,1-7 0,4-4 265,0-7 1553,0-4 0,10-6 0,3-1 0</inkml:trace>
  <inkml:trace contextRef="#ctx0" brushRef="#br0">11756 7910 7804,'-6'18'1250,"-5"-1"0,5-5 0,-5 0 0,2 1-32,1 3 0,4-2 1,-2 6-1,-1 2-762,1 4 1,2-1 0,-3 3 0,2-2-731,2 1 0,-2-6 1,1 2-1,0-4-1369,-1 0 1,4-9 1642,-3 2 0,8-8 0,2 1 0</inkml:trace>
  <inkml:trace contextRef="#ctx0" brushRef="#br0">12016 8004 7763,'-20'11'0,"3"-2"0,3-3 2864,3 0-1077,7 3 1,0-14 0,8-2 0,4-7-1018,2-5 0,8-2 0,0-5 0,2-1-249,-1 1 0,-3 1 0,2 1 0,1-1-252,-1-2 0,-2 6 1,2-2-1,-1 4-488,-3 0 0,1 5 0,1-2-271,3 3 0,-2 7 1,-1 2-1,-2 4 6,2 4 1,-5 2 0,3 7 0,-1 3 248,-4 4 0,3 2 0,-5 2 0,0 0 91,1 4 0,-1-3 0,2 2 1,-1-2 216,1-1 0,-1-6 1,1-2-1,2-4 106,-2-5 0,0-1 1,3-8-1,0-2 126,-1-3 0,1-9 1,0-4-1,-2-2-49,-2-2 0,-1 0 1,-5-1-1,2-2-178,-1 1 0,-2 8 0,-1-4 0,0 2 134,0 2 0,-5 7 0,-3 1-117,-2 3 0,-2 5 0,0 5 0,-1 7-92,-3 4 1,2 6 0,-4 6-1,1 3 226,2 1 0,1-3 0,-1 3 0,-2 2 67,-1 2 1,2-5-1,-2 6 1,-1-1-350,1 0 0,4-4 0,-1-3 1,5-6-2984,2-6 1254,5-2 1,-2-7 0,5-8 0,1-8-2609,3-9 4390,3-3 0,5-1 0,-1-1 0</inkml:trace>
  <inkml:trace contextRef="#ctx0" brushRef="#br0">12876 7214 7798,'-5'7'-403,"4"4"1,-3-2-1,3 4 2860,1 2 1,0 8-1,0 2 1,1 9-1098,3 8 1,1 10 0,3 7-1,-5-26 1,-1 1-1286,1 2 1,-1 1-1,-1-2 1,0 0-1,0 0 1,0 0 0,-1 0-1,-2-2-288,-6 32 1,-4-8 0,-2-1-1,-3-8-689,-2-8 1,-2-14-1,-5 5 1,-1-4 901,0-2 0,-3 0 0,0-2 0</inkml:trace>
  <inkml:trace contextRef="#ctx0" brushRef="#br0">2087 9560 7758,'5'-11'1043,"-4"3"0,3 0 182,-2-1 0,-1 0 0,1 2-528,2 7 1,0 8-1,-4 11 1,0 10 98,0 8 1,-1 11 0,-3 9 0,-2 4-282,-1 5 1,-7-6 0,8-25-1,1-1-166,-4 32 1,-5-2-1,4-9 1,3-12-1,0-11 197,4-13 0,2-12-344,1-11 0,4-9 0,1-16 0,2-6 0,2-8-10,1-7 1,3-3 0,2-8 0,-7 27 0,0-2-380,-1-1 1,0 0-1,2-3 1,0-1-1,1-2 1,-1-1 0,1-1-1,-1 0-15,1-2 0,0 2 1,0 5-1,1 1 0,1-1 1,1 1-1,-1 5 0,1 2 219,9-19 0,-6 22 1,0 15 44,-3 6 1,-2 9-1,1 7 1,1 4-59,3 4 1,-3 3 0,3 9 0,-2 4 559,2 6 1,-7-3 0,3 1 0,-3 1 90,-2 0 1,-2-6-1,-5 4 1,0-2-656,0-4 0,-1-8 0,-3 4 0,-6-2 0,-4-2 0,-6 0 0,-6 2 0,-3-1 51,-1 1 0,-2-4 0,-5 6 0,0-1-51,3 1 0,5-6 0,0 4 0,5 0-210,5-1 1,9-4 0,3-2 0,2-2-194,2 2 0,9-2 1,4 3-1,6-2 180,2-5 1,3-1-1,5 3 1,3-1-203,1-3 0,-1-2 1,4-3-1,1 1-518,-1-2 0,-2 0 0,0-2 0,-2 0-845,0 0 0,-8-6 0,3-1 0,-2-5-707,0-4 0,-3-2 2495,-4-6 0,4-5 0,-1-1 0</inkml:trace>
  <inkml:trace contextRef="#ctx0" brushRef="#br0">2724 9773 7758,'0'-12'2013,"0"0"1,0 0 0,0 0 1214,0 1 0,-2 0-2303,-2 3 0,-2 6 0,-6 8-198,0 6 0,-4 9 1,-1 3-539,-1 6 0,2 4 0,-2 1 0,1 0 0,3 1-846,0-1 0,8-3 0,2-4 345,3-3 0,1-4 1,2-9-1,5-1 1,6-4-461,4-3 0,-1-12 0,3-5 222,2-4 1,2-8 0,0-6-1,-1-2 1,-1-1 407,-1-1 0,-4 6 1,2-5 194,-1 4 1,-2-2 96,-8 5 0,-1 11 1,-6 14-1,-2 11-177,-2 9 0,2 6 1,-5 2-1,1 1-535,-1 0 0,5 1 0,-2 0 0,2-2-809,2-1 1,0-7-1,0-1 1,0-1 280,0 0 1,2-6 0,2-6 1089,3-3 0,4-6 0,1-1 0</inkml:trace>
  <inkml:trace contextRef="#ctx0" brushRef="#br0">2936 9855 8727,'0'-6'8826,"0"2"-8525,0 8 0,0 2 0,0 7 0,0 3-146,0 4 1,0 2 0,0 0-166,0-2 1,0 5 0,1-4-1,2-2 1,1 0-175,-2-5 0,0-1 74,-2-1 0,1-6 1,2-4-1,2-9 36,1-9 0,2-6 1,4-4-1,0-3 8,0-1 1,3-1 0,1-3 0,-2 2-142,0 5 1,-3 3 0,1 4 159,0 5 1,0 3 0,-1 5 32,1 7 1,-5 7 0,-3 9-1,-3 5-310,-1 5 0,0 0 0,0 4 0,0-1-1047,0-3 1,0 0 1370,0 2 0,5-3 0,2 3 0</inkml:trace>
  <inkml:trace contextRef="#ctx0" brushRef="#br0">3537 9773 8610,'-1'-12'2042,"-3"0"0,3 4 0,-5 2 37,1 0 1,3-2-1,-6 5-1289,-1 0 0,2 3 1,-1 4-1,0 4-489,2 2 1,-5 7 0,3 3 0,-2 2-349,-2 2 1,4-1-1,2 1 1,0-1-573,4 1 1,0-6 0,2-2 0,2-3 59,2-1 1,2-5 0,7-4 0,2-4 448,1-7 0,3-5 0,-3-10 1,0-1-71,1 0 0,-4 1 0,1-1 446,-5 1 0,2 0 1,-5 4-1,2 4 1,-1 5 40,-2 2 1,-1 8-1,-3 3 51,3 7 1,-3 11-1,3 3 1,-2 4 321,-2 3 0,0 3 0,-2-3 0,0 3-144,-2 2 0,-1 0 1,1 1-1,-4 1-375,-3 0 1,-2-7 0,-1 6 0,-2-2-162,2-2 0,-3-8 0,1 0 0,2-3 0,0-5 0,4-6 0,1-5-109,1-1 1,5-2 0,-1-7-578,3-4 1,2-2-1,3-1 1,4 2 231,3 1 1,2 0 0,1-3-1,3-1 171,2 0 1,-4 0 0,5 0 0,1 1-20,1-1 1,2-4 0,-1-1 0,2-1 70,3-3 0,-3-1 1,2-2-1,-2-1 28,-1-2 0,-1-4 1,-1-5-1,-2-3 441,-4-5 1,-4 6-1,-4 2 1,-5-1 1717,-1 0 1,-2 8 0,-2-1-1426,-1 8 0,-4 10 0,-5 10 1,0 4-532,1 6 0,-1 9 0,0 5 0,0 7-205,0 5 0,1-4 0,0 7 1,3-2-687,4-2 0,3 0 0,1 1 0,0-1-1955,0-2 1,1-7 0,3 1 2845,4-3 0,8 3 0,2-7 0</inkml:trace>
  <inkml:trace contextRef="#ctx0" brushRef="#br0">5318 9490 7864,'0'-12'0,"-2"0"1960,-1 0 0,0 6-991,-5 2 0,5 4 0,0 4 0,1 5 193,2 5 1,2 9-1,0 5 1,3 4-753,2 4 0,-1 0 0,4 3 0,-2-2-405,1-2 1,1-3-1,3-4 1,2-1-421,0-5 1,8-12 0,-1-3 0,5-11 48,4-12 0,-4-7 1,3-14-1,-1-2 46,-3-4 1,-1 1 0,-4 0 0,-4 1 600,-5 3 1,-4 4-1,0 5 207,-4 6 1,-4 10 0,-4 6-87,-4 14 1,-7 14 0,-2 11-1,-1 8 57,-3 7 0,-1 1 0,-2 8 0,-1 5-370,12-29 0,-1 1 0,-1 1 1,0 0-1,-2 2 0,0 0 1,1 2-1,0-1-628,2-1 0,1-1 0,1-2 0,0-1 0,-8 21 0,6-10-552,5-10 1,5-14-1,8-7 1,5-8 28,5-7 1,2-8-1,6-12 1062,3-7 0,12-6 0,0-12 0</inkml:trace>
  <inkml:trace contextRef="#ctx0" brushRef="#br0">6002 9572 7806,'-24'29'0,"1"-8"0,2 1 0,4-3 636,5-5 0,8-1 1,1-2-1,7-4 975,8-3 1,1 2 0,7-3 0,2 0-1296,4-2 1,-4-1 0,5 0 0,0 0-850,2 0 0,-7-4 1,2 1-1,-2 0-238,0 2 1,-2-3 770,0 0 0,-6-5 0,3 2 0</inkml:trace>
  <inkml:trace contextRef="#ctx0" brushRef="#br0">6025 9784 9119,'-22'15'0,"1"-2"1578,1-3 1,10-1-630,-2 3 0,11-5 0,3-3 0,10-3-195,5-1 0,4 0 0,5 0-787,2 0 1,9-5 0,-2-3 32,2-3 0,-1 0 0,0-1 0</inkml:trace>
  <inkml:trace contextRef="#ctx0" brushRef="#br0">7252 8959 7876,'10'-23'1333,"-1"2"1,-2 4-320,-2 5 0,-2 8 1,-7 1-1,-5 7-662,-6 8 0,1 6 1,-6 9-1,-2 3 573,-4 4 0,-1 1 0,-4 11 0,-2 4-571,-1 2 0,16-24 0,0 2 0,-1 2 0,1 1 0,-1 3 1,0 2-273,-1 1 0,2 1 0,1-2 0,1 0 0,-1 2 0,0 0 0,4-2 0,1 0-261,3 0 0,1-2 1,2 19-1,7-2 1,9-9-392,9-10 0,6-4 1,3-9-1,5-6-1343,0-7 1,0-6 0,2-8 0,2-5 597,2-8 1,-8-11-1,1-8 1315,-6-8 0,-8-9 0,0 2 0</inkml:trace>
  <inkml:trace contextRef="#ctx0" brushRef="#br0">6733 9395 8875,'-24'23'1087,"1"-4"0,8-2 1,5-4-1,3 2 0,6 0-202,4 0 0,10-2 0,10-1 0,7 0-621,4-1 0,7-4 1,2-3-1,4-3-702,5-1 0,-1 0 0,5 0 0,3 0-4772,1 0 5210,-7 0 0,-20-2 0,2-1 0,25-4 0</inkml:trace>
  <inkml:trace contextRef="#ctx0" brushRef="#br0">7582 9466 7980,'-24'0'873,"1"5"1,3 1 0,0 3 0,-1-1-104,-1 1 1,4 3-1,1 3 1,1 4 72,0-1 0,-1 4 0,4-2 0,0 2-315,3 2 0,4-5 0,0 0 1,1-1-728,2 0 1,3-7-1,4-1 1,4-3-360,2-5 0,7 0 0,2-4 90,-1-1 1,7-4 0,-3-6 0,2-3 0,2-3-20,-1-4 0,-4 4 0,-3 0 0,0 2 252,1 3 0,-3-3 0,2 1 224,-1 2 1,-5 6-27,-4 4 0,-11 9 1,-1 7-1,-5 6-252,-3 5 0,0 0 0,2 1-227,2-1 1,-1 1 0,3-2-1,1-1 516,0-1 0,1-6 0,4 3 0</inkml:trace>
  <inkml:trace contextRef="#ctx0" brushRef="#br0">7806 9619 10792,'-4'8'1121,"0"0"1,-1 0 0,2 5 0,-2 1-571,-2 2 0,3 1 0,-2-1 0,-1 2-451,1 1 0,3-2 1,-1-6-1,2 1-65,-2 0 0,4-6 155,0-2 1,5-9-1,7-5 1,0-6-513,-1-2 0,2-2 1,2-4-1,2 1-60,1-1 0,-2 2 0,2 2 0,-1 3 23,-2 0 1,-1 8-1,1-1 216,0 3 0,-3 4 1,-5 7-1,-2 6 0,-3 5-74,0 9 0,-2 1 0,0 5 0,0-1-587,0-3 1,0-3-1,0-2 1,0-2 803,0-2 0,0-2 0,0-3 0</inkml:trace>
  <inkml:trace contextRef="#ctx0" brushRef="#br0">8148 9018 7792,'-8'0'5511,"0"0"-3936,0 0 1,2 5-1520,2 3 0,2-1 0,4-1 0,2 1-292,4-1 0,2-3 0,2 1 0,0-1-455,-1 0 1,3-1 0,0 2 0,2-3-2355,-2-1 3045,4 0 0,1-5 0,4-2 0</inkml:trace>
  <inkml:trace contextRef="#ctx0" brushRef="#br0">8537 8735 8527,'0'-12'2919,"0"7"1,0 6-1,0 10-1938,0 7 1,-4 11 0,-1 6-1,-2 7-1245,-2 4 0,3 3 0,-2 0 1,0 3-1620,1-3 1,-2-2 0,4-5 1882,-2-6 0,-1-6 0,-3-7 0</inkml:trace>
  <inkml:trace contextRef="#ctx0" brushRef="#br0">8549 9678 8109,'0'7'-710,"0"-1"137,0-2 31,0-2 1095,0 8 1288,0-9-589,0 10 0,0-9 1345,0 6-1540,0-5 1,0 4-298,0-4 1,-2-1 392,-1 2-444,1-3 144,-3-1-568,5 0 0,0-5 0,1-3-223,3-3 1,3-2-1,5-2 1,-1-5-137,1-2 1,4-7 0,1-1-263,1 0 1,1-4-1,2 3 1,-3 1 0,0 3-168,1 2 0,-5 10 1,2 5-1,-3 3 118,-1 5 1,-2 3-1,-1 7 1,-1 8 196,1 5 0,-2 8 0,1 3 1,1 5 112,1 2 1,2 1 0,0-5 0,0-1-166,0-3 0,3-3 1,2-8-1,0-5-462,0-2 0,3-6 1,-3-3-1,0-4-428,0-4 0,-1-3 1,-4-6 1129,-1-2 0,-4-4 0,-2-4 0</inkml:trace>
  <inkml:trace contextRef="#ctx0" brushRef="#br0">8737 9914 7835,'-18'12'2997,"-3"0"-1152,5-1 0,6-11 0,7-9-1069,6-12 1,9-8 0,10-7 0,7-4 0,6-4-898,2-6 1,5 0 0,-21 24 0,1-1 0,1 0 0,0 0-640,1 0 1,-1 0 0,20-19 0,-2 1 759,-4 3 0,6-3 0,-6 3 0</inkml:trace>
  <inkml:trace contextRef="#ctx0" brushRef="#br0">9586 9065 7847,'-11'0'764,"-1"0"1,0-1-1,0-2 6186,1-1-7196,4 0 1,3 4-1223,8 0 1,3 6 1467,4 2 0,1 7 0,0 4 0</inkml:trace>
  <inkml:trace contextRef="#ctx0" brushRef="#br0">9539 9525 7819,'-11'0'1364,"-1"0"1,0 0 0,0 0 286,0 0 0,7-5 0,5-3 1,7-1-695,3 1-957,7-3 0,2 5 0,4-6 0</inkml:trace>
  <inkml:trace contextRef="#ctx0" brushRef="#br0">10542 8676 7865,'0'-8'343,"0"1"476,0-3 0,0 4 0,0-2 33,0-1 1,0 2 0,0-1 3369,0-1-3190,0 4 0,-2 1 0,-2 8-325,-3 4 0,-5 8-1,-4 4 1,-4 7-252,-2 4 0,-3 10 1,-1 5-1,-4 7-285,13-22 0,0 0 1,-1 1-1,0 1 0,-3 6 1,-1 1-1,0 0 0,1 1-279,0 1 0,1 0 1,3-6-1,0 0 0,-1 4 1,1 1-1,2-3 1,2-1-276,2-3 1,1-1 0,-1 14-1,8-3-61,6-7 1,7-3-1,7-9 1,0-4 0,3-1-162,2-2 1,-1-8 0,8 2 0,-2-1-584,1-1 1,1-3 0,-3-2-1,3-1-948,1 0 0,-3 0 2137,5-4 0,-3-4 0,3 0 0,1 1 0,-1 2 0</inkml:trace>
  <inkml:trace contextRef="#ctx0" brushRef="#br0">10719 9030 8405,'-12'-1'1728,"0"-3"1,0 2 0,0-2 303,1 3 0,3-3-263,0 0-1349,5 0 0,3 4 0,8 0 0,3 0-676,0 0 0,2-4 0,3 0 0,3 2-799,-1 1 0,4-3 1,-4 0-1,2 1 530,0 2 0,-1-1 1,4 0-1,-2-2 525,-2 1 0,-4 2 0,2 1 0</inkml:trace>
  <inkml:trace contextRef="#ctx0" brushRef="#br0">11273 8759 8133,'-8'0'1084,"0"0"1,5 1 0,-1 3 0,3 4-283,1 2 1,0 7 0,-1 3 0,-2 4-754,-1 3 1,-1 3 0,2 4 0,0-1-716,0-2 0,2-8 1,1-1-1,0-4 353,0-3 0,1-3 0,3-6 313,4-6 0,2-10 0,2-9 0</inkml:trace>
  <inkml:trace contextRef="#ctx0" brushRef="#br0">11414 8723 7891,'-8'12'420,"1"0"1,3 4-1,-3-1 1,2 2 70,2 4 0,-2-4 0,0 10 0,-1-1-591,1-1 1,1-4 0,3-3 0,-2-1-2673,-1-3 2772,1 0 0,3-3 0,0 1 0</inkml:trace>
  <inkml:trace contextRef="#ctx0" brushRef="#br0">11060 8723 7836,'-13'19'600,"-2"-4"1,2-1 0,-3-3 0,3 0 3457,1-3-2989,5 2 1,3-9-1,8 2-677,4-6 1,4-3-1,2-7 1,5-2-610,3 0 0,-1-2 0,7 2 0,-4 0-232,0 0 0,1 2 0,1 1 0,2 0 35,-2 1 1,-1 0-1,-3 3 1,-1 4-201,-1 3 1,-2 1-1,3 0 1,-3 1 508,-1 3 0,-1 3 0,-4 5 0,0-2-61,-1-2 1,1 2-1,0-3 1,0 1 47,0 0 1,-2-4-1,-1 2 1,-1 1-2028,1-1 2145,-3-3 0,4 7 0,-3-3 0</inkml:trace>
  <inkml:trace contextRef="#ctx0" brushRef="#br0">11025 9230 7788,'-16'11'1517,"2"-2"1,2-3 1793,3 0 0,8 2-2487,1-4 0,8-1 1,11-4-1,10-3 599,8-4 1,2-2-1,7-2 1,4-1-1902,2-3 1,-3 3 0,3-3 0,0 3-1100,-4 2 1,-1 3 0,-11 1 0,-3 2-3999,-4 2 5575,-12 2 0,5 1 0,-10 0 0</inkml:trace>
  <inkml:trace contextRef="#ctx0" brushRef="#br0">11237 9478 7744,'-7'0'903,"-1"0"2230,-2 0 1,0 0-916,-2 0 1,7-5-1768,5-3 1,5-1 0,7-1-1,1 4-438,3 1 1,1-3 0,4 4 0,-2 1-504,2 2 0,2 1 0,-1 0 1,-1 0 222,-1 0 0,-6 5 0,0 3 1,-3 2 289,-3 2 0,-6 0 0,2 0 0,-2 1 101,-2 3 0,-7 1 0,-3 4 0,-6-2 86,-2 2 1,2-4-1,-4-1 1,-1-2-96,-1 2 0,0-7 1,2 3-1,3-3-146,0-2 0,4-2 1,-3-5-366,3 0 1,8 0 285,5 0 0,9-1 0,8-2 0,1-2-79,3-2 0,2 1 0,0-3 0,1 2-679,-1 2 1,1-3-1,-1 3 1,2-1-1587,3 1 2454,-3-4 0,9 3 0,-4-6 0</inkml:trace>
  <inkml:trace contextRef="#ctx0" brushRef="#br0">12086 9148 7802,'-11'5'625,"3"0"1,1 4 0,1-1-255,-1 1 0,3 2 1,-2 1-1,0 0-426,4-1 0,-1 2 0,1 2 0,-2 1 293,1-2 0,2-1-238,1-1 0,0 5 0,0 1 0</inkml:trace>
  <inkml:trace contextRef="#ctx0" brushRef="#br0">12464 8735 8227,'-7'1'1244,"2"3"1,1 4-175,0 3 0,0 2 1,3 3-1,-2 3-906,-1 3 0,-1 7 0,2 1 0,0 1-755,0-4 0,2-2 1,1-1-1,0-2-125,0-3 1,0-5 715,0-7 0,5-4 0,1 2 0</inkml:trace>
  <inkml:trace contextRef="#ctx0" brushRef="#br0">12605 8653 8549,'-6'11'669,"0"-1"1,6 0 0,0 5-322,0 2 1,0 2 0,0 5 0,0-1-768,0 1 1,0-1-1,0 1 1,0-2-884,0-2 1,0-7 1301,0-5 0,6 0 0,0 4 0</inkml:trace>
  <inkml:trace contextRef="#ctx0" brushRef="#br0">12228 8629 7793,'-12'12'1646,"0"0"1,6-4 0,3-1-614,6 3 1,5-5-1,7-1 1,6-4-499,6-4 0,3-3 0,5-5 0,0-1-405,1-2 1,-1 2 0,1-3 0,-1 1-511,0 0 1,-3 6 0,-3-2 0,-3 4-823,-4 5 0,-9 1 0,2 2 38,-1 3 0,-5 2 0,-5 6 1,-3 0-481,-1 0 1644,0 0 0,6-1 0,0 1 0</inkml:trace>
  <inkml:trace contextRef="#ctx0" brushRef="#br0">12181 9219 7810,'-28'13'1578,"1"2"1,3-2 0,7 3-459,4-3 0,5-6 1,12-3-1,7-3-223,7-1 0,7-3 0,11-3 0,4-7-499,3-4 0,0 1 0,2-4 0,2-1-1108,1-1 1,-2 2-1,4 2 1,-4 1-693,-3 3 1,-9 5 0,0 2-1,-2 0 1402,-2 1 0,-9 3 0,1-2 0</inkml:trace>
  <inkml:trace contextRef="#ctx0" brushRef="#br0">12464 9348 7741,'-12'7'1132,"0"-2"0,0-5 1897,1 0 1,5-1-2378,6-3 1,2 1 0,6-3-1,1 0-428,1 4 1,3-1 0,2 0 0,0 0-259,0 0 0,2 2 1,-1 2-1,-2 2 93,-1 0 1,-1 7 0,0-3-1,-1 4 14,1 1 1,-1 0-1,-3 1 1,-4 1-2,-3 2 1,-1 5-1,0-3 1,-3 2-46,-5-1 0,0-3 0,-9 2 1,0 1-156,-2-1 1,0-4 0,0 2 0,-1-3-371,2-1 0,1-4 0,5 0-185,0 1 0,7 0 531,5-1 0,10-3 0,10-5 1,2-1-417,2-3 0,3-3 0,2-4 0,1-2-3299,3-3 3867,1-2 0,7-6 0,1 0 0</inkml:trace>
  <inkml:trace contextRef="#ctx0" brushRef="#br0">13171 8405 7741,'-23'0'1638,"3"0"0,2 0 0,2 1-478,5 3 1,4 4 0,4 8 0,2 5 851,6 5 1,3 11-1,11 11 1,4 12-1598,-10-24 0,0 2 1,-2 2-1,-1 2 0,2 8 1,-1 1-1,0 4 1,-1 2-416,0 1 0,-1 0 0,-2-2 0,-2-1 0,-3-2 0,0-2 0,-2-2 0,0-1-449,-2-3 1,0-2 0,-10 22-1,3-32 1,-2 0 0,-12 23-411,-5-6 1,1-10 0,-6-3 858,0-3 0,-9 3 0,5-7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21402 1379 8329,'0'-12'1020,"0"1"-500,0-1 1,1 0-148,3 0-387,-2 6 1,3 2 0,-6 8 89,-3 4 0,-3 3 0,-3 4 0,0 2-52,3 1 0,-3 2 1,-4 5-1,-3 2-16,-1 5 1,-2 2 0,-4 1 0,1 2-7,-1 2 1,1-2 0,-1 2-1,0-2-39,1-2 1,3-4 0,2-2-1,0-3 139,-1-3 1,5-4-1,-2 1 1,3-4 49,1-3 0,0-3 1,2 0-1,1-4 102,1-1 0,0-1-108,-4-4 0,6-5 0,2-3 0,1-2-58,-1-2 0,3-1 0,-3-3 1,3-4-48,1-2 1,0-1-1,0 0 1,0 2 29,0 2 1,0-1-1,0-2 1,0 2 16,0 4 0,0 3 1,0 2 288,0-1 1,-6 5-286,-1 3 0,-4 4 1,1 4-1,0 4-84,3 3 0,-1 2 0,-3 1 0,2 3-36,1 1 0,2 1 0,-4 2 0,4-2 31,1 2 1,1-2-1,2-1 1,0 0 51,-2 1 0,0-5 0,5 3 22,3 0 0,3-4 0,6 2 1,3-6 37,3-5 1,3-3 0,2-1 0,1 0-313,2 0 1,4-1-1,3-2 1,0-2-40,1-2 1,-5 3 0,7-3-1,0-1-2989,-1 1 3225,-7 2 0,10 5 0,-8 0 0</inkml:trace>
  <inkml:trace contextRef="#ctx0" brushRef="#br0">19315 1933 8150,'-8'-11'-201,"0"-1"0,2-4 0,-4 0 0,4 1 683,1-2 1,1 3 0,2-1 0,0 0-109,-2 0 0,0 1 0,4-1 1,0 2-33,0 1 1,4 0 0,1 2-88,2 2 0,-3 3-155,3 5 1,-4 1 0,2 1-1,-1 5 12,0 3 0,1 0 0,-2 7 0,2 0-234,2 2 0,-5 1 0,4 2 0,-2 3 30,0 0 1,1 1 0,-3 0 0,2 2 113,-1-2 0,2 3 1,-1-2-1,0 1-10,1 1 1,-3-4 0,2 2-1,-3-2 11,-1-1 1,1-2-1,2-2 1,1-5 135,-2-2 0,1-2 0,1-3-11,4-4 0,2-4 1,1-4-1,-1-4-110,2-3 1,-5-2-1,6-1 1,0-3 21,0-2 0,-3 4 1,5-4-1,-5 1-184,-2 0 1,0 2 0,2-2 0,-2 1 57,-4 2 0,1 2 189,-1 1 0,-1 7 0,-6 6 2,-1 10 1,-3 6 0,1 7 0,1-1-22,0 1 1,0 3-1,2 1 1,-1-1-43,1 2 1,1-4-1,-1 1 1,-1-4-188,2-2 0,-1-4 1,0 2-1,0-1-304,0-2 1,-2-6 0,-1-1 0,0 1-42,-3 1 0,0-2 1,-1-1-166,2-2 1,2 4 634,-2-1 0,-2 2 0,3 2 0</inkml:trace>
  <inkml:trace contextRef="#ctx0" brushRef="#br0">23136 1639 8237,'11'-17'0,"1"-2"-269,0 1 0,0-3 0,-1 4 0,1 0 1365,0 0 0,-3 1-369,3 4 1,-7 2-529,7 2 1,-13 8-99,-3 8 0,-5 6 1,-3 2-1,-1 0 0,-2 1 40,0 2 1,-6 8-1,1 1 1,-2 3-159,-2 1 1,-1 2 0,-1 2 0,-3 0 115,-1 4 0,-3-2 1,-6 5-1,-3 0 27,0-1 0,-4 3 0,6-7 0,-1-3-9,2-2 1,10-11-1,-1 0 1,8-5 79,6-6 1,7-5 6,1-6 0,5-5 0,-1-3 0,3-2-101,1-2 1,4-1-1,0-3 1,0-4-67,1-2 1,-4-1 0,3 0-1,-2 2-33,-2 2 0,0 0 0,0 0 0,0 3-231,0 3 0,-2 2 1,-2 4 310,-4 3 0,-6 2 0,-3 5 1,-1 5-1,-5 9 208,-3 8 0,1 1 1,-2 5-1,2 3-52,1 4 1,6-5 0,3 2 0,6 0-335,5-1 1,6-8 0,6-4 0,7-4-150,6-3 0,8-2 0,3-3 0,3 0-155,4-3 1,-1-4 0,4 1 0,0-1-2454,0 0 2851,-4-1 0,13 8 0,-2-3 0</inkml:trace>
  <inkml:trace contextRef="#ctx0" brushRef="#br0">20518 3041 7954,'0'-7'1160,"0"-1"1,0 4-673,0-4 0,0 4-166,0-4 0,0 4-66,0-4 1,0 4-124,0-3-25,0 4-8,0-2 1,0 15 176,0 6 0,0 1 1,0 1-1,0 2-229,0 2 0,0-1 0,0 8 0,0 0-2,0 2 1,0-1 0,0 0 0,0 1 12,0-1 1,0-4 0,0 0 0,0-5 42,0-5 1,-2-4 63,-2-5 0,3-3 0,-3-8-130,3-3 1,1-9 0,0-4-1,0-2-28,0-2 0,1-1 0,2-1 1,1-3 30,-2-1 1,0 3 0,-2-3 0,0 0-148,0-1 0,1 5 0,2-1 0,1 3 134,-2 4 0,-1 2 1,-2 5 110,-3 1 0,2 3 0,-5 10-37,2 3 0,0 8 0,2 8 0,-1 3-1,1 5 1,2 2 0,1 5-1,0 2 26,0 2 0,0 3 0,0 5 0,1 2-126,3 2 1,-1-7 0,5 4 0,0-5-17,-2-5 1,3 1 0,-5-10-1,0-3 33,2-6 11,-5-6 0,4-13 0,-5-4 0,0-8 120,0-5 1,0 1 0,0-8 0,0-2-233,0 1 1,-4-5-1,0 0-70,2-1 1,0 0-1,2-3 1,-1 3-1,-2 1 1,-1 3 1,0 1-1,4 3 1,0 1-31,0 1 0,0 12 261,0 4 1,0 13-1,0 12 31,0 6 1,0 3 0,0 6 0,2 2 0,0 3 18,2 1 1,4 1-1,-3 6 1,1 2 8,-1 4 1,3 0 0,-3 1 0,2 0-42,2-3 0,-3-7 0,1-6 1,-1-3-55,1-7 0,0-9 0,2-7-429,-1-4 255,-1-5 1,0-14-1,-3-3 1,-3-3 1,-1-2 0,0-2 1,0-7-1,-1-3 13,-3-1 0,1 2 0,-3-3 1,-1-2-75,1-1 1,2 2 0,-3 4 0,2 1 161,2 5 0,-2 6 0,0 2 164,-2 5 0,3 6 0,-2 11 0,1 9 165,2 8 0,2 5 0,1 7 0,1 2 48,3 4 1,-1-1 0,4 0-129,3-1 1,4 6 0,3-3 0,0 0 0,1-1-100,1-1 0,-4 0 0,5 0 1,0-4-88,-2-2 0,3-11 1,-5 5-1,-1-2-71,3-3 0,-9-10 1,2-3-312,0-1 324,-6-6 0,-1-5 0,-6-8 0,-4-4-345,0-3 1,-2 0 0,-4-5 0,0-2-107,0-4 0,-1-3 0,-1-2 1,-2 2 431,2 0 0,5 4 0,1-1 0,-1 4 520,-2 2 1,3 11-342,0 1 0,7 16 0,1 9 0,7 8 433,3 6 1,6 5 0,1 2 0,1 1-218,3-1 0,-2-4 0,-1-1 0,0 1-103,1-1 1,0-5 0,4 1 0,-3-3-114,0-3 0,-2-6 0,2 1 0,-4-1-152,-3-3 1,-3-4 0,0-4-89,-3-1 1,-4-2-1,0-7 135,-6-4 0,-1 0 1,-5-2-309,0-3 0,-8-6 1,5 1-1,-1-3 1,0-4-63,1 0 0,-1 1 0,0 1 1,0 2 393,2 2 1,2 8-1,-3-1 29,0 2 1,6 6-1,2 4 1,3 8 224,1 6 1,1 6 0,3 6-1,5 2-71,5-2 1,0 3 0,3-1 0,-2 1-36,1 0 0,4-1 0,-5-5 0,1 1-173,1-1 1,-4-3-1,3-2 76,-3-1 0,-1-2 0,-2-6 0,0-1 0,-4 1-331,-1 1 64,-1-3 1,-4-3 0,0-8-1,-1-5-158,-3-6 1,-2 1 0,-6-6 0,0-1-19,0-1 0,4 2 1,0 2-1,-1 0 214,-1-1 1,2 5 0,1-2 592,2 3 1,-3 9-106,4 8 1,6 4 0,5 12 0,4 2-138,1 4 1,0-1 0,1 3 0,1-2-78,2 1 1,0-1 0,-3 5-38,2-3 1,-2 4 0,3-5 0,-3 0 0,-1-3-7,0 0 1,0-6 0,-2-2-303,-2-3 74,2-1 1,-8-7-1,0-5 1,-3-6 61,-3-5 0,-5-6 1,1-3-1,-2-2-453,-2-1 0,0-2 1,0-1-1,0-2 379,1 2 0,3 1 0,0 1 646,-1 1 0,2 8-372,-1 4 1,7 12 0,1 4 0,7 8-6,3 7 1,2 2-1,0 2 1,1 1 1,2 2 0,-1-1 0,1 4 0,0 1-11,0-1 0,-1-3 0,1 5 0,-2-1-38,-1-1 1,1 3 0,2-6-1,0 0-81,0-2 1,-2-7-1,-3-2 1,0-3 95,-3-2-485,-4-4 0,2-7 0,-5-8 0,-1-4 39,-3-3 0,1 0 0,-3-4 0,-1-2 161,1-2 1,2 0 0,-3-1 0,1 2 328,-1 2 1,5 2-1,-2 4 319,2-2-307,2 5 0,2 13 1,0 9-1,4 8 32,0 3 1,1 6-1,2 0 1,-1 3-4,1 1 1,0-2 0,0 2-1,-1 2 153,1 4 0,-2-1 0,1 2 1,1-2-243,1-2 1,2 0 0,-1-1 0,-1-1 25,2-2 1,-7-6-1,7 0 1,-2-5-290,1-3 1,-5-5-1,0-6-98,-1 0 1,-4-4-1,3-6 1,-3-4 63,-1-2 1,-5-7 0,-1-3 0,-2-2-83,0-2 1,0-1 0,-2-1 0,0-1 177,2 1 1,5 1 0,-4 2-1,2 2 177,2 2 0,-2 4 1,1 0-1,1 2 497,2 1 1,1 7 0,0 5-83,0 6 0,0 6 0,0 4 0,1 3-130,3 4 1,-1 1 0,3 3 0,1 0-217,0-1 1,-4 1 0,4-1-184,-2 1 1,4 5 0,-2-4-1,1 1 1,0 1-202,1 1 1,-3-5 0,1 1 0,0-1 58,-1 2 1,1-8-1,1-1 1,-3-4-53,0-4 116,-4-4 1,5-7 0,-6-8-1,0-4 129,0-3 0,0-4 0,0-4 1,-2-1-260,-2 1 1,3-2-1,-4-2 1,1-1-25,0-2 0,0 3 0,3 0 0,-2 2 381,-1 1 1,0 5 0,4 0 232,0 2 0,0 9 1,0 12-157,0 11 1,0 6 0,0 4 0,0 1-80,0 1 0,4 6 0,0-3-94,-1 0 1,2 4 0,-1-2 0,-2 1 0,1-1-147,1 0 1,-3-9 0,3 4 0,-2-1 37,-2-1 0,3-8 0,1-3-601,-1 0 532,-2-4 0,-1-10 0,0-10 0,-1-4-149,-3-6 1,1 2 0,-3-2 180,1-1 1,-3-1-1,3-1 1,-1-1 0,1 2-11,2 2 0,2 2 0,0 3 1088,-3 0-693,3 4 1,-5 15-1,8 9 1,0 6-21,2 5 0,1 0 1,-2 5-1,1-2-232,-1 1 0,-1 1 0,1-3 0,1 1-411,-2 0 0,0-3 0,-2 0 0,0 0-622,0-1 1,0-7 0,1-3-4062,3-3 5054,3-2 1,10-18 0,1-3 0</inkml:trace>
  <inkml:trace contextRef="#ctx0" brushRef="#br0">21166 6825 11986,'0'-7'-176,"2"-1"477,1-1 0,0 3 0,4 1 0,-1 1 157,1 0 0,1-4 1,3 3-270,1-1 1,0 3-1,0-1 663,0 3 128,-6 1-645,-1 0 1,-6 1 0,-3 2 150,-4 1 0,-2 0 0,-2-4-277,0 0 0,4 0 1,0 0-304,-1 0 0,0-2 0,0 0-232,1-2 1,0 0 155,-4 4 0,5 0 153,-1 0 0,4-4-102,-4 0 0,4 0 119,-4 4 1,4 0-15,-4 0 1,4 0 0,-3-1 90,-3-3 0,4 2-43,-2-2 1,0 3 75,-4 1 1,1 0-1,-1 0-114,0 0 0,4 0 0,0 0 0,-1 0 16,-1 0 1,2 4 0,0 0-1,-1-1 140,-2-2 0,-1 0 0,1 2 0,-1 1-31,0-2 1,0 1 0,0 0 0,1 1-37,-1-2 1,-1 1 0,-2-1 0,0 4 55,0 0 1,1-3-1,-1 2 1,0 0-46,0 3 1,1-1 0,-1 1 0,0 1-34,0 1 1,1-2-1,-1 0 1,0 1 94,0 2 0,2-1 0,1-1 0,1-1-4,-1 1 0,0-2 0,0 1-25,0 1 0,5-3 0,-1 2-79,-1 1 1,2 2 0,-1-1-1,0 0-13,2-3 1,-5 1-1,5 4 1,-2 0-3,0 0 0,0-1 0,-4 1 0,1 0 60,-1 0 1,3 0 0,-2 1-44,-2 2 0,-1-1 0,1 1 1,-2-2-2,-1-1 1,1 0 0,3 0 28,0-1 0,-4 1 0,-1 1 0,0 0 0,-1 2-3,0-1 0,2-7 0,-2 5 0,-1-2-125,1 1 0,3 0 0,0 0 0,2-2 26,1-1 1,0-4 0,0 2 0,0 1 56,1-1 1,3-3 0,0 2-103,-1 1 0,2-5-29,-1 3 0,0-3 84,-3-1 0,4-1-4,3-3 1,3 0 0,1-7 0,0-2-52,0 0 0,0-5 1,0-2-1,1-2-133,3-2 1,3 0 0,3-3 0,-1 0 68,-1 1 0,0 1 0,3 1 1,-2 2 53,-1 2 0,-5-1 88,5 6 1,-5 5 6,1 10 1,-3 10-1,-2 7 1,-3 2 119,-4 6 0,-1-1 0,0 3 0,1-1 28,-1 2 0,-2-3 0,-1 4 1,1-2-101,-1 1 1,4 0 0,0-1 0,-1 0 65,-1-1 1,-1-1-1,2-2 1,2-4 61,2-3 1,0-3 0,2-1-217,-1 0 1,2-6-1,6-2 1,3-3-55,4-1 0,1-5 0,1-3 0,1-2 7,2-2 1,4 0 0,-3 0 0,0 2-577,0 2 0,0 2 1,-3 3-1,2-1-537,-2 1 0,-1 7 1,-1 5-1,0 7 1102,0 8 0,0 5 0,-1 6 0</inkml:trace>
  <inkml:trace contextRef="#ctx0" brushRef="#br0">5129 3147 5814,'0'-11'1124,"0"-1"-796,0 0 1,0 4-63,0 0 1,0 4 1010,0-3-916,0 4 1,1-4 543,3 4 0,-2 0 405,2-5-769,-3 5 1,-1-3 341,0 2 2,0 3-511,0-5 1,0 8-123,0 2 0,0-2-140,0 6 0,0-4 1,0 4 0,0 1 0,0-2 0,0 0 72,0 3 1,0-4-32,0 2 0,0-4 0,0 4 260,0 1 0,0-2-200,0 0 0,0-3-176,0 4 0,0 0-50,0 4 1,0-4 0,1-2-102,3 0 78,-3 3 1,5-3 0,-5 5 164,3-3 0,-3 2 63,3-2 1,-3-2 0,1 1-47,2-2 1,-3 0-11,3-1 0,-3-1 1,1 4 15,2-2 1,-3 4-77,3-1 0,-3-2-27,-1 2 0,4 0 28,0 4 1,0-4 0,-4 0 129,0 1 0,4-3-135,0 2 0,1-1 0,-2 2-48,1-1 0,-1-4 0,-3 4 1,0 1 0,0-3 1,2 1 43,2-2 0,-3 4 26,3-1 0,-3-1 0,-1 0 129,0 3 1,2-4-34,1 2 1,-1-4-52,2 4 0,-2-2 0,1 4-25,1-3 0,0-3-33,-4 4 0,4-4 0,0 4-8,-2 1 0,1-4 1,0 1-17,0-1 1,1-2 0,-2 3-38,2-1 0,-3 4-36,3-1 0,1-1 41,-1 1 0,1-6 1,-2 4 32,1-1 1,1-4-61,-1 3 1,-3-1-1,5-1-98,-1 2 1,-3 1 100,6-1 0,-5-1 1,2 4 38,0-2 0,-3 0 0,3-2 167,0 1 0,-2 0 1,3-3-101,0 3 0,-1-3-130,-1 3 0,-3-1 0,4-1-47,1 2 1,-4 1-54,6-1 432,-5-2-79,7 8 0,-5-7-154,3 5 0,1-4 4,-5 3 56,6-4 0,-4 6-29,6-5 0,-4 0 0,-2-3 249,0 3 1,-1-2-359,-1 2 0,-2-2 0,6 2 0,0-3-313,4 5-2223,0-6-52,-6 0 0,-1 1-3139,-5 3 5727,0-3 0,0 4 0,0-5 0</inkml:trace>
  <inkml:trace contextRef="#ctx0" brushRef="#br0">5141 3089 7822,'0'-7'1670,"0"-3"0,-1 7-1034,-3-5 1,2 4 900,-2-4-88,3 6-917,1-4 0,-1 6-47,-3 0 0,3 2-35,-3 2 1,2 2-277,2 6 0,0 0 0,2-2 0,0-1-70,2-1 0,0 0 0,-3 4-95,3 0 0,-2-1 0,3 1-6,0 0 1,-4 0-1,3 0 42,-2-1 0,-1 1 0,2 0 0,1 0-23,-2 0 0,1-1 0,-1 1-34,2 0 1,0 0 0,-4 0-45,0-1 0,4 1 1,0 0-1,-1 0-107,-2-1 1,3 1 0,0 1 106,-1 3 0,-1-7 1,1 3-1,1-1 4,-2-1 0,4-2 0,-2 0 0,-2 1 91,-1 1 1,-1-2-1,2-1 1,0-1 145,2 1 0,0-3 1,-4 4 1,2-2 0,0 3-18,2-1 0,0-4 0,-3 3-14,3-2 0,-2 0 0,3-2-107,0 1 0,-2 4 0,3-3-52,-1 1 0,3-2 0,-2 3 0,-1-1 28,0 1 1,0-3 0,-1 2 34,4 0 1,-1 2 0,-1-3 56,-1 1 1,3-2-1,-2 3 1,-1-1 105,0 1 0,0-4 0,-2 2 0,2-1-129,2 0 0,-5 1 1,4-3-1,-3 4 2,1 0 0,2-3 1,-4 2 20,2 0 1,1 1-1,-2 3-80,1-1 438,5-6 0,-6 7-321,5-5 1,-4 0-822,3-4-841,-4 0 1509,2 0 0,1 0 0,0 0 0</inkml:trace>
  <inkml:trace contextRef="#ctx0" brushRef="#br0">12369 3890 8477,'-6'-5'4868,"1"4"-3475,5-5 3003,0 6-4368,5 0 1,-3 0-202,6 0 0,0 0 0,4-1 30,0-3 0,-4 3 1,0-3 69,1 3 0,-3-1 0,2 0 0,1-2 0,2 0 55,1-1 1,-5 3 0,1-3-1,1 1 33,2 0 0,1-4 0,-2 3 0,-1 0 45,-1 0 1,0-5 0,4 3-153,0-4 0,-4 3 0,-1 0-40,3-1 1,-1 3-1,0-2 131,-1-1 1,-2-2 0,3-1-1,-1 1 114,2-1 1,-4 4 0,1 0-76,-2-1 1,0-2 0,-2 0 0,1-1-1,0-1-16,1-3 1,-4 2-1,4-5-50,1 2 0,-5-2 0,4 0 1,-1 0-1,0-4 8,-1 2 0,-1 0 1,1-1 18,1 3 1,0-6 0,-4 4 0,1 0 0,2 0 72,1 2 0,0 1 0,-4 4 1,1-3-9,3-2 0,-3 5 0,3-2-76,-3 3 1,-1 1-760,0 0 16,0 1 0,0 5-1126,0 6 1,-1 7 1880,-3 9 0,-2 2 0,-6 6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9398 7945 7793,'1'-11'656,"3"-1"0,-3 0 0,5 0 0,-2 0 6037,-1 1-4315,7-1 0,-9 8-1436,3 8 1,-4 9 0,-4 16 0,-4 5 0,-4 5-421,-3 3 1,1 4 0,-3 6 0,2 5-523,-1-1 0,-5 5 0,11-27 0,0-1 0,-1 2 0,0 1-183,-1 1 1,1 1 0,1-4 0,1 0 0,1 0-1,0 0 1,-3 27-808,3-7 0,3-9 0,6-9 0,4-6-82,7-6 1,5-12 0,7-2-1,-1-3 274,1-5 0,1-2 0,1-3 0,3-7 107,1-4 1,-4 0-1,1-6 1,-2-2-2175,-1-5 2865,0 3 0,-6-10 0,-1 3 0</inkml:trace>
  <inkml:trace contextRef="#ctx0" brushRef="#br0">8973 8440 7823,'-11'7'6814,"-5"2"-5158,0-5 0,7 0 0,9-4-415,6 0 0,15-1 0,7-3 0,5-4-910,2-3 1,6 0-1,1 0 1,1 2-1710,0 1 1,2 2 0,4-2 0,4 4-1163,1 3 0,-3 1 2540,4 0 0,-6 0 0,4 0 0</inkml:trace>
  <inkml:trace contextRef="#ctx0" brushRef="#br0">10058 8346 7748,'-5'-6'445,"0"-5"1,-4 5 0,1-1 2011,-2 3 1,4 3-1,-2 1 1,-2 0-906,-5 0 1,2 1 0,-4 3 0,0 5-1027,-3 6 1,-2 4-1,-1 7 1,-1 3-391,0 1 1,5 2 0,0 3-1,1 1-526,0-1 1,7-4 0,1-2 0,3-3-649,5-3 1,5-8-1,5 0 1,3-6 477,1-5 0,5-4 0,2-4 0,5-5 320,3-6 1,0-4-1,3-9 1,0-3-138,0-3 0,-4 2 1,2 2-1,-3 0 165,-2 0 1,-4 4-1,-4 0 207,-2 5 1,-2 0-1,-5 6-43,-6 5 1,-1 8 0,-5 12-1,-1 4 25,0 6 0,0 2 0,-5 1 0,1 2-1,3 3 1,-2-2-1,2 4 1,-2 0-262,-2 0 1,0-3 0,2-1 0,2-4-586,4-2 0,2-6 0,2 2 0,0-3-1774,0-1 2644,0-6 0,11 0 0,2-6 0</inkml:trace>
  <inkml:trace contextRef="#ctx0" brushRef="#br0">10294 8511 10801,'-5'12'1831,"3"0"0,-3 0 0,1 1-1222,0 2 1,-1 0-1,3 4 1,-4 2-96,0 2 0,3 0 1,-2 0-1,1-3-271,0 0 1,0-5-475,4 0 1,1-7 0,3-5-1,4-6 161,3-5 0,0-7 1,3-5-1,0-2-186,2-2 0,1 0 1,-3 1-1,3-1-56,1 1 0,-2-1 0,3 2 0,-2 2 159,-3 5 1,-1 1-1,-1 4 1,0 2 155,-1 4 0,0 4 1,-3 4-1,-4 5-101,-3 6 0,-1 4 0,0 7 0,-1 2-78,-3-2 1,1 0 0,-3-1 0,-1 0-1015,1-3 0,3-6 0,-1 0-1724,3-3 2914,1-6 0,0-2 0,0-5 0</inkml:trace>
  <inkml:trace contextRef="#ctx0" brushRef="#br0">10730 7769 7754,'-11'0'1040,"-1"0"0,0 0 0,0 0 0,0 0 984,1 0 0,3 0-198,0 0 0,7 0-1277,1 0 1,5 0-1,7 0 1,1-2-566,2-2 0,0 2 1,3-5-1,0 2-827,1 2 1,-1-2 0,3 1 0,-1 1-1190,1 2 1,-4 1-1,0 0 2032,0 0 0,1-5 0,6-2 0</inkml:trace>
  <inkml:trace contextRef="#ctx0" brushRef="#br0">11119 7509 7754,'-1'-8'0,"-1"0"6019,-2-1-4733,0 4 0,2 5 0,0 9 0,-2 7-976,1 8 0,1 6 0,-1 8 1,-2 4-514,-2 3 0,1 0 0,-4 5 0,4-4-578,1-3 1,1-5-1,2 1 1,0-4-6101,-2-3 6881,0-9 0,-1 0 0,-2-5 0</inkml:trace>
  <inkml:trace contextRef="#ctx0" brushRef="#br0">11131 8547 7730,'-12'5'1703,"1"1"-68,-1 1 0,4-2 0,1-6-783,2-3 1,7-4-1,5-8 1,5-5-136,4-5 1,-3 0-1,4-4 1,-1-2-411,-1-2 0,3 6 1,-5-7-1,1 4 48,0 1 0,-3 2 0,3 0 1,-3 3-143,-3 6 0,-4 9 0,3 3-408,3 2 1,-4 4-1,2 7 1,0 7-126,-2 4 0,5 7 0,-4 5 1,0 1 66,1 3 1,0 1 0,4 1 0,0 2-254,-1 2 0,1-6 0,-1 0 0,-2-5-290,-1-1 1,0-9 0,3 4-398,1-3 1,0-9-1,0-6 1193,0-3 0,-1-11 0,1-3 0</inkml:trace>
  <inkml:trace contextRef="#ctx0" brushRef="#br0">11285 8594 7730,'-31'6'848,"5"-2"0,5-2-125,6-2 0,8-3 441,7-5 1,10-5-1,11-11 1,7-2-409,7-5 1,6-2 0,6-10 0,-22 20 0,0 0-549,3-2 1,-1 0 0,19-21 0,-21 23 0,0-1-1,18-19-1847,-5 6 1,-11 12-5024,-3 2 6662,-14 12 0,-10 1 0,-13 10 0</inkml:trace>
  <inkml:trace contextRef="#ctx0" brushRef="#br0">12440 8169 7812,'-23'0'2180,"-1"-4"0,2-1-756,2-1 0,7 3 1,8-1-546,3 3 1,5 1 0,10 0-1,3 0 261,4 0 1,7 0 0,4 1 0,5 3-1434,3 4 1,3-2-1,5 1 1,2 0-550,2-1 0,0 1 0,5 0 0,3-1 50,1-1 1,-4-4-1,4 3 792,-3-3 0,4-1 0,-8 0 0</inkml:trace>
  <inkml:trace contextRef="#ctx0" brushRef="#br0">12499 8346 7808,'-20'5'1456,"1"3"1,0-1 0,0 1 773,3 1 0,8-3 0,4 2-1220,3 1 1,6-2 0,3 0 0,4-2-907,4-3 1,2 4 0,6-1 0,-1 0-218,1 0 0,2 1 0,4-4 0,5 3 71,2 2 1,2-4-1,2 1 1,5-3-488,2-1 1,1 0 0,6 0-580,-3 0 0,5 0 0,-13 0 0,1 0 0,-1 0-645,-2 0 1,-9 0 0,-7 0-861,0 0 2613,-10 0 0,0 0 0,-10 0 0</inkml:trace>
  <inkml:trace contextRef="#ctx0" brushRef="#br0">12617 8853 7813,'0'-8'1580,"0"0"0,0 0 0,0-5 0,1-2-404,3-5 0,5-10 0,11-9 0,10-15-967,-10 20 1,1 0 0,3-4-1,3 0 1,5-9 0,1 0-1,4-4 1,0 1-261,-11 14 1,1 0 0,0 0 0,11-13-1,0 0 1,2 1 0,0 0 0,-3 5-1,-1 1-223,-2 5 1,-2 1 0,-6 6-1,-1 2 1,15-15 0,-8 9-5375,-9 12 5648,-12 11 0,-1 16 0,-10 9 0</inkml:trace>
  <inkml:trace contextRef="#ctx0" brushRef="#br0">15141 7497 7854,'5'-11'2753,"-3"3"-1632,6 0 1,-4 5-1,3 1 1,-2 4-315,-2 6 0,-2 9 0,-2 7 0,-5 7-652,-5 7 1,-3 7 0,-7 8-1,-2 6-708,-3 2 0,-3-1 1,4-3-1,0-2-328,3-3 0,6-9 0,2-7 1,5-5-1771,5-8 1,2-11 2650,2 0 0,-5-8 0,-2 1 0</inkml:trace>
  <inkml:trace contextRef="#ctx0" brushRef="#br0">14374 8252 8311,'-22'12'0,"1"-1"1499,1 1 0,11 0 0,2-2 1,11 0 393,12-2 0,9-6 0,16 2 0,8-3-1098,13-1 0,-27-2 0,2-2 0,4-1 0,2-1 0,1-1 1,0-3-643,2-1 0,1 0 0,-4 2 0,1 1 0,7-3 0,1 0 0,-3 1 1,-1 1-870,-4 2 1,-2 0 0,-4 1-1,-3 0 1,22-2 0,-13 4-279,-11 3 1,-8 1-1,-5 0 1,-5 0-1394,-1 0 0,-7 0 1,1 1 2386,1 3 0,-3 3 0,-1 5 0</inkml:trace>
  <inkml:trace contextRef="#ctx0" brushRef="#br0">14586 8476 7790,'-11'0'3149,"-1"0"-2122,0 0 1,0 0-1,0 0 1,1 1-124,-1 3 1,3 7 0,-1 6 0,-1 2-211,-2 6 1,2 5 0,-5 8-593,3 2 1,-4 9 0,-1 1 0,0 4 0,0 1-273,1 1 1,4-6 0,-2-2 0,3-1-180,4-2 1,-1-10 0,5-2 0,3-5-919,3-6 0,5-6 0,5-2 0,1-5 499,2-5 0,1-3 0,6-1 0,3-2-321,0-6 1,1-1 1088,2-11 0,-3 1 0,4-5 0</inkml:trace>
  <inkml:trace contextRef="#ctx0" brushRef="#br0">14126 8888 7783,'-19'6'1768,"0"0"1,2 2-507,3 0 0,6-4 0,5 2 0,6 1-530,5 0 0,8-4 0,5 4 0,5-2-758,5-2 0,5 2 1,2-1-1,2-1-383,2-2 1,1-1 0,2 0-1,-2 0 409,0 0 0,-7 0 0,10 0 0</inkml:trace>
  <inkml:trace contextRef="#ctx0" brushRef="#br0">14975 8841 7783,'-9'0'474,"-1"0"1016,-3 0 0,-2 0 0,3 2 0,-1 2-227,-2 3 1,2 1-1,-3 3 1,1 2-764,0 0 1,-4 5 0,-3 2 0,1 2-501,1 2 1,6-5 0,0 1 0,3 0-944,3-2 1,6-1 533,-2-5 1,8-6-1,5-2 1,4-4 191,3-4 0,3-3 0,-2-8 0,2-2 65,2-1 1,1-2 0,0-2-1,0 1-185,2 1 1,-7 5 0,5-4 0,-2 2-203,-2 3 0,-7 1 0,1 2 409,-2 3 1,-5 4-1,-2 8 1,-6 5 22,-4 6 1,-4 3-1,-1 6 1,0 1-400,1 2 0,-1-5 0,1 3 0,2-1-393,1-3 1,4 0-1,-2 1-843,1-2 1742,1-8 0,9-2 0,1-3 0</inkml:trace>
  <inkml:trace contextRef="#ctx0" brushRef="#br0">15141 8936 8527,'-12'5'1607,"5"-3"1,2 5-1,1 0-788,0-1 0,-4 2 1,3 4-1,0 0-480,0-1 0,-1 5 0,4 0 32,-2-2 1,0-1-110,4-1 0,1-5 0,3-3-167,4-3 1,2-6 0,2-3 0,0-4-267,0-4 0,3 2 0,2-5 1,1 2 4,-1 3 1,2-3 0,-3 1-1,-2 2 82,-1 1 1,-1 6 0,0 3 78,0 3 0,-6 4 0,-2 3 0,-2 9-50,-2 6 0,-6-1 0,-1 8 1,-3-2-763,2 2 1,-2-5 0,2 2 0,-1-5-633,1-3 1,-1-1 0,5-5 1448,1 1 0,-3-5 0,-1-2 0</inkml:trace>
  <inkml:trace contextRef="#ctx0" brushRef="#br0">15553 8936 8587,'-12'0'1805,"1"0"0,4-2 0,2 0-895,0-2 0,3-2 0,-2 3-80,3-5 0,5-3 0,1-1 1,3 1-460,5-1 0,-1-4 1,4-1-1,-2 0-49,2 0 0,-3 1 1,3 5-1,-3-1-107,-1 0 1,-1 1-1,1 4-215,0 3 1,0 4-1,-2 4 1,-1 5-430,-1 5 0,-1 5 0,2 5 0,-1 4-320,1 3 1,-2 3-1,0 0 1,3-1-116,0-1 0,-2-9 1,0 3-1,0-1-557,-2-4 0,3-2 1421,-5-8 0,6-4 0,-4-2 0</inkml:trace>
  <inkml:trace contextRef="#ctx0" brushRef="#br0">15707 9042 8271,'-11'-2'3343,"3"-2"-1821,4-3 1,4-4 0,4-2 0,5-3-1169,6-3 0,4-9 0,8-3 0,1-3-753,3-2 1,-5 1 0,1 1 0,-2 2-1005,-1 5 1,-10 7 0,-3 5-3726,-5 1 5128,-2 8 0,-9-5 0,-2 5 0</inkml:trace>
  <inkml:trace contextRef="#ctx0" brushRef="#br0">15459 8216 11609,'3'-6'1970,"4"2"0,4 3 0,12 1 0,6-2-2232,4-2 1,10 2-1,6-5 1,7 2-1571,4 2 1,-9 3 1831,1 4 0,-14 13 0,-10 8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15506 754 8911,'0'-11'1811,"0"-1"0,-1 0-660,-3 0 1,-3 6 0,-4 2 0,-1 3-634,0 1 0,-1 0 1,-3 1-1,-5 3-278,-5 4 0,0 6 0,-6 3 0,0 1-279,-3 3 1,5 2-1,3 0 1,2 1-310,1-1 0,6 1 1,4-2-1,3-2-240,3-4 1,7-3 0,1-2 0,6 1 313,5 0 1,6-2 0,3 0 0,2-4 273,1-1 0,2 3 0,0-2 1,1 0 174,1 3 1,-9-2-1,4 1 1,-2 1 139,-2 1 0,-7 2 0,-1 0 1,-3 0-97,-5-1 1,0 3 0,-2 0 0,-2 2-235,-1-2 0,-9-1 1,-8 0-1,-2 2-191,-2 0 1,-1 1 0,-1-5-1,-1-2-472,0-1 1,2-6 0,2 2-453,-1-2 1,6-2 0,2 0 291,3 0 1,8 0-1,6 0 1,8 0 837,6 0 0,11-6 0,-1 0 0</inkml:trace>
  <inkml:trace contextRef="#ctx0" brushRef="#br0">15636 1026 7825,'-11'18'241,"2"-2"0,3-2 767,0 2 1,-2-1 0,3 8-744,-1 2 1,2 1 0,-3-3 0,2 0-1,2-2-954,2-2 0,1-4-583,0 0 1,0-8 1271,0-7 0,5-11 0,2-7 0</inkml:trace>
  <inkml:trace contextRef="#ctx0" brushRef="#br0">15636 731 7825,'0'-12'477,"0"0"2943,0 1-2649,0-1 1,0 10 0,0 6-867,0 6 1,0 7-1,0 2 1,0 2-1,0 0-1043,0-1 1,4-5 0,0 5-60,-2 1 0,5-4 1197,1-1 0,2 2 0,2 0 0</inkml:trace>
  <inkml:trace contextRef="#ctx0" brushRef="#br0">15848 1002 7825,'-5'24'480,"2"-5"1,-3 0-1,-1-1 494,1 0 1,2-1-1,-3 4 1,2 1-453,2-1 0,1-1 0,-1 0 0,-1-5 769,1-1-1006,2-3 0,1-5 0,1-6 0,2-8 135,1-7 1,1 1 0,-1-6 0,4-2-467,2-4 1,4 0-1,-1-5-224,-2 3 1,8 0 0,-7 5 0,2-1 0,2 0-72,-1 1 1,1 5-1,-4 2 1,0 4-56,0 4 1,-1 3 0,1 8 0,-1 4 214,-4 9 1,-1 6 0,-6 5 0,0 1 126,0 3 0,0-4 1,0 2-1,0-2-774,0 0 1,0-9 0,0 4-868,0-4 1695,0-2 0,0-9 0,0-2 0</inkml:trace>
  <inkml:trace contextRef="#ctx0" brushRef="#br0">16190 672 7805,'-8'0'2059,"0"-1"2496,-1-3-61,-1 2-3889,3-3 1,7 1 0,8 0-490,2 2 0,4 0 0,0 2 0,3 0-883,1 0 0,-2-1 0,2-2 0,-1 0-1255,-2 0 1,2 2 0,-1 1 2021,-2 0 0,4-6 0,1 0 0</inkml:trace>
  <inkml:trace contextRef="#ctx0" brushRef="#br0">16579 413 11220,'0'-12'5925,"1"5"-5183,3 3 0,-2 8 0,2 4 0,-3 4-797,-1 4 0,0 2 0,0 6 1,-1-1-1266,-3 1 0,1 3 0,-3 1 0,-1-2-1379,0-1 2699,5-2 0,-9 6 0,5 1 0</inkml:trace>
  <inkml:trace contextRef="#ctx0" brushRef="#br0">16662 1026 7730,'-12'5'661,"0"-4"0,2 4 1,0-1 3520,3 0-2807,4 0 0,-2-9 0,5-3 0,0-2-347,0-2 1,1 0 0,2 0 0,2 0-528,1 1 0,-2-2 0,4-2 0,1-2-208,2-1 0,1-1 0,-1-2-347,1 2 1,0 0 0,1-1-1,2 0 1,2-1-94,1-1 0,-6 3 0,2 5 0,1 3-313,-2 4 0,0 4 0,-1 0 165,-1 6 0,-3 10 0,0 9 0,0 7 171,-1 5 0,-1-1 0,-3 8 0,2-2-257,1 0 1,1 4-1,2-5 1,-1-2-148,1-4 1,2-9 0,1-2 0,-1-6-177,1-4 1,0-7 0,0 0-1,-1-4-442,1-4 0,-4-3 0,0-6-2043,1-3 3189,-4-2 0,6-5 0,-5-1 0</inkml:trace>
  <inkml:trace contextRef="#ctx0" brushRef="#br0">16732 1202 7739,'-18'12'1750,"1"-1"-565,5-3 0,7-5 0,6-8 0,10-8 149,7-9 1,6-7 0,3-6-1082,5-1 0,2-4 0,2-4 0,2 0 0,0-1-568,-3 2 0,-5 9 1,-8 1-1,-4 6-2231,-6 5 0,-5 6 2546,-7 0 0,-6 8 0,0 3 0</inkml:trace>
  <inkml:trace contextRef="#ctx0" brushRef="#br0">16603 424 7744,'0'-7'1102,"0"-1"1,0 4 1199,0-4-883,0 5 0,0-1-1040,0 8 0,0 3 0,0 6 0,0 3 82,0 3 1,0 5 0,0 2 0,-2 3-706,-1 1 1,0-3 0,-4 4-1,2-1 414,2 0 1,-2-8-171,1 2 0,-5-3 0,3 2 0</inkml:trace>
  <inkml:trace contextRef="#ctx0" brushRef="#br0">17982 707 22004,'-7'0'1754,"0"2"-1595,2 2 1,-4-2 0,1 6-1,-3 0 1,-2 0 27,-3 0 0,2-1 1,-4 5-1,-1 0-367,1 0 1,-2 0-1,-3-1 1,-1 2-91,1 3 0,3-3 1,0 3 121,-1-3 1,0-1 0,0 0 0,3-1 0,1 1 100,3 0 1,2-4-1,3-2 1137,1 0-99,5 3 0,3-8 0,8 3-565,2-3 1,-2-4-1,0-1 1,1 1-427,2 2 0,2 1 0,1-2 0,2 0 0,-1-2 0,-1 0 0,0 4 0,3 0 0,2 0 0,-4 0 0,4 0 0,-1 0-749,0 0 1,-2 0 0,4 0 0,-1 0-320,0 0 1,2 0 0,-5 0-332,-2 0 1,3 0 0,-1 0-2393,-2 0-578,-6 0 4369,-3 0 0,-5 0 0</inkml:trace>
  <inkml:trace contextRef="#ctx0" brushRef="#br0">17570 1179 8547,'-12'0'4342,"4"0"-2107,0 0 0,6 1-1329,-2 3 1,5-1 0,5 3-590,6-1 0,9-1 0,3-4 0,6 0-1006,4 0 1,3-4-1,2-1 1,4-1-1366,3-3 1,-7 3 0,-2 1 2053,-3 0 0,3 3 0,-7-3 0</inkml:trace>
  <inkml:trace contextRef="#ctx0" brushRef="#br0">14728 637 7780,'6'-2'2423,"-2"-2"0,-1 3 1256,1-3-2448,-3 3 0,3 1-411,-8 0 0,-2 4 0,-6 1-398,0 2 1,0-4 0,-1 4 0,-1 0-282,-2-1 0,-5-2 0,3 4 0,-3 1-206,-3 2 1,2 0 0,-8 1 0,0 0-222,-1 0 1,1-1 0,0 1 0,4 0-22,1 0 1,9 0 0,-3-1 395,4 1 0,9-4 0,3-1-24,6-2 1,5-1 0,7-4 0,5 0 491,2 0 0,3-5 0,1-2 1,3-1-266,1 0 1,-2 2-1,2-3 1,0 2-689,0 2 0,-2 1 0,1 3 1,-3-2-1053,-4-1 0,-6 0 0,0 4 0,-3 0-969,-2 0 0,-3 1 2417,0 3 0,-11 8 0,2 6 0</inkml:trace>
  <inkml:trace contextRef="#ctx0" brushRef="#br0">14292 1085 7742,'-12'11'0,"0"-3"2457,0 0 1,7-5-1,5 1 1,9-3-339,9-1 0,5 0 0,11-1 0,5-3-2379,6-4 1,0-3 0,9 0 0,-1-1-6564,-4 0 6823,0 5 0,-2-3 0,0 3 0</inkml:trace>
  <inkml:trace contextRef="#ctx0" brushRef="#br0">12865 743 7777,'-17'0'0,"2"0"0,-3 0 0,1 0 689,2 0 0,-2-2 0,2 0 0,0-2 277,2 1 0,0 2 0,-3 1-156,-3 0 1,6 0-1,1 0 1204,1 0 1,5 0-435,-2 0 0,7 4-1151,1 0 0,9 1 0,8-2 0,1 1-194,3-2 1,3-1 0,2-1 0,1 0-410,0 0 1,1-1 0,0-1 0,-1-2-632,2 1 0,-4 2 0,1 1 0,-3 0 86,-4 0 1,-4 0 0,0 0 575,-1 0 0,-9 0 1,-5 0 253,-7 0 0,-10 1 0,-5 2-6,-4 1 1,-6 3 0,3-3 0,-1-1 0,-2 0 255,-2 0 0,3-1 0,4 2 1,1-3 185,-2-1 0,7 0 0,-1 0 0,4 0 658,3 0 0,6 0-567,1 0 0,7 0 0,1 0 0,6 0-638,5 0 0,5 0 0,1-1 0,1-2 0,3-1 0,2-1 0,4 2 0,0-1 0,-1 2 0,3-1 0,-1 1 0,-2-2 0,1 0 0,0 4 0,-4 0 0,1 0-547,-3 0 0,-5 0 1,-1 0-1,-2 0-1573,-1 0 1,-4-2-574,0-2 1,-4-1 0,2-4 2692,0 1 0,3 0 0,-3-3 0</inkml:trace>
  <inkml:trace contextRef="#ctx0" brushRef="#br0">13572 389 8381,'-12'5'2221,"2"-2"0,1 5-1324,1 1 1,5 1 0,-1 3 0,3 3-308,1 4 1,0 2 0,0 3 0,0 3-350,0 3 0,-4 4 0,0 2 0,2 0-461,0-3 1,-2-5 0,0-1 0,0-1-2566,-1-5 0,4-10-1264,-3-1 4049,3-7 0,1 2 0,0-6 0</inkml:trace>
  <inkml:trace contextRef="#ctx0" brushRef="#br0">13702 401 10432,'0'12'695,"0"-1"0,0 2 1,0 3-1,-1 5 254,-3 5 0,2 2 0,-2 6 0,3 3-688,1-1 1,-4 1 0,0-3 0,2-3-1058,0-3 0,2-8 0,0-5-1696,0-2 0,0-7 2492,0-6 0,6-11 0,0-7 0</inkml:trace>
  <inkml:trace contextRef="#ctx0" brushRef="#br0">13384 377 7851,'-20'12'889,"0"0"0,6-4 1,-1 0 275,6 1 1,3 0 0,3 0-50,-1-1 1,1 0 0,7 2-515,4-2 1,3-1-1,1-5 1,-1 2-310,1-1 0,4-3 0,0-3 1,-1-2-290,2-2 1,-4 0 0,4-5 0,-1 0-340,0 0 0,1 4 0,-3 2 1,2-1-359,-1 1 0,-2-1 0,-2-1 0,1 3 141,0 0 1,0 3 0,0-1 434,-1 1 0,1 6 1,-1 1-1,-2 2 266,-1 2 1,-4 2-1,2 0 1,1 1 309,-1 0 0,-2-4 1,4 0-228,1 1 0,2-4 1,0-1-1,1-3-331,0-1 0,1-1 0,2-3 0,2-4-115,1-2 0,-2 2 0,2 0 1,-1 0-157,-3 2 0,0-4 0,-3 7 0,1 0-1436,0 2 1,-4 1-1206,0 0 3011,-6 0 0,4 5 0,-6 1 0</inkml:trace>
  <inkml:trace contextRef="#ctx0" brushRef="#br0">13372 943 7842,'-16'4'0,"0"0"1648,2-1 0,1 2 459,1-1 1,7 0 0,5-4 0,8 0-557,6 0 1,6-6 0,6 0 0,4-3-829,4-3 1,-1 3 0,6-7 0,-2 3-724,-2 1 0,-2 4 0,0 0 0,1 1 0,-1 0 0,-6 2 0,-1 5 0,-3 0-1574,-4 0 1,0 0 0,-1 1 0,-4 2-1663,-1 1 0,-7 0 0,5-4 3236,0 0 0,-6-6 0,0 0 0</inkml:trace>
  <inkml:trace contextRef="#ctx0" brushRef="#br0">13501 1179 7779,'-11'5'831,"-1"2"-242,0-1 0,4 1 9241,0-3-7434,0-3 1,3 4 0,5-5-1932,7 0 1,3-1 0,2-2 0,0-2-466,0-2 0,3 4 0,2-5 0,2 0 0,2 1 0,0-2 0,0 5 0,-2 0 0,2-1 0,-2 4 0,-1-3 0,0 2-206,1 2 1,-4 4-1,2 2 1,-2 0-130,-5 3 0,-2 6 0,0 2 0,-4 1 390,-3 3 0,-2-3 0,-3 2 1,-5 1-33,-6 1 0,1 2 0,-6-2 0,-2-1-245,-4-1 1,1-6 0,-4 2 79,0-3 0,1-5 0,-4-2 1,5 0-1,3-4 89,4 0 1,3-2 0,5 0 120,1 0 1,5 0 554,6 0 1,11 0-1,9 0 1,2 0-437,1 0 0,6-4 0,1-2 0,3 1-244,3 0 1,-4-3 0,8 3 0,-2 0 1,1-1 0,-6 1 0,2 2 0,-2 0 55,-3 0 0,4 2 0,-4 1 0</inkml:trace>
  <inkml:trace contextRef="#ctx0" brushRef="#br0">18607 413 7784,'7'-12'0,"-3"0"915,-3 0 1,0 4 0,2 1 870,1-3 0,0 6 0,-3 4-1103,3 7 0,-2 5 1,1 5-1,-1 6-548,-2 7 0,-4 5 1,0 0-1,0 0-350,-1 1 1,2-1 0,-3-2-1,0-3-1284,4-3 1,0-10 0,2 3 233,0-6 0,2-7 1,2-4-1,3-7 665,4-8 0,5-9 0,1-8 0,0-1 600,0-3 0,2-2 0,-2-3 0,1-1 0,-1 1 0,2 1 0,-3 3 0,-2 2 232,-1 5 1,-2 7 0,-3 7 630,-4 8 1,-3 8-1,-1 12 1,0 6-60,0 5 1,-1 1 0,-2 4 0,-2 2-707,-2 1 1,3-3 0,-2-1 0,1-1-346,2-3 0,0-6 0,1-4-1182,-2-3 1,0-8-1,3-5-1476,-3-6 2905,2-5 0,-13-6 0,1-1 0</inkml:trace>
  <inkml:trace contextRef="#ctx0" brushRef="#br0">18431 401 8312,'-18'12'1019,"4"-5"0,-4 1 1381,1 1 0,2 2-1711,7 1 0,8-6 0,8-2 1,4-2 296,4-2 1,2-6 0,6 0 0,1-3-786,2-3 0,-1 3 0,4-7 0,1 3-469,-1 1 0,-4 0 1,1 0-1,-2 1-323,-1-1 1,0 1 0,-2 2-1,-3 3 91,-3 0 1,-5 2-1,-1 4 48,3 0 0,-4 6 1,-3 2-1,-2 2 175,0 2 0,5 0 1,-3-1 183,1 1 1,6-4-1,-3 0 1,2 0-1,3 0 63,-2 0 1,-4-6 0,-1 2 0,1-3-183,1-1 0,2 0 0,0 0-908,0 0 0,0 0-627,-1 0 1,-4 2 1746,-3 2 0,-3 2 0,-1 6 0</inkml:trace>
  <inkml:trace contextRef="#ctx0" brushRef="#br0">18584 837 7784,'-24'12'1674,"5"0"0,0-2 0,2-1 3067,3-1-3513,6-5 1,9 2 0,11-5 0,6 0 232,5 0 0,5-5 0,4-3 0,3-3-1340,5 0 1,2-1 0,3 0-471,-1 0 0,0 0 0,-5 1 0,-2 0 0,-1 2-1772,-1 1 1,-8 4-1,4-2-1355,-9 0 1,-1 2 3475,-5 4 0,-6 0 0,-5 0 0</inkml:trace>
  <inkml:trace contextRef="#ctx0" brushRef="#br0">18725 1120 8992,'-11'1'0,"-1"2"7622,0 1-6606,5 0 0,2-10 0,8-1 0,3-4 594,6-1 1,4 1 0,-2-1 0,2 0-1224,-2 0 1,1 4-1,-1 2 1,2-1-388,-2 1 0,3 3 0,-1-1 0,-1 3 0,-2 1 0,-2 1 0,1 3 0,0 4-992,0 2 0,-4 6 1,-2 1 630,-1 1 1,-1 2-1,-5 4 1,-2-1 0,-3 1 480,-5-1 1,1-3-1,-10 0 1,-1 1-48,-1 1 0,-2-4 0,1-1 0,-1-2-11,1-4 0,-1 4 0,2-9 0,2 1 136,4-3 1,5-4 0,3-4 113,4-4 0,4 2 0,4-2 1,5-1 33,5-2 1,9-1 0,5 1 0,3-1-501,1 0 1,4 0 0,2 2 0,1 0-1506,-1 3 0,-5 4 0,-3-1 0,-1 4-604,-3 4 2263,-6 3 0,2 10 0,-4 1 0</inkml:trace>
  <inkml:trace contextRef="#ctx0" brushRef="#br0">4787 5128 8451,'-12'0'0,"1"0"1113,-1 0 0,0 1 1,0 2-1,0 1 484,1-2 0,3 4 539,0-2 0,7 5-2046,1-1 1,6-3 0,10-1 0,3-3-516,4-1 1,2 0 0,1 0 0,1 0-971,0 0 1,-1-4 0,0-1-1,2 0-416,-2-1 1811,-1-3 0,-2 3 0,1-6 0</inkml:trace>
  <inkml:trace contextRef="#ctx0" brushRef="#br0">4823 5281 7819,'-19'12'1878,"3"0"1,3-2 0,3-1-708,2-1 1,4-5 0,8 1 0,4-3-649,2-1 0,7 0 0,3 0-700,2 0 0,3-4 0,1-1 0,2-2 0,-1 0-1672,2 0 1,-3-2 1848,6 5 0,-1-11 0,5 2 0</inkml:trace>
  <inkml:trace contextRef="#ctx0" brushRef="#br0">5766 4727 10865,'-8'1'5205,"1"5"-4630,2 5 1,0 8-1,2 8 1,-2 6-624,-1 5 1,2 0 0,-3 4 0,2 0-765,2 0 0,-2-8 1,1-1-1,1-6-2097,2-5 2909,1-11 0,11-6 0,2-11 0</inkml:trace>
  <inkml:trace contextRef="#ctx0" brushRef="#br0">5896 4645 7797,'0'11'81,"0"1"0,-2 1 893,-2 3 0,-1 4 0,-4 8 0,1 7-700,-1 3 0,-2 2 0,1-3 0,2-2-768,4-5 0,2-5 1,-1-5 493,-1-4 0,0-3 0,4-2 0</inkml:trace>
  <inkml:trace contextRef="#ctx0" brushRef="#br0">5495 4680 7787,'-19'8'637,"4"0"1006,1 1 1,8-3 0,3 1-735,6-2 0,5-2 0,8-7-624,3-4 1,5-2 0,3-4 0,3 0 0,2-3-443,-1-1 1,-3 2 0,2-2-1,-1 1-295,-3 2 0,-1-1 0,-3 3 0,-1 3-305,-1-1 1,-6 6 0,2 1-1,-3 3 276,-1 1 1,-4 1-1,-2 3 1,1 4 182,-1 3 1,1 0 0,2 1 115,-1 0 0,0-4 0,4 0 1,-2 1-1,-1 1-889,-1 2 1071,0 0 0,4 0 0,0-1 0</inkml:trace>
  <inkml:trace contextRef="#ctx0" brushRef="#br0">5400 5246 7774,'-19'16'949,"0"-3"0,4-2 1347,4-1 1,6-6-1,10-1-860,7-1 0,10-4 0,10-1 1,4-7-685,8-4 1,0-4 0,10-6 0,0 0-689,-1 1 0,-2-1 0,2 2 0,-3 2-1426,-5 5 0,-5 3 1,-4 4-1,-5 3-1054,-8 0 1,-11 3 0,-2 0 2415,-3 4 0,-3 5 0,-4 5 0</inkml:trace>
  <inkml:trace contextRef="#ctx0" brushRef="#br0">5648 5458 7765,'-4'-8'4915,"0"0"0,0 4-1660,4-3-2728,-5 4 1,4-1-1,-3 8 1,1 4-262,-1 2 1,3 2 0,-3 1 0,3 2-251,1 0 0,-4 1 0,0-4 0,1 0-546,2-1 1,1 1-1,0 0-739,0 0 1,5-2-1,4-2 292,6-4 0,-2-3 0,4-2 404,0-3 1,0-3 0,4-4 0,-3-1 0,0 0-2728,1 0 3300,-5 1 0,8-6 0,-3-2 0</inkml:trace>
  <inkml:trace contextRef="#ctx0" brushRef="#br0">5919 5281 7774,'-10'1'1358,"2"3"1,-1-1 0,3 5-1,1 1 488,0 2 1,1 7-1,4 5 1,-1 10-1144,-3 9 1,1 8 0,-3 13 0,-1 2-1623,0 1 0,1-6 0,-2-10 0,4-7 730,3-9 189,1-14 0,5-3 0,2-12 0</inkml:trace>
  <inkml:trace contextRef="#ctx0" brushRef="#br0">8478 4656 7798,'-12'0'0,"0"0"1190,1 0 0,3 0 0,0 0-74,-1 0 1,-2 0 0,-1 0-1,1 0 1,-1 2-49,0 2 1,-1-2-1,-3 6 1,-2 1-580,0 2 1,-6 2 0,2 3 0,-4 3-390,-1 4 0,-1 0 0,1 1 0,4-1-436,2 1 1,6-1-1,1 1 1,5 0-307,5-1 1,4-3-1,4-3 1,5-3 55,5-3 1,1-2-1,4 1 1,2-1 336,2-1 0,0-4 0,0 4 0,-4 1 424,-3 2 1,-3 1 0,-3-1 401,-2 1 0,-2 4 1,-6 0-1,0-1-424,0 2 0,-6 0 0,-3 3 1,-4-3-1,-4-3-404,-1-2 1,-2 3 0,-2-9 0,1 1-533,1-3 0,6-3 0,-2-1 0,3-1-449,1-3 1,6 1-1,2-5 1,2-1-227,2-1 1458,6-2 0,5-5 0,8-2 0</inkml:trace>
  <inkml:trace contextRef="#ctx0" brushRef="#br0">8631 4845 7767,'-17'24'652,"4"3"1,-3 1-1,2-1 822,-2 2 0,6-5 1,-3 4-1,1 2-697,3-2 1,5-2 0,-1-4-980,-1-2 1,5 1 0,-2-5-41,6-2 0,0-7 1,3-9 241,-1-8 0,5-7 0,-4-7 0</inkml:trace>
  <inkml:trace contextRef="#ctx0" brushRef="#br0">8596 4456 7767,'-5'-7'1555,"2"-2"1,-5 5-331,-1 2 0,-1 2 0,-1 4 0,2 5-597,1 5 0,5 1 0,-2 4 0,1 2-543,0 2 1,0 0 0,6 1-1,2-1-2398,4 1 0,2-1 2313,2 1 0,5 0 0,1-1 0</inkml:trace>
  <inkml:trace contextRef="#ctx0" brushRef="#br0">8796 4916 7773,'0'17'1005,"-5"0"0,-1 2 0,-2-2 614,0 1 1,5-4-1,-2 6 1,1 1-997,0 1 1,-1-3 0,2 0 406,-1-2 1,0-1 0,4-5-360,0 1 1,2-5 0,0-5-717,2-4 1,2-6 0,-2-8 0,3-5-101,4-5 1,-2 0 0,1-4 0,4-1-74,-1 1 1,1-1-1,1-3 1,0 1-657,0 2 1,2 7 0,-2-1 0,0 3 550,-2 5 0,-1 8 0,0 5 0,-1 4 422,1 4 0,-4 8 1,-1 8-1,-2 7-111,-3 4 1,0 4-1,-2 3 1,0 3 155,0 1 0,0-4 0,-2 0 0,0-4-595,-2-3 1,-4-4 0,4-1 0,1-5-4880,2-5 5330,1-9 0,0-7 0,0-6 0</inkml:trace>
  <inkml:trace contextRef="#ctx0" brushRef="#br0">9504 4833 8716,'-8'-4'3007,"0"0"0,6-1-795,-2 1 1,-3 3 658,-1-3 1,2 3-1,-2 1-2691,-1 0 0,-2 6 1,-1 5-1,1 4 1,-1 5-181,0 5 0,-1 0 0,-1 6 0,-2 2 0,1 1 0,4 1 0,3-1 0,4-1-691,2-1 1,5-7 0,4-2 0,6-6-75,4-4 1,4-6-1,5-3 1,3-4 472,1-4 1,1-8-1,3-9 159,-2-5 1,1-4 0,-6-6 0,-1 0-1,1-4 121,0-3 0,-7 5 1,-1 0-1,-4 2 605,-3 3 1,-6-1-1,-2 8 1,-3 2 137,-1 3 1,0 11-1,-1-1-277,-3 4 0,-2 5 0,-6 7 1,0 7-168,0 6 1,-4 5-1,1 0-256,0 1 0,-2 4 0,2 4 0,0 2 1,2 1-32,1 1 0,4-1 0,2 0 0,1 1-347,2-1 0,3-3 1,5-4-1,7-3-1441,6-6 0,9-9 1,1-3-1,1-3 428,0-6 1360,4-8 0,-3-9 0,5-4 0</inkml:trace>
  <inkml:trace contextRef="#ctx0" brushRef="#br0">11509 4586 7735,'-8'-11'1221,"0"2"1,-3 2 729,-3 2 1,0 1 0,-6 4-1,-1 0-1129,-1 0 0,-3 6 0,-3 1 1,-2 4-59,0 1 1,0 3 0,4 2-681,-2 2 1,-2-1 0,5 3 0,4-1 0,1 1-648,2 1 1,9 2-1,1-2 1,5-1-209,3-2 0,6-3 0,3 2 0,7 1 465,7-1 1,1-6 0,3 1-1,0-1 452,0-3 1,-2-4-1,2 3 1,-3 1 734,-4 2 0,-3-3 1,-7-1-533,-2 3 0,-3 0 0,-6 2 0,-4 0 0,-7 1-522,-6 2 1,-10-1-1,-3 1 1,-5 0-458,-3 0 1,5-5 0,-3 0 0,2-3-177,2-5 1,9 0 0,4-4 0,5-3 14,9-7 0,4-1 0,6-7 0,5-1-742,6-1 1,8 3 1532,9-1 0,2 0 0,1-3 0</inkml:trace>
  <inkml:trace contextRef="#ctx0" brushRef="#br0">11744 4656 7769,'-11'14'0,"-1"1"0,1 0 0,2 3 0,1 2 2041,-1 2 0,3 0 0,-2 10 0,-1 2-1239,-2 4 0,5-2 1,0 2-1,2-4-1750,0-2 0,1-6-1221,3 1 0,0-9 2169,0-11 0,5-12 0,1-13 0</inkml:trace>
  <inkml:trace contextRef="#ctx0" brushRef="#br0">11744 4385 11459,'-11'0'558,"-1"0"1,4 3 0,1 3 120,2 6 1,-3 8 0,4 0 0,2 2-1,0 3-1191,2 2 0,2-2 0,0 3 0,4-2-2502,0 1 3014,2-7 0,9 7 0,1-8 0</inkml:trace>
  <inkml:trace contextRef="#ctx0" brushRef="#br0">11933 4810 9203,'-5'11'983,"-2"1"1,1 1 514,2 3 0,-1-2 0,1 5 0,0-1-716,-2 0 0,4 2 0,-5 2 1,2-1-134,2-1 1,2-6-703,1 2 1,0-7-1,0-3 1,1-5-116,3-6 0,-1-6 1,5-5-1,1-5 31,2-5 0,4 0 0,1-4 0,0 0-678,1 0 0,-3 3 0,4 0 473,0 2 0,1 3 0,-2 2 1,0 4-1,0 5 138,-2 3 0,-2 3 0,-1 7 441,-1 6 0,-4 5 0,-3 12 0,-3 3 0,-1 3-146,0 3 1,0 3 0,-1-1 0,-2 1-745,-1-3 0,-4-2 1,3-1-1,0-4 653,0-2 0,-4-6 0,2-2 0</inkml:trace>
  <inkml:trace contextRef="#ctx0" brushRef="#br0">12841 4291 17618,'-8'14'0,"2"6"796,0 8 0,-3 7 0,3 7 0,-2 6-521,0 5 1,5-4 0,-1 1-950,3-5 1,1-10-1,0-9 1,0-5-1,1-6-1431,3-6 1,-1-5 0,5-9 2104,1-7 0,7-11 0,2-7 0</inkml:trace>
  <inkml:trace contextRef="#ctx0" brushRef="#br0">13018 4267 7728,'-5'21'0,"-3"3"1094,-3 1 1,4 2-1,-1 2 1,-2 6-313,0 6 1,-2-4 0,0 7 0,1-4-521,-1-6 1,5-12-1,3-2-1646,3-6 0,1-9 0,0-6 1384,0-10 0,5-11 0,2-8 0</inkml:trace>
  <inkml:trace contextRef="#ctx0" brushRef="#br0">12570 4197 8702,'-17'17'1028,"0"0"1,-2 2-1,8-3 94,5-3 0,6-1 1,4 0-1,6-2-437,4-2 0,6-3 1,6-5 203,1 0 0,6-1 1,-1-3-1,2-4 0,1-4-402,0-3 1,1-2 0,-1-4 0,0 1-738,1-1 1,-5 7-1,-1-1 1,1 1-392,-1 1 1,-4 4 0,3 2 0,-2 1 42,1-1 1,1 4 0,-5-1 0,1 3-802,-2 1 1,-2 4-1,0 1 55,-6 2 1,1 1-1,-9 4 1344,-1-1 0,-1 6 0,-5 2 0</inkml:trace>
  <inkml:trace contextRef="#ctx0" brushRef="#br0">12476 4821 7720,'-12'14'715,"1"0"1514,3 2 0,10-2 1,10-6-524,6-4 0,13-3 1,6-3-1,4-5 1,4-6-453,5-4 0,4 1 0,2-3 0,-2-1-1584,-3 2 1,-6 1-1,2 5 1,-7 1-1244,-3 3 1,-11-1 0,-3 5-3937,-5 2 5509,-2 0 0,-10 8 0,-1 0 0</inkml:trace>
  <inkml:trace contextRef="#ctx0" brushRef="#br0">12853 4904 7856,'6'0'2457,"0"0"1,-6 1-1,-2 3 1,0 4-872,-2 3 0,-5 2 1,2 1-1,-1 3-1541,0 1 1,2 1 0,-3 2-1,1-2-76,-1 2 1,2 0 0,1 0 0,0-2-132,4-2 0,0-2 0,2-3-513,0 0 1,2-4-1,3-2 1,5 0 0,6-4-810,2-1 1,-2-6 0,4-3 0,1-2 12,1-2 1,2 0-1,-2 1 1471,-2-1 0,7-5 0,-2-2 0</inkml:trace>
  <inkml:trace contextRef="#ctx0" brushRef="#br0">13089 4904 7720,'-12'0'1388,"0"0"0,0 1 1,2 3-1,1 4-357,1 3 0,5 7 1,-1 5-1,2 10 11,-2 9 0,1 4 1,-5 10-1,-1 3-1729,-1 1 1,2-7 0,1-1 0,2-10-1451,2-10 2137,2-17 0,1 1 0,0-9 0</inkml:trace>
  <inkml:trace contextRef="#ctx0" brushRef="#br0">13714 4751 7749,'-16'6'1536,"0"-2"1,2-1 1478,1 1-1892,1-3 0,7 4 1,6-5-494,9 0 1,8 0 0,5 0-1042,1 0 0,3-1 0,2-2 0,0-1 0,1 2-1063,0 1 0,-2-3 0,0 0 0,-1 1 1474,-5 2 0,-1 1 0,2 0 0</inkml:trace>
  <inkml:trace contextRef="#ctx0" brushRef="#br0">13773 4916 7782,'-13'5'929,"-2"2"0,-1-1 145,2-2 1,1-1 302,1 1 1,11-3 0,5 4-1,6-1-1023,6 0 1,2 0 0,7-4-1,3 0-1295,3 0 0,3-4 0,2-1 941,-1-2 0,11-1 0,2-3 0</inkml:trace>
  <inkml:trace contextRef="#ctx0" brushRef="#br0">14539 4338 7749,'-10'5'920,"2"3"1,-3 3-1,5 2 1,-2 1 0,1 5 957,2 3 0,1 0 1,4 10-1588,0 0 0,4 6 0,1 0 0,2-4 0,2-4-237,2-1 1,0-13 0,1-2-1,0-6 84,0-5 1,0-7-1,-2-5 1,0-7-210,2-8 0,-5-6 0,6-9 1,-1-4-356,-3-3 1,-4-1 0,2 0 0,-1-2-227,1-2 0,-5 3 0,2-2 1,-2 4 300,-2 3 1,0 5 0,0 1 0,0 7 230,0 6 0,1 14 49,3 2 1,2 11 0,6 3 0,0 2 74,0 0 1,5 0 0,1 4-1,3-2 239,3-2 0,-6 2 0,7-3 0,0 1-155,0 0 0,-6-6 0,6 4 1,0-3-1001,0 1 1,-7 2 0,5-4 0,-4 2 911,0-1 0,-5 3 0,3 1 0</inkml:trace>
  <inkml:trace contextRef="#ctx0" brushRef="#br0">14822 4397 7778,'-1'-6'7894,"-3"2"-7051,3 2 0,-3 2 1,8-1-1,5-2-566,5-1 0,-1 0 1,3 4-1,-2 0-158,2 0 1,-1 0 0,3 0 0,0 0-800,1 0 0,-9 4 0,2 2 0,-2 0 278,1 3 0,-1 2 1,-2 1-1,-4-1 549,-3 1 1,-2 0 0,-3 0-2,-4 0 1,-2-1-1,-2 1 1,-1 0 0,-1 0-178,-2 0 1,-4-1-1,4 1 1,2 0-411,1 0 1,1-4 0,0-1 360,1 3 0,5-5 430,6-1 0,6-3 0,5-2 1,2-3-233,3-4 1,2 1 0,6 0 0,1-3-949,2 0 0,-6 2 0,3 1 1,-3 2 829,-3 3 0,5-5 0,-5 1 0</inkml:trace>
  <inkml:trace contextRef="#ctx0" brushRef="#br0">14492 4904 7742,'-8'8'563,"2"0"1877,0 1 1,4-4 0,6-1 0,6-4-940,8-4 1,9-2-1,12-8 1,4 0-225,3-2 1,3-5 0,0 3-1480,2 0 1,4-1 0,-3 5 0,-4-2-1,-2 3-543,-3 4 1,-10 0 0,-2 5-9087,-4 1 9798,-9 2 0,-1 1 0,-5 0 0</inkml:trace>
  <inkml:trace contextRef="#ctx0" brushRef="#br0">14692 5128 7733,'-18'5'1250,"2"3"0,3-3 0,1 1 3659,1-1 0,7-4-4059,8 3 0,2-4 0,11-3 0,0-2-645,3-1 1,2-2-1,2-3 1,-1 2-14,1 1 0,-3 2 0,0-2 0,1 4-874,-1 3 1,-4-3-1,2 0 1,-2 1 59,-3 2 0,-1 5 0,-2 1 1,-4 2 475,-3 2 0,-4 6 0,-4 4 0,-5 0-12,-5 1 1,-5 1 0,-5 4-1,-3 0 241,0-3 0,-5-2 0,5-1 1,1-2 125,1 0-1,3-7 1,2 1 0,4-2 286,3-2 0,5 0-158,0-3 0,15-3 1,2 1-1,8-3-40,8-3 0,0-5 0,6 1 0,2-2-1039,1-2 0,2 1 1,-1 2-1,0 3-6179,1 0 6921,-6 3 0,9-3 0,-2 0 0</inkml:trace>
  <inkml:trace contextRef="#ctx0" brushRef="#br0">16485 4645 9406,'-5'-7'1824,"-3"3"0,-3 3 0,-1 1-1442,1 0 1,-1 6 0,-1 6 0,-2 7-341,0 3 0,-2 7 1,3 2-168,3 3 0,-4 5 1,9 2-1,-1-2 1,3-1-101,3-4 1,6-10 0,3-2 0,3-4 116,0-3 0,2-9 0,2-6 1,2-7 200,1-8 0,-2-8 0,4-8 0,-1-1-137,0-4 1,2 4 0,-6-6 0,1 4-16,1 2 0,-8 9 0,2-2 5,-5 2 1,-2 10 82,-4 13 1,-1 8 0,-3 11 0,-4 5-219,-2 5 0,2-3 0,0 2 0,0-2-415,1 2 0,1-3 0,3 1 0,-1-4-491,2-2 1,0-6 0,4 2 255,2-3 839,-3-7 0,15-6 0,-3-6 0</inkml:trace>
  <inkml:trace contextRef="#ctx0" brushRef="#br0">16791 4727 7727,'0'12'249,"0"1"1,0 1 0,-1 3 1270,-3 2 0,0-3 0,-5 3-668,0 2 0,-8 1 0,5 2 0,0 0 0,2-1-49,2 1 0,1-6 0,0-2-278,3-3 1,0-7-272,4-2 1,2-15 0,10-6-331,0-3 1,1-1 0,1-4 0,2-1-385,-1-2 1,3 1 0,0 3-1,2 1-196,0-1 0,-5 2 0,4 2 0,-1 4 291,0 3 0,-3 7 0,0 2 0,-3 4 269,-4 4 1,1 5-1,-5 9 1,-1 7-85,-2 4 0,-1-1 1,0 2-276,0-2 0,0 0 0,0-4 0,0-2 0,0-1-1431,0-2 0,0-8-397,0 1 2283,0-8 0,5-10 0,2-7 0</inkml:trace>
  <inkml:trace contextRef="#ctx0" brushRef="#br0">17428 4456 9649,'-1'12'2895,"-2"1"0,-1 3-1454,2 3 1,-4 5 0,1 5 0,-1 7-708,-4 10 1,0 3 0,0 4 0,0 1-376,3 0 0,4-8 1,-2-2-1,1-6-16,0-8 0,0-9 0,5-6-23,3-6 1,-3-9 0,5-8-362,-1-3 0,-4-6 1,4-2-1,-1-4 0,0 0-461,-1-1 0,-2-3 0,-1-1 138,0 2 0,-1 3 1,-3 2-1,-4 2 0,-4 4 171,-3 4 0,0 1 0,-4 7 1,-4 4 474,-3 6 0,-3 9 0,-2 3 0,3 5-205,3 3 0,6 3 0,2 4 0,4-2-408,6-5 1,6-2 0,6-2-1,8-4-45,9-3 0,7-4 0,8-4 0,2-6-1636,4-4 1,-1-10-1,0-7 1,-1-2 2011,-3-2 0,-1 2 0,-2-8 0</inkml:trace>
  <inkml:trace contextRef="#ctx0" brushRef="#br0">20529 4114 7621,'-3'8'1744,"-1"0"0,0 0 0,2 4 0,0-1-1310,-2 1 1,0 5-1,4 3 1,0 3-452,0 5 0,0 2 0,0 5 0,0-1-230,0-2 1,0-3-1,0-7 1,0-2-1107,0-5 1,0-2 769,0-1 0,0-11 1,1-6-1,2-8 146,1-7 0,5-3 0,-1-3 0,4-3 271,3-1 1,0-2 0,3 0 0,-1 1 451,-2 4 0,-2 9 0,-2-5 0,1 5 709,0 4 1,-5 7 0,-4 8-309,-1 10 1,-2 6-1,0 8 1,0 4-459,0 6 1,-5-2 0,-2 5 0,-1 0-458,0-2 0,6-7 0,-2-4 0,1-1-1097,-1-3 1,3-10 70,-3 1 1,3-14 0,1-6 1253,0-9 0,0-11 0,0-2 0</inkml:trace>
  <inkml:trace contextRef="#ctx0" brushRef="#br0">20199 4055 7727,'-30'22'503,"3"-2"0,3 2 0,4-3 0,6-1 414,5-2 0,4-3 0,6-3 0,3 0-33,4-3 0,7-4 1,5 1-1,4-4-194,3-4 1,-1-3 0,5-4 0,-1-2-474,0-3 1,1 1 0,3-3 0,-1 0-354,-2-1 1,-7 5-1,1-2 1,-1 2 30,-3-2 0,-2 4 1,1-1-1,-4 5-352,-3 3 1,-5-3-1,-1 4 14,3 2 0,-5 6 0,-1 4 1,-3 2 343,-1 2 0,1 0 1,2-1-1,2 1 380,2 0 1,-3 0 0,4 0 0,1-2 3,1-2 0,6-3 0,1-5 0,1 0-125,3 0 1,2-1 0,0-3-1,2-4-959,3-2 0,-2-2 0,4 0 1,0 0-1669,0 0 1,-8 2 2466,2 2 0,-8-2 0,1 3 0</inkml:trace>
  <inkml:trace contextRef="#ctx0" brushRef="#br0">20282 4668 9129,'-12'0'0,"0"0"1487,0 0 0,1 0 0,0-1 766,3-3 0,6 3-984,10-3 1,2 2 0,12 2 0,6 0-528,5 0 0,2 0 0,11-1 1,5-3-359,5-4 1,3-2-1,-24 4 1,1 0 0,3 0-1,1 0-407,3 0 0,1 0 1,0 0-1,0 1 1,3-1-1,1 1 1,-3 1-1,0 0-1334,-2 2 0,-2 0 0,-7 1 0,0 1 0,29 1-2475,-8 3 0,-7-1 3832,-20 5 0,2 0 0,-17 3 0</inkml:trace>
  <inkml:trace contextRef="#ctx0" brushRef="#br0">20683 4892 7758,'6'-1'4800,"-2"-3"0,-4 3-3971,-4-3 1,2 2 0,-5 4-505,2 2 0,-3 2 1,3 5-1,-2-1-365,-2 2 1,3-3 0,-1 7 0,0-3-124,1-1 0,-1 3 0,-1 1 1,5 0 19,1 1 1,2-4-1,0 3 181,0-3 0,5-5 1,3-2-1,3-1 1,2-1-284,3 2 0,2-5 0,4 3 0,1-3-902,0-1 0,-5-4 0,9-1 1,-1-2-563,-1-2 0,-4 3 1,-3-1 1708,-1 2 0,4-9 0,-3 0 0</inkml:trace>
  <inkml:trace contextRef="#ctx0" brushRef="#br0">21025 4798 8341,'-17'0'1928,"-3"0"1,6 1-1390,-2 3 1,5 7 0,-4 6 0,2 2 0,1 7 1056,0 9 1,0 6 0,-1 11-1556,-3 3 1,3 1-1,-2-1 1,3-7-1879,4-7 1,-1-7-1,5-12-2591,1-2 4428,-3-8 0,-1-18 0,-5-7 0</inkml:trace>
  <inkml:trace contextRef="#ctx0" brushRef="#br0">19775 4480 7727,'12'0'208,"-5"0"0,1 0 1102,1 0 1,-3 1-177,-2 3 1,-3-2-1,-1 6 388,0 1 0,0-2-863,0 1 0,-5-6 1,-2 4 69,1-1 1,-5-4 0,2 5-492,-5-1 0,0-3 0,-3 5 1,0-1-456,-2 1 0,-1 1 0,-1 4 1,-2-1 182,-2 1 0,2 0 0,-4 0 1,2 0-215,1-1 1,5 1 0,0 0 44,2 0 1,3 0-1,6-1 594,4 1 0,4-5 1,4-3-1,5-3 105,6-1 0,-1 0 1,6 0-1,1 0-283,1 0 0,2 0 0,-1 0 0,1 0-553,-1 0 0,1 0 0,-2 0 0,0 0-833,2 0 1,-7 4 0,5 0-1,-3-2-1519,-5 0 1,0 2 0,1 0 2691,1-2 0,-6-6 0,-5-2 0</inkml:trace>
  <inkml:trace contextRef="#ctx0" brushRef="#br0">19515 4963 7727,'-7'4'1523,"-1"0"1,5 1-197,-1-1 1,5 1 0,7 3-1,9-4-1087,8-3 0,7-1 0,6 0 0,2-1-356,2-3 0,1 3 1,2-3 115,-6 2 0,1-3 0,-10-1 0</inkml:trace>
  <inkml:trace contextRef="#ctx0" brushRef="#br0">18171 4421 7727,'-24'0'0,"1"0"0,3 1 0,2 2 0,1 0 3103,2 0 1,6-2-1993,1-1 0,11 0 0,1 0 0,6 0-333,6 0 0,3-5 0,4-1-938,1-1 1,5-3 0,2 3 0,2-1-1,-1 2-995,0 0 0,-5-1 1,5 3-1,1 0-438,1-2 1,-4 5 1592,-3-3 0,-2 3 0,-1 1 0</inkml:trace>
  <inkml:trace contextRef="#ctx0" brushRef="#br0">18902 4102 7727,'-12'11'-530,"2"-2"1,1-2 1485,1-2 0,0 4 0,-2-1 0,0 2-269,3 2 0,3 1 1,-3 3-1,0 4-715,1 2 0,3 7 0,-1 1 0,2 1-219,-2 1 0,3-7 0,-3-2 1,2-5-1680,2-1 0,6-7-339,1 1 2265,4-12 0,1 0 0,-1-11 0</inkml:trace>
  <inkml:trace contextRef="#ctx0" brushRef="#br0">19008 4079 7422,'-5'17'-381,"-1"1"1,-5 4 1045,3-2 1,-1 2-1,4-2 1,-2 2-1,-1 2-200,2-1 1,1-3-1,5 0-579,0 1 0,0-4 0,1-3-1006,3-5 0,-2-5 0,5-8-422,-2-4 1542,-1-2 0,1-12 0,2-3 0</inkml:trace>
  <inkml:trace contextRef="#ctx0" brushRef="#br0">18666 4020 7727,'-19'8'0,"-2"-2"829,0-1 1,5 3 980,0-4 1,10 4 0,7-3-1032,10 2 0,6-4 0,7 0 1,4-1-482,3-2 1,9 0-1,3 0 1,4-2-926,4-1 1,-1 0 0,4-4 0,-1 1-246,1-1 0,-7 5 1,1-2-1704,-7 2 0,-1 2 2575,-17 0 0,4 0 0,-9 0 0</inkml:trace>
  <inkml:trace contextRef="#ctx0" brushRef="#br0">18643 4468 7727,'-24'12'1344,"1"-1"0,3 0 0,3-2 0,2-2-177,5-2 0,6 0 0,1-2 0,7 1-651,8-2 0,5 0 0,8-4 0,4-2-563,6-4 0,1 2 0,3-1 0,-1 1-950,1-1 1,3 3-1,3-2 1,-2 1-1191,0 2 1,-10 2-1,8 1 2187,-6 0 0,2 5 0,-7 1 0</inkml:trace>
  <inkml:trace contextRef="#ctx0" brushRef="#br0">18725 4763 8563,'-15'11'0,"-2"0"848,-2-3 1,9 1 0,-2-5 0,3 0 1926,2 1 1,3-4-1837,8 3 0,3-3 0,5-1-661,-1 0 1,5-3 0,1-1 0,0 1 0,1 0-403,1-1 0,-3 3 0,3-3 0,2 3-329,1 1 0,-2 0 0,0 0 0,-1 1-412,0 3 0,-1-1 0,-4 6 488,2 4 0,-5-1 1,-7 5-1,-3-1 1,-1-1 282,0 0 0,-5 2 0,-4-2 0,-6 0 352,-5-2 1,-2-1-1,-1-1 1,-2 1-110,-3 0 0,3 0 0,-2-2 1,2-1-79,1-1 0,6-1 0,4 2 1,3-2 27,3-2 1,7 3-1,1-4-125,6-2 1,10 0-1,5-2 1,5-2-287,6-2 1,3 2 0,4-5-785,5 2 1,2 1 0,2 3 0,3-2 1095,4-1 0,3 0 0,1 4 0</inkml:trace>
  <inkml:trace contextRef="#ctx0" brushRef="#br0">22027 4409 10649,'5'-7'5451,"-3"2"-4971,3 5 0,-6 0 0,-2 1 1,-2 2-37,-2 1 1,-1 4 0,-4-3 0,1 2-200,-1 2 0,-1 0 0,-2 0 1,0-1-400,0 1 1,-2 2-1,1-1 1,2-1-271,1-1 0,1-4 0,0 4 0,1 0-313,-1-2 1,5 5 352,3-3 1,3-2 372,1 2 1,5-5 0,3 1-20,3-3 0,2-1 1,1 0-1,2 0-301,-2 0 1,3 0-1,0 0 1,0 0-206,0 0 0,3 0 0,-3 0 0,0 0-70,0 0 0,-1 1 0,-4 2 0,-1 1-2440,1-2 3046,0 5 0,0-1 0,0 6 0</inkml:trace>
  <inkml:trace contextRef="#ctx0" brushRef="#br0">21744 4810 7727,'-12'6'3039,"0"5"-1457,1-3 1,5 2 0,6 0-734,7-2 0,6-2 1,5-6-1,7 0-429,4 0 0,3-2 0,3 0 1,0-4-2127,1 0 0,-1-2 0,0-2 0,2-1 1706,2-1 0,-2-2 0,4-10 0</inkml:trace>
  <inkml:trace contextRef="#ctx0" brushRef="#br0">23265 4055 7727,'0'8'555,"0"0"0,-4 0 1,-1 5-1,-1 3 0,-4 3 83,0 4 0,-6 7 0,0 4 0,1 6-99,-2 6 1,6-5 0,-2 3 0,3-4-2626,4-6 0,4-12-192,2-2 0,5-13 2278,3-7 0,2-15 0,2-10 0</inkml:trace>
  <inkml:trace contextRef="#ctx0" brushRef="#br0">23324 4138 7727,'-16'15'327,"1"1"0,-1 5 1,4-1-1,0 2 1,1 3 347,-1 2 0,4 1 0,1 5 0,2 1-1177,3-2 0,0-8 0,2-2-2984,0-3 3486,6-9 0,-5-15 0,4-8 0</inkml:trace>
  <inkml:trace contextRef="#ctx0" brushRef="#br0">22923 4043 6676,'-12'7'0,"1"-3"-232,-1-3 0,4 3 1,1 1-1,5 1 2675,7-1 0,8 4 1,16-2-1,8-1-895,9-2 1,6 1-1,7-1 1,3 0-1528,-29-1 0,0-1 0,30 5 0,-28-2 0,0 2 0,29 5-948,-6-1 1,-9 2-1,-9 2 1,-6 2 747,-8 1 179,-14-3 0,-2 12 0,-10-2 0</inkml:trace>
  <inkml:trace contextRef="#ctx0" brushRef="#br0">23006 4692 8268,'-19'4'784,"4"0"0,6 0 0,3-4 200,5 0 0,6-6 0,15-2 1,7-2 393,6-2 1,8 2 0,1 1 0,1 2-1944,0 2 0,-5 1 0,2 4 1,-4 0-1028,0 0 1,-2 4 0,-4 1 1591,-7 2 0,1 0 0,-6 5 0</inkml:trace>
  <inkml:trace contextRef="#ctx0" brushRef="#br0">23136 4986 7727,'-12'0'3675,"0"0"0,7 0-3000,5 0 1,5 0-1,8 0 1,3 0 0,3 0-677,4 0 0,-4 4 0,1 2 2,1 0 0,-3 2 1,1 5-1,-2 2 0,-3 0 152,-1 0 0,-6 2 0,-3 0-57,-3 1 0,-1-4 1,0 2-1,-1-1 1,-5-1 206,-5 2 1,-2-4 0,-7-6 0,-1 1-298,-1-1 0,-2-2 1,0 3-1,1-2-341,-1-2 0,1 2 0,0-1 71,4-2 0,3 1 1,7 0-1,4 0 925,3 0 0,6-2 1,11-1-1,3 0 701,4 0 1,1 2 0,8 0 0,2 2-864,1-1 0,3-2 0,1 0 0,2 2-1095,2 1 0,-3 1 0,3-2 0,-1 1 534,-3-2 62,-7 0 0,9-2 0,-4 0 0</inkml:trace>
  <inkml:trace contextRef="#ctx0" brushRef="#br0">15306 1980 8394,'-6'-6'1673,"5"-1"0,-4 5 1116,0-2 1,2-1-1221,-5 1 1,4 2 0,-4-3-273,-1 0 1,-1 4 0,-2-3-646,0 2 0,0 2 1,0 2-1,-1 2-617,-2 3 0,-2 5 0,-4 4 1,1 4-36,-1 2 0,-3 1 0,0 2 0,-1 3 0,2 3 0,4-2 0,-1 0 0,6-3-54,5-2 0,-1 2 0,6-8 1,2 0-38,0-2 1,4-3 0,0-1 0,4 0 103,0 0 0,-2-4 1,4-2-1,1 1-252,2-1 1,0-3-1,1 1-38,0-3 1,0 3 0,0 0 0,-1-1-194,1-2 1,0-1 0,1 0 0,2 0-1,0 0-416,0 0 0,-2 0 1,-1 0-1,-1 0 231,1 0 1,0 0-1,0-1 1,-1-2-545,1-1 1,-4 0 0,-1 3-658,-2-3 1,-1 1 93,-4-5 1762,0 6 0,5-4 0,2 6 0</inkml:trace>
  <inkml:trace contextRef="#ctx0" brushRef="#br0">15659 2039 7737,'-6'-5'2361,"-5"3"1,3-6-1175,-2-1 0,2 3 0,0 2-352,-1 3 0,-1 6 0,-2 3 1,-1 5-627,-3 7 0,-1 1 0,-4 9 0,3 1-487,1 3 0,-3-1 0,4 6 0,3-3 41,4-5 1,4-3 0,6-9 0,3-4-219,4-6 1,4-4-1,3-6 1,5-4 195,2-7 1,2-5 0,-1-8 0,1-1 400,0-2 0,-6-1 0,-2 5 1,-3-1-450,-1 2 1,-1 4-1,0-1 1,-3 4-3074,-4 3 1101,-3 2 2279,-1 4 0,-5 7 0,-2 7 0</inkml:trace>
  <inkml:trace contextRef="#ctx0" brushRef="#br0">15990 2016 7746,'0'-12'2443,"0"0"0,0 0 488,0 1 0,-2 4-2199,-2 3 0,-2 4 1,-6 4-1,0 5-529,0 6 0,1-2 0,0 4 0,2 0-268,1 2 1,4 0 0,-2 0 0,0 2-55,4 2 1,0 0 0,2 0-1,0-1 36,0 1 1,2-3-1,0 5 1,2-4 183,-1 0 1,2-4-1,-1-1 1,-1-3-11,-2-2 0,-1-3 0,-1-1-440,-3-2 1,-4-1-1,-7-4-563,0 0 1,-5 0 0,3 0 0,0 0-536,0 0 1,-3-4-1,3-1 190,-1-2 0,4 1 0,-1-3 1257,6 1 0,4 0 0,5-4 0</inkml:trace>
  <inkml:trace contextRef="#ctx0" brushRef="#br0">16143 1792 9072,'-12'0'853,"4"0"1,2 1 965,0 3 1,1-3-687,1 3 1,4-2 0,0-4 0,7 0-833,3-2 1,2-4 0,0 3 0,0-1-876,-1 1 0,1-3 1,0 4-1,0 2-700,0 0 1,-1-1 0,1-1 0,0 1 1273,0 2 0,0-5 0,-1 0 0</inkml:trace>
  <inkml:trace contextRef="#ctx0" brushRef="#br0">16414 1556 15417,'0'12'1914,"0"0"0,0 1-2050,0 2 1,0 5 0,0 6-1,0 3-972,0 1 0,-1 0 0,-2 3 1,-1-3 1107,2-1 0,-5-1 0,0-5 0</inkml:trace>
  <inkml:trace contextRef="#ctx0" brushRef="#br0">16520 2098 7676,'-12'15'0,"1"-2"273,-1-3 0,4-6 1059,0 0 1,5-4-1,0-4 1,3-4 102,3-2 1,4-3-1,5-3 1,0-2-1109,-1-1 0,1-3 1,0 4-1,0-2-476,0 1 0,-5 4 1,1-1-1,1 2 307,2-2 1,1 7 0,0-3-598,-1 2 1,0 6 0,-2 4 0,-1 6-279,1 5 0,0 7 1,0 5-1,-1 4 529,1 3 1,-2 2-1,1 3 1,1 0 38,1 1 0,1-6 1,-2-3-1,-1-2-317,1-1 1,2-6 0,0-3-346,1-6 1,0-5 0,0-8 0,0-5-364,-1-6 0,-3-3 1174,0-6 0,0 1 0,4-1 0</inkml:trace>
  <inkml:trace contextRef="#ctx0" brushRef="#br0">16662 2252 7687,'-12'5'3438,"1"-5"-1921,4 0 1,3-7-1,8-8 1,6-6-978,8-6 1,3-4-1,11-8 1,2-5-434,4-1 1,2-1 0,4 3 0,-5 3-186,-2 4 1,-11 9-1,-4 6 1,-3 7 77,-5 7 0,-1 0 0,-1 0 0</inkml:trace>
  <inkml:trace contextRef="#ctx0" brushRef="#br0">17888 1756 7745,'7'0'1327,"-1"0"-920,-2 0-484,-3 0 1,6 0-50,-3 0 0,-3 2 166,3 2 324,-3-3 587,-1 9 968,0-8 358,0 3 88,0-5-1407,-5 0 0,3 0-235,-6 0 1,0 0-429,-4 0 1,4 4 0,0 0-1,0 0-188,2 1 1,-5-2-1,4 3 1,-4 1-177,-1-1 1,-3 2 0,-2 4 0,-2 0-57,-2 0 1,-1 1-1,-2 1 1,1 2 15,-1-2 1,5-1 0,-1-1 0,0 0 76,2 0 1,1-1 0,5 0 0,2-2 277,2-1 1,1-5 1337,3 1-889,3-3 0,-4 0 40,5 3-387,0-3 1,-2 5 511,-2-6-174,3 0 77,-4 0 64,5 0-827,0 5 0,0-4 0,1 4 0,3-5 0,3 4 0,5 0 0,1-1 0,2-2 0,4-1 0,4 1 0,1 2 0,-1 1 0,2 1 0,2-2 0,1 1-93,3-2 0,-5 4 1,1-2-1,-2-2-345,-1 0 0,-5-2 0,0 0 1,-2 0-2661,-3 0 1,-5 0 0,-2-2-3875,-2-2 6972,-1-2 0,-14-6 0,-4 0 0</inkml:trace>
  <inkml:trace contextRef="#ctx0" brushRef="#br0">17499 2299 7798,'-12'12'2004,"4"-6"1,2-1 2566,0 1-2671,3-5 0,12 4 1,4-5-1,4 0-1420,4 0 0,1 0 1,3-1-1,3-2-878,3-1 1,-1-1 0,0 2-1214,-1-1 0,6-5 0,-1 1 0,1-2 1611,-1-2 0,8-5 0,-6-1 0</inkml:trace>
  <inkml:trace contextRef="#ctx0" brushRef="#br0">18596 1851 7798,'6'-19'0,"-2"4"0,-3 6 2708,-1 1 0,0 6 1,0 4-1708,0 8 1,0 7 0,0 7-1,0 1-689,0 2 1,-1-1-1,-2 4 1,0 1-465,0-1 1,0-3-1,1 2-250,-2-4 0,-2 5 0,4-8 1,-2-1-1,1-4-2129,2-4 0,1-5 0,0-4 1349,0-6 1182,5-2 0,7-24 0,6 3 0</inkml:trace>
  <inkml:trace contextRef="#ctx0" brushRef="#br0">18843 1851 7798,'-5'12'172,"2"1"1,-3 2-1,-1 5 715,1 2 0,-2 3 1,-3 0-1,2 1-661,1 0 0,2-5 0,-2 3 0,3-6-3183,-1-1 1562,5-9 1,-4 0 1394,5-16 0,0-5 0,0-10 0</inkml:trace>
  <inkml:trace contextRef="#ctx0" brushRef="#br0">18301 1792 7798,'-20'13'470,"0"3"1,6-6 0,0 5-1,4-1 921,7-1 1,3-4-1,3-2 1,7-2-637,4-2 0,6-2 0,6-1 0,1-1-386,0-3 0,-1-3 0,1-6 0,4-1-167,-1-2 0,0-1 1,-4 1-1,1-3-660,0-4 1,-2 4 0,-2-1 0,1 0-122,-1 2 0,-4 0 0,-4 3 0,-1 1 65,-3 3 0,1 5 1,0 6 372,0 0 1,-6 5 0,-2 4 0,-1 4 214,1 3 0,-2 5 0,6-3 1,0 1 563,-1-4 1,3-2-1,-2-1 1,4-1-388,3-3 1,0-3-1,5-5 1,-1-1-624,0-3 1,1-3-1,-4-5 1,0-1-379,1-3 1,-8 3 749,3-2 0,-8-4 0,1 1 0</inkml:trace>
  <inkml:trace contextRef="#ctx0" brushRef="#br0">14480 1933 12917,'-5'-6'3197,"2"1"0,-5 5-2620,-1 0 0,-1 0 1,-2 0-211,0 0 0,-1 1 0,-1 1 0,-2 4-297,2 0 0,-3 2 0,0 4 0,-2 0-113,-2-1 0,3 1 0,0 0 0,-1 0 8,1 0 1,3-5 0,0 0 0,2 0 127,1-1 1,1-2 0,2 3 606,1-2-459,6 4 0,-2-6 0,8 3 0,4-1 47,2-2 0,2-2 1,0-1-1,1 0-248,2 0 0,-1 0 0,3 2 0,-2 0-810,1 2 0,1 0 1,-3-4-1,3 0-491,2 0 1,-3 0 0,2 0 0,-1 1-1556,-3 3 1,-1-2 2815,-1 2 0,0-3 0,0-1 0</inkml:trace>
  <inkml:trace contextRef="#ctx0" brushRef="#br0">14079 2346 7798,'-6'5'3066,"-3"2"-1831,5 4 0,1-4 0,7-2 0,4-1 0,4 0-591,3-1 0,5-2 1,6-1-1,2 0-2022,-2 0 0,0-4 0,0 0 1378,2 2 0,5-5 0,-3 0 0</inkml:trace>
  <inkml:trace contextRef="#ctx0" brushRef="#br0">13490 1863 7801,'-8'-4'1670,"0"0"1,-1 1-485,-2 2 0,-2 1 0,-1 0 0,-2 1-407,2 3 0,-1 4 0,1 6 0,-3 5-474,-2 3 1,5 0-1,-2 10 1,2 3-192,-2 7 0,7 1 0,-1 7 0,3-4-7,4-3 0,3-5 1,6 0-1,5-7-153,8-7 0,4-10 0,5-7 0,5-5-467,5-7 1,3-7-1,4-12 1,-3-4 357,-3-3 1,-9-3 0,3-2-1,-7 0-272,-7-4 1,-10 7 0,-7 1-1,-4 4-18,-6 6 0,-13 4 0,-6 2 0,-8 8 445,-4 5 0,2 14 0,-3 2 0</inkml:trace>
  <inkml:trace contextRef="#ctx0" brushRef="#br0">5306 7156 7789,'-12'5'0,"0"-4"0,1 4 0,-1-1 1876,0 0 0,4 4 0,0-4 0,0 0 1442,2 1 1,1-2-2469,5 5 1,0-4 0,1 2 0,3-1-650,4-2 0,2-2 1,3-1-1,2 0-715,0 0 0,6 0 0,-1 0 0,2 0-664,2 0 1,0-1 0,-1-2-1,1-1-550,-1 2 1,-3-3 0,0-1 1727,1 0 0,1-2 0,1-4 0</inkml:trace>
  <inkml:trace contextRef="#ctx0" brushRef="#br0">5318 7368 7789,'-17'17'1014,"0"-4"0,-3 3 1,4-2 1701,3 2 0,7-7 0,2 3-1934,2-2 1,8-5 0,3-1-1,7-4-914,7-4 0,2-2 1,7-7-1,0-2-2365,2 0 0,-1-1 2497,2 4 0,-2-5 0,8-1 0</inkml:trace>
  <inkml:trace contextRef="#ctx0" brushRef="#br0">6532 6448 7884,'-11'0'2089,"3"2"0,0 0-1351,-1 2 0,0 5 0,1-1 0,2 3-105,1 0 1,3 8-1,-5 3-350,2 4 1,0 11 0,2-2-1,-2 2 1,-1 1-113,1 1 0,-3-6 0,4 1 0,2-4 105,0-4 1,-1-9-221,-1-1 1,1-11 0,6 2 99,1-8 1,5-6-1,-3-5 1,2-1-101,0-3 1,0 2 0,5-4-1,1 1-118,2 2 1,0 2 0,-4 1-86,-1 1 1,1 0 0,1 2 0,2 2 114,0 2 0,1 6 1,-4 9-21,0 4 0,-2 4 0,-2 7 1,-4 1-1,-3 5 364,-1 3 0,0-6 0,-1 6 0,-3-2-176,-4-2 0,-4-8 0,-2 1 1,-3-5-525,-1-4 1,2-1 0,-2-2 0,-1-3-216,1-4 0,0-3 0,-2-1 0,3-1-568,0-3 1,4-4 0,-2-7-1,5-3-52,2-4 1,5 0-1,-1-10 1223,3-1 0,1-6 0,0-3 0</inkml:trace>
  <inkml:trace contextRef="#ctx0" brushRef="#br0">6438 6413 9528,'-17'16'0,"-1"-1"350,-1 0 1,2-3-1,7-3 1,2-1 1595,4 1 0,4-3 0,4 1 0,5-2-756,6-2 1,4-2-1,7-1 1,3 0-1149,1 0 0,2-4 1,3-1-1,1 0-1460,-1-1 1,2 2 0,-1 3 0,2-2-1187,0 0 0,-5-1 2604,2 4 0,1 0 0,-6 0 0</inkml:trace>
  <inkml:trace contextRef="#ctx0" brushRef="#br0">7063 6660 8200,'-5'7'1624,"2"2"0,-3-4-338,0 2 1,1 1 0,2 4 0,0-1-725,0 1 0,0 5 0,1 3 0,-2 2-508,1 2 1,-2 1 0,0 1 0,-1 1-503,1-1 0,1-2 0,4-4 0,0-3-1307,0 0 1,2-9-1,1-2 757,5-7 0,3-7 0,2-9 0,1-5 998,2-5 0,5-10 0,-3 0 0</inkml:trace>
  <inkml:trace contextRef="#ctx0" brushRef="#br0">7146 6719 7604,'14'-22'0,"-1"2"-1177,-2 5 1577,-2 7 1,-3 4-1,-2 8 1,-2 4-1,-2 4 235,0 3 1,-4 5-1,-2 6 1,1 3-46,0 1 1,-3-2 0,3 0-1,0-1-504,-1-5 1,1-3 0,2 1-1,-1-3-2308,2 0 893,1-9 0,1 0 1,0-15 1328,0-4 0,-6-14 0,0 0 0</inkml:trace>
  <inkml:trace contextRef="#ctx0" brushRef="#br0">6957 6625 7872,'-20'16'1039,"2"-1"0,1 1 61,2 1 0,6-6 0,3 3 0,0 1-412,4-2 1,1-4 0,2-1-1,3 0-85,4-2 1,7-1 0,5-5 0,2 0 48,2 0 0,5-1 0,2-3 1,5-4-1253,3-2 0,-2 2 1,2 1-1,-2 1-1113,-2-1 1,0 3 0,-2-2 0,-3 1-3693,-2 2 5405,-11 2 0,10 1 0,-8 0 0</inkml:trace>
  <inkml:trace contextRef="#ctx0" brushRef="#br0">6497 7144 10535,'-13'10'1715,"-3"-2"1,8-1-733,0-3 1,14-3 0,9 3 0,12-4 1194,5-4 1,10-3 0,4-3 0,7-1-2082,4 0 0,2 4 0,-25 0 0,0 0 0,1-1 0,0 1-1264,-1 0 1,0 1 0,30-3 0,-1 1 0,-4-1 519,-5-2 0,-12 4 0,-2 0 0,-8 2-7865,-9 2 8512,-12 2 0,4 6 0,-8 2 0</inkml:trace>
  <inkml:trace contextRef="#ctx0" brushRef="#br0">7098 7297 9211,'-11'-8'2934,"-1"0"0,0 6 1,0-2-1805,0 2 1,1 4-1,-1 3 446,0 7 1,0 1-1,-1 7-1275,-3 0 1,3 8 0,-2 5 0,1 5 0,1 6-604,-2 6 1,6-2-1,-2 4 1,4-4-412,5-1 0,1-9 1,2-4-1,4-5-21,7-7 1,1-5 0,7-9 0,1-4 462,1-3 0,1-6 0,1-4 0,0-5 356,-1-6 0,-1-2 1,-2-2-1,-4 2-465,-3 2 1,-3-2-1,-2 4 1,-4-2 15,-2 0 0,-4 7 0,-3 1 1,-5 7 184,-5 4 0,-6 1 0,0 2 0,-4 6-220,-2 8 0,-6 6 1,3 5-1,-2 1-1075,1 2 1,1-2 1473,-2 3 0,4 1 0,4 3 0</inkml:trace>
  <inkml:trace contextRef="#ctx0" brushRef="#br0">15011 2747 7839,'6'-12'4258,"-2"0"-3273,-2 0 1,-2 7-662,0 5 1,-4 5 0,-2 8-1,0 3-160,-3 4 0,-2-1 0,-1 4 0,1 3-180,-1 3 0,0 3 0,-1 6 0,-1 3-290,-2 1 1,0 2 0,4 5-1,1 1-202,-1 0 0,5-13 0,3 5 1,3-4-36,1-5 1,5-7 0,3-9-1,4-2 276,4-5 1,-2-6-1,4 0 1,1-4 334,-1-4 0,-2-4 1,3-6-1,2-3-137,2-1 1,-8 3 0,-2-2 0,-1 1 68,-3 1 0,6-6 0,3 2 0</inkml:trace>
  <inkml:trace contextRef="#ctx0" brushRef="#br0">14775 3136 8259,'-12'0'1733,"4"0"-218,0 0 1,7 0 0,1 0-766,7 0 0,8 0 1,6 0-1,6-2-853,4-2 0,0 3 0,2-4 0,3 1-1487,0 0 1,-2-1-1,6 2 1590,-4-1 0,5 0 0,1 4 0</inkml:trace>
  <inkml:trace contextRef="#ctx0" brushRef="#br0">15447 3053 7839,'-1'-12'1698,"-3"1"1,1 4 0,-3 2 0,-1 1-371,1 0 1,-2 0 0,-3 5 0,2 3-738,1 4 0,0 4 0,-3 2 0,-1 3-641,0 2 1,4 0 0,0 4 0,0-2 23,2-2 1,-1-3 0,5 2 0,-2-1-698,1-2 0,2-2 0,2-3 1,3-2 125,4-4 0,2-4 1,4-4-1,0-4 288,2-2 0,3-7 0,-3-2 164,-2 1 1,3-4-1,-1 3 1,-1 0 0,-2 1-260,-1 0 1,-5 3 118,1 3 1,-1 7 273,1 5 1,-8 10 0,-8 10 0,-1 2-27,1 2 1,-3 1 0,3-1 0,-1 1-396,1-2 0,-1-4 0,5 1 0,2-4-1218,0-3 1650,2-1 0,11-6 0,2-1 0</inkml:trace>
  <inkml:trace contextRef="#ctx0" brushRef="#br0">15659 3136 7839,'0'11'581,"0"-3"1,-1 0 0,-2 1 677,0 2 0,-1 1 0,4-1-221,0 1 0,0 0-554,0 0 1,1-6-398,3-2 0,2-4 0,6-4-5,0-4 0,0-2 1,0-3-90,-1-3 0,1 2 1,1-6-1,2-1 1,2-2 128,1-5 1,-2 7 0,3-1-1,1 2-122,-2 2 0,3 3 0,-5 1 29,-2 5 1,-2 6-1,-4 10 1,-4 7 34,-3 7 1,-1 1 0,-1 10-1,-3 1-230,-4 1 1,2-3 0,-1-1-1,1-1-53,-1-3 0,4-5 0,0-2-2794,1-2 0,2-8 3013,0-9 0,5-11 0,2-7 0</inkml:trace>
  <inkml:trace contextRef="#ctx0" brushRef="#br0">16096 2735 7839,'-12'4'2894,"0"0"1,2 1 2171,2-1-5077,3-3 1,10 4 0,3-5 0,3 0 0,4-1-176,1-3 0,3-1 0,-2-4 0,0 1-290,0-1 1,3 4 0,-4-1-1,-2 2-2661,-1 0 1,-1-1 3136,0 1 0,0-2 0,-1-6 0</inkml:trace>
  <inkml:trace contextRef="#ctx0" brushRef="#br0">16461 2511 8810,'-6'-12'3276,"-5"6"1,10 3 0,-3 10-1691,3 4 1,1 9 0,0 1-1787,0 5 0,0 4 0,-2 6 0,0-1 0,-2 2-2590,1 2 1,-2-2 2789,1 2 0,-5-8 0,2-2 0</inkml:trace>
  <inkml:trace contextRef="#ctx0" brushRef="#br0">16497 3136 7970,'-20'11'1084,"0"1"1,6 0 0,-1 0 4308,6 0-4356,-1-6 1,14-6 0,0-8 0,5-3-453,3-5 1,-1 1 0,1-4-1,0-2 147,0-1 1,0 2-1,-2 2 1,1-1-705,0 1 0,-5 0 0,5-2 1,0 3-433,-1 0 1,2 8 0,0-2 200,0 5 1,0 2 0,-1 4 0,0 1 0,-2 4-322,-1 7 0,0 5 0,3 8 0,1 2-40,0 5 1,-4 2 0,0 1-1,1 1-191,1-1 0,-2-5 0,-1-2 1,-1-3-3,1-2 1,0-8 0,2-4-288,-1 0 1,-6-7 1043,2-4 0,-3-5 0,-1-7 0</inkml:trace>
  <inkml:trace contextRef="#ctx0" brushRef="#br0">16650 3348 7752,'-8'0'3334,"0"0"-1996,-1 0 1,4-5-1,1-3 1,4-5-254,4-7 1,9-2 0,9-14-690,4-4 0,7-3 1,-3-2-1,0 4 0,-1 3-1073,0 4 0,-7 7 0,3 1 0,-1 5-2309,-3 5 1,-4 7 2985,2 1 0,1 0 0,4-4 0</inkml:trace>
  <inkml:trace contextRef="#ctx0" brushRef="#br0">17888 2794 7743,'0'8'2034,"0"0"1,0-5 346,0 5-589,0-5 1,-4 7-1079,0-2 0,-1-2 0,2-1 0,-2-1 325,-1 0 0,0 1 0,-4-1 0,-3 2-724,0 1 1,-6 3 0,0-2-1,-5 4-290,-3 4 0,0-3 0,-4 4 33,-2 0 0,3-4 0,0 4 0,1-1 0,3 1-266,1 1 0,1-3 1,2 2-1,1-2 8,1 1 1,6 0 0,-2-5 0,5 1 738,3 0 436,-3 0 1,11-2 0,0-2-872,7-4 0,3-3 0,2-1 0,1 2-104,3 2 0,-2-3 0,6 3 0,1-3 0,1-1 0,6 0 0,-1 2 0,1 0 0,1 2 0,-3 1 0,5-2 0,1 2-1414,-2 2 0,0-5 0,-5 4 1,0-2-663,-3-1 1,-6 1 0,-1-4-1,-2 0-2374,-1 0 4450,-5 0 0,3 0 0,-3 0 0</inkml:trace>
  <inkml:trace contextRef="#ctx0" brushRef="#br0">18619 2629 7848,'5'-7'388,"-3"1"329,2 2 0,-2 2 0,1-3 359,1 0 1,0 5-744,-4 0 0,0 5 1,0 7-1,0 1-121,0 3 1,-5 2 0,-2 6 0,-1 1-448,0 2 1,0-2-1,-2 3 1,1-4-653,1 0 1,4-2-1,-3-2-1061,2-4 1,3-6 1947,5-6 0,9-11 0,7-11 0</inkml:trace>
  <inkml:trace contextRef="#ctx0" brushRef="#br0">18784 2641 7848,'-6'11'0,"-1"2"0,3 2 0,-2 2 1089,-1 1 1,-3-2-1,3 4 1,-1 1-261,0 1 0,4 1 1,-2 1-2474,1 0-255,1-6 1,5-8 445,3-10 1,-3-6 1452,3-10 0,-2-7 0,-2-8 0</inkml:trace>
  <inkml:trace contextRef="#ctx0" brushRef="#br0">18466 2641 8254,'-13'4'0,"-2"1"867,0 1 1,-5-3 0,4 2 402,2 0 1,1-3 0,2 3-387,3 0 0,4-3 0,10 0-650,6-4 0,5-1 0,6-6 0,1-3-108,-1-2 0,2-4 0,1 4 1,2-2-48,-2 2 0,-1 1 0,-1 1 0,-1 0-436,1 0 0,-5 5 0,1-1 1,1 0-125,1 1 0,2 2 1,-2 5-1,-1 0 173,-1 0 1,-2 0-1,2 0 1,-4 0 190,-3 0 0,-2 4 1,0 1-1,-2 2-107,-1 2 0,-4 0 0,2 0 0,0-1-510,-4 1 0,1-2 1,1-1-509,4 0 1,2-2 0,2-4 1241,0 0 0,0 0 0,-1 0 0</inkml:trace>
  <inkml:trace contextRef="#ctx0" brushRef="#br0">18360 3077 7848,'-19'0'2063,"4"0"1,2 4 0,1 0-381,0-2 1,7 0 0,5-2-291,6 0 1,15-6 0,7-2-1109,5-2 1,7-2 0,6-1-1,5-1 1,7-2-1325,2 2 1,-5 0-1,5 4 1,1 1-47,-1 1 0,-8 5 1,-1-1-1,-10 4-555,-10 4 1,-16-1 1639,1 5 0,-11 0 0,0 3 0</inkml:trace>
  <inkml:trace contextRef="#ctx0" brushRef="#br0">18584 3265 8354,'-12'0'2050,"4"0"-765,0 0 0,4 0 1758,-4 0-1363,6 0 1,-3-1-691,5-3 0,1-2 1,3-5-877,4 3 1,2-2 0,3 2 0,3-3-376,4 0 1,-1 3-1,2 0 1,2 0-28,-2 2 0,0-1 0,1 4 1,-3-1 111,-3 2 1,1 2 0,-2 4 221,-5 4 0,-3 2 0,-7 3 0,-2 2 128,-2 0 0,-3 2 0,-8-1 0,-3 4-56,-4 2 0,-1 2 1,-7-1-1,1 1-27,3-1 1,0-4 0,1-2 0,0-2 192,3 1 0,10-4-267,0-4 0,15-6 0,3 2 0,10-2-104,6-2 0,1-4 0,7 0 0,0 0-388,0-1 1,2 3 0,2-2 0,0 2-1069,1-2 1,-6 2 0,4-1-1,-6 1 1543,-5 2 0,-6-5 0,1-2 0</inkml:trace>
  <inkml:trace contextRef="#ctx0" brushRef="#br0">14504 2806 7761,'-7'-7'2812,"2"1"-861,5 2 162,0 2-1046,0-3-200,0 5 1,-4 1-408,0 3 1,-5-1 0,1 3-411,-2 0 1,-2 2-1,-1-3 1,-2 1-41,0 4 1,-5 0-1,3 2 1,0 0-88,0-1 1,-3 2 0,4 1 0,2-1-204,1-3 1,5-1 0,0 3 303,-1 0 1,5-6 314,4-2 1,5-2 0,7-2 0,0 0-178,0 0 0,3 0 0,2 0 1,2 0-119,2 0 0,-3 0 1,0 0-1,1 0-878,-1 0 0,-2 4 0,2 0 1,-1-2-489,-2-1 0,-2 3 0,-1 0 1322,-1-1 0,1 3 0,0 1 0</inkml:trace>
  <inkml:trace contextRef="#ctx0" brushRef="#br0">12876 2924 7802,'-6'-6'476,"1"0"1195,-1-1 1,5 1-600,-3 2 1,4 2-963,4-2 1,3 3-1,4 1 1,1 0-456,0 0 1,0 0-1,0 0 1,1 0-577,2 0 1,0 0-1,3 0 921,-1 0 0,4 0 0,-2 0 0</inkml:trace>
  <inkml:trace contextRef="#ctx0" brushRef="#br0">13478 2700 9846,'-7'5'811,"-2"1"1,5 7-765,2 3 1,-4-1 0,2 4 0,0 2-422,-1 1 1,4 2 0,-4-2 373,-1-2 0,0 7 0,-6-2 0</inkml:trace>
  <inkml:trace contextRef="#ctx0" brushRef="#br0">13608 2700 9736,'-2'11'496,"-2"1"1,3 0-1,-4 1 1,1 1-415,0 2 0,-4 5 0,4-3 0,2 2-848,0 0 1,1-6 0,-2 2 765,-1-3 0,0-1 0,4 0 0</inkml:trace>
  <inkml:trace contextRef="#ctx0" brushRef="#br0">13218 2676 9373,'-6'5'1089,"2"3"0,8-1 0,5-1 0,7-1-531,7-2 1,7-2 0,8-1-1,4-1-450,4-3 1,0-2 0,8-6 0,0 0-1485,-1 0 0,-7 6 0,-1 2 1376,-7 2 0,0 2 0,-8 0 0</inkml:trace>
  <inkml:trace contextRef="#ctx0" brushRef="#br0">13301 3077 7750,'-14'0'712,"2"0"0,1 0 2060,1 0 0,5 0-1771,5 0 0,6-4 0,10-1 0,5-2-925,5-2 1,4 2 0,6-1 0,-1-1-774,0-1 1,2-2-1,1 0 1,1 2-2633,-1 2 3329,-1-3 0,4 5 0,0-6 0</inkml:trace>
  <inkml:trace contextRef="#ctx0" brushRef="#br0">13549 3195 8301,'-12'0'2159,"0"0"1,0 0 2555,0 0-4201,6 0 0,6-4 0,8-2 0,4 1-651,3 0 0,0-3 0,4 3 0,2 0 57,2-1 0,-1 2 0,-1 3 0,-3-1-171,-1-2 0,0 0 0,-2 5-51,0 3 0,0-1 0,-7 4 178,-4 3 0,-4 4 0,-4 2 0,-6-2 97,-4-1 0,0-1 0,-6 1 1,-2 2 60,-5 0 0,-1 1 1,-5-4-1,1 1 2,0 3 0,2-7 0,1 3 0,4-3 182,7-3 1,3 3 0,5-3 245,2 0 1,8-2-1,9 3 1,5-2-109,6-2 1,2-1-1,3 1 1,3 1-602,3-2 0,5 0 1,2-2-1,2 0-2053,2 0 2298,-9 0 0,11 5 0,-7 1 0</inkml:trace>
  <inkml:trace contextRef="#ctx0" brushRef="#br0">4634 9030 7807,'-18'0'521,"0"1"0,7 2 1,-1 1 1664,0-2 1,4 0-1513,0-2 1,7 1 0,1 2 0,7 1-549,3-2 1,7-1-1,4-2 1,5-1-610,6-2 0,-1-2 0,2 2 0,2-2-64,2-1 0,-2-3 0,6 3 1,-2-1 546,-1 1 0,-4-1 0,7-4 0</inkml:trace>
  <inkml:trace contextRef="#ctx0" brushRef="#br0">4752 9195 7813,'-24'16'0,"2"1"2372,2 1 1,5-8-1750,7 2 1,4-4-1,8 0 1,5-4-1,5-3 0,2-1 0,6 0 0,4 0-809,3 0 1,-1-1-1,3-3 1,3-4-1312,4-2 0,0-2 1497,6 0 0,-6-5 0,2-1 0</inkml:trace>
  <inkml:trace contextRef="#ctx0" brushRef="#br0">5860 8582 7832,'-4'8'0,"-1"0"1246,-2 1 0,5 3 1,-2 3-1,1 6-899,-1 5 0,2 6 0,-5 6 1,1 3-662,-1 0 0,3-3 0,-2 0 0,0-5 460,4-5 0,0-9-146,2-3 0,11-8 0,2-3 0</inkml:trace>
  <inkml:trace contextRef="#ctx0" brushRef="#br0">6049 8570 7832,'-12'17'269,"3"-2"0,-2 4 0,-2 2 623,0 1 1,0 7 0,3 1 0,0 2-871,3-1 0,0-5 1,-1 1-1,3-5-812,0-2 1,3-10 981,-2 2-192,3-8 0,-4-4 0,-2-7 0</inkml:trace>
  <inkml:trace contextRef="#ctx0" brushRef="#br0">5613 8452 8264,'-24'8'0,"0"0"1081,1 1 1,4 2 0,5 0-349,5 1 0,5 0 0,8 0 0,4-2-299,2-2 0,3 1 0,3-5 0,4-1-329,2-2 0,-1-2 0,0-2 0,3-3-101,0-5 1,-1 2 0,4-8-1,-1 1-175,2 1 0,-2-2 1,4 2-1,-2-2-321,-6-1 0,2 3 0,-5 1 0,2 3 230,-1 4 0,-3 4 0,-5-1 0,0 3-143,-1 1 1,1 5 0,-1 3 0,-2 2 156,-1 2 1,-1 1-1,5 0 1,1 0 13,3-2 1,-3-2-1,3 2 1,-2-2-2,2-1 0,-3-5 0,3 4 0,-2-2-302,2-2 537,-3-2 0,4 4 0,-5 2 0</inkml:trace>
  <inkml:trace contextRef="#ctx0" brushRef="#br0">5613 9112 7813,'-12'12'0,"1"0"743,3 0 0,-1-4 1,7-2-1,3-1 1402,6-2 0,8-3 1,6-4-1,7-5-1215,7-5 0,3-2 0,8-6 1,5-5-1107,5-1 0,2 1 0,-26 13 0,0 1 0,0 0 0,-1 1 202,31-12 0,-9 6 0,4 2 1,-6 5-3491,-5 3 1,-16 2 3463,-3 6 0,-10 6 0,0 0 0</inkml:trace>
  <inkml:trace contextRef="#ctx0" brushRef="#br0">5966 9325 7781,'-17'6'5827,"4"-1"-4469,-3-5 1,5-1-1,4-2-486,7 0 0,5-7 1,8 2-1,2-2-601,1-2 1,5 0 0,-2 1 0,4 0-355,0 3 0,2-1 0,0 5 1,1 2-144,0 0 1,-7 2 0,3 0 0,-2 0-164,-2 0 0,-4 6 0,1 1 0,-6 5-41,-5 4 0,-3-2 1,-1 6-1,-1 1 232,-3 1 1,-7-2-1,-6-1 1,0 2 802,0 2 1,-4-4 0,3 0 0,0-2-116,2-3 0,-1-1 0,1-1 172,2 0-511,6-6 0,8-2 0,8-8 1,4-4 41,3-2 1,0-2 0,4 0 0,2 1 248,2-1 1,-4 0 0,1 2 0,0 2 141,-2 4 0,0 2 0,-3 2-71,0 0 0,-4 10 0,-7 3 0,-3 4-464,-1 4 1,-6 2 0,-5 4 0,-5 1-50,-2 2 0,-6-2 0,-3 1 0,-1-3-87,0-4 1,1-2 0,-3 0-1,0-5-1147,0-2 1,6-5 0,-1-1 0,2-2-108,2-2 1,5-2 1340,0-1 0,3 0 0,2 0 0</inkml:trace>
  <inkml:trace contextRef="#ctx0" brushRef="#br0">5589 10668 11460,'-7'6'1680,"2"-5"0,7 4 0,1-5-1424,5 0 0,3 0 0,1-1 0,1-2-352,2-1 1,0-1 0,3 3-1,1-2-839,-1 1 1,0 2-1,3-1 1,-1 0 20,1-2 0,-3 0 1,0 4-1,-1 0 914,-2 0 0,3 0 0,1 0 0</inkml:trace>
  <inkml:trace contextRef="#ctx0" brushRef="#br0">5660 10834 7828,'-13'3'0,"-2"3"1983,0 0 0,0-2 1,6 3 779,1-2 0,7 3-2031,1-4 0,9 0 1,8-6-1,1-2-1099,3-3 1,2 0-1,0-1 1,1 0-2358,-1 2 0,2-3 2724,3 5 0,-3-6 0,3 4 0</inkml:trace>
  <inkml:trace contextRef="#ctx0" brushRef="#br0">6615 10527 8188,'1'-12'1557,"2"0"104,1 1 1,0-1 0,-4 0 394,0 0 0,-2 6-1416,-2 2 1,-2 4 0,-6 4 0,-1 5 491,-3 5 0,-3 5 0,-8 6 1,-3 3-570,-4 8 0,1 2 0,-7 9 0,1 5-587,19-24 1,0 1 0,0-2 0,1 1 0,-14 25 0,6 0-7,7-4 1,11-1 0,8-8 0,8-8-1636,13-11 0,5-11 1,9-3-1,4-3-775,3-6 0,-2-3 0,2-7 1,-2-1-1871,-1-3 4310,-9-2 0,10-11 0,-9-1 0</inkml:trace>
  <inkml:trace contextRef="#ctx0" brushRef="#br0">6945 10645 7990,'-12'6'0,"-1"0"1527,-3-1 0,3-2 1,-2 4-1,0 3-122,0 0 1,1 2 0,-1 0 0,0 1-959,0 2 0,1 4 1,-1 4-1,3 2-737,4 3 1,-1-2 0,5 4 0,1-1-362,2-3 1,2-5 0,5-3-1,4-1-274,4-2 1,7-7-1,-1-6 1,2-4 443,2-6 1,0-8-1,-2-4 1,-1-3 512,-2-5 1,-4 2 0,1-3-1,-3 2-164,-2 1 1,-4 3 0,-3-4 0,-1 2-465,0 1 0,-1 5 1,2 0-1,-4 2-850,-4 3 1,1 5 1445,-5 1 0,0 5 0,-3-2 0</inkml:trace>
  <inkml:trace contextRef="#ctx0" brushRef="#br0">7452 10539 7938,'-1'-8'6996,"-3"1"-5390,-4 2 1,1 1 0,0 6-1,-3 1-906,0 5 1,-6 8 0,-1 4 0,0 2-546,0 2 1,1 0-1,5 3 1,-1 0-286,0-1 1,5 4-1,4 1 1,3-1-645,3-3 1,4 2 0,6-1 0,2-2 333,0-1 1,2-6 0,-2 1 0,-1 0 502,-3-2 0,-4 0 1,-5-2-23,-2 4 1,0-7 0,-11-2 0,-3-1-205,-3-4 1,-3 1 0,-3-5 0,-2 2-1496,-3-1 0,2-3 1,-4-5 424,1-7 0,-2-5 1,3-7-1,2 1 1233,1-1 0,1-5 0,1-1 0</inkml:trace>
  <inkml:trace contextRef="#ctx0" brushRef="#br0">8042 9914 7900,'-8'0'0,"0"0"0,-1 1 1328,-2 3 1,0-2-1,-1 1 1,0 0 503,0 1 1,0 4-1,-1 8 1,-1 6-842,-2 8 1,-5 8-1,2 13 1,-5 8-744,10-25 1,0 1-1,0 1 1,-2 0 0,-1 8-1,0 2-297,1 0 1,1 1-1,-1-1 1,0-1-1,3-1 1,1-1-1,2-4 1,1 0-1,1-1 1,1 0-260,3-2 0,2-1 0,-1 24 1,5-7-1,1-8-1460,5-9 1,4-12 0,3 0-1,2-5 461,1-4 1,2-4 0,2-4-1,0-2-342,2-5 1,-7-4 1648,6-7 0,-2-5 0,3-2 0</inkml:trace>
  <inkml:trace contextRef="#ctx0" brushRef="#br0">8537 9938 7900,'7'1'1457,"-4"3"1,-1 0-1,-2 6 1,-2 5-959,-1 2 0,-3 9 1,-4 9-1,-1 8-369,-2 7 0,-1 1 1,2 6-1,0-1-560,0-4 1,1-7 0,0-8 0,3-7-2975,4-7 2359,3-7 1,5-6 0,1-10 0,2-7 1044,2-8 0,-1-3 0,4-6 0,-3-5 0,8-1 0</inkml:trace>
  <inkml:trace contextRef="#ctx0" brushRef="#br0">8690 10020 7592,'-5'17'-270,"2"-2"1,-4 4-1,-1 3 569,1 5 0,-3-1 0,2 5 0,-3 2 328,0 1 1,3 0 0,1-2-1,2-6-1911,2-5 1,2-4-559,1-5 1842,0-6 0,-5-11 0,-2-8 0</inkml:trace>
  <inkml:trace contextRef="#ctx0" brushRef="#br0">8219 10032 7900,'-34'18'865,"2"-1"0,5-1 743,2 0 1,12-5 0,5-3 0,5 2-459,3 0 1,3-2-1,5-2 1,10 0-450,11-4 0,4 0 1,10-5-1,4-4-398,7-4 1,-2-9 0,11 0 0,-31 9-1,0 0-826,0-1 1,0 0-1,3 2 1,0 1 0,29-10-1,0 2-1325,-1 3 1,-14 1 0,-1 2 0,-7 4-1295,-7 3 0,-17 4 3142,-5 4 0,-14 7 0,-4 8 0</inkml:trace>
  <inkml:trace contextRef="#ctx0" brushRef="#br0">8112 10586 8635,'-5'12'6126,"4"0"-4747,-3-1 1,8-4-1,4-3 1,4-3-520,3-1 0,5 0 0,6 0 0,3 0-556,1 0 0,3-1 0,5-3 0,3-3-652,0 1 0,0-5 0,4 3 0,0-1-1135,0 1 1,-8-2 0,-1 3 0,-2 0-235,-5-1 1,-3 1-1,-3-1 1,-4 3-433,-3 0 1,-7 3 2148,-1-1 0,0-4 0,4 0 0</inkml:trace>
  <inkml:trace contextRef="#ctx0" brushRef="#br0">8525 10763 8575,'-5'-12'1758,"-2"5"1,-4 4-771,-1 1 0,0 2-1,0 2 1,0 1 906,1 5 0,-1 8 1,0 4-1,0 2-1280,0 2 0,2 0 1,1 3-1,2 1-597,2 3 1,1-1 0,4 2-290,0 0 0,0-6 0,1 2 0,2-5 0,2-2-166,2-1 0,1-6 0,3 1-197,1-6 0,0-4 0,0-5 1,1 0-1,1 0 265,2 0 1,1-5 0,-2-4 0,0-6 436,0-5 1,2 2-1,-3-1-26,-3-2 0,-1-4 1,-5 0-1,1 3 1,-1 1-118,-3 2 0,0 2 0,-4 7 1,-1 2-101,-5 4 1,-3 3-1,-1 2 1,-1 3-55,-2 4 1,1 3 0,-1 5 0,2 3-174,1-1 0,0 4 0,0-4 1,2 1-452,2-3 0,-1-2 1,5 0-1,1 2-330,2-2 1,6-6-1,4-4 1,6-2 1183,4-2 0,4-6 0,0 0 0</inkml:trace>
  <inkml:trace contextRef="#ctx0" brushRef="#br0">9233 9902 8639,'-11'13'1296,"3"2"0,3 2-89,0 1 0,4 8 0,-3 10 0,4 7-469,4 7 1,1 7 0,-1-23 0,1 0-1,-1 5 1,0 0-641,0 2 0,1 0 1,0 0-1,-1 1 1,0 1-1,0 0 1,-2-1-1,0 0-363,-1-1 0,-1-1 1,0 27-1,0-32 1,-1-1-1,-3 27-798,-4-6 0,-2-15 1,-2-2-1,0-5-3698,0-3 4761,1-9 0,-6 7 0,-2-10 0</inkml:trace>
  <inkml:trace contextRef="#ctx0" brushRef="#br0">9728 10586 10346,'-12'0'0,"0"0"3157,1 0-2543,4 0 0,7 0 0,9-1 0,6-2-728,4-1 1,5 0-1,3 4 1,5 0-674,2 0 0,-4 0 0,-2 0 0,-2 0-348,1 0 1,-2 1 0,1 2 1134,-5 1 0,2 0 0,-5-4 0</inkml:trace>
  <inkml:trace contextRef="#ctx0" brushRef="#br0">9752 10727 7880,'-17'12'715,"3"-4"1,-1 0 0,2 1 1159,1 2 1,5-4-1,3 1-1063,3 1 0,10-2 1,4 0-1,6-2-819,6-3 1,-1 0 0,8-2 0,2 0 412,4 0-406,-7 0 0,14 0 0,-8 0 0</inkml:trace>
  <inkml:trace contextRef="#ctx0" brushRef="#br0">10848 10232 7800,'-5'-6'490,"-2"1"1,0 1 285,-1 0 1,4 0 0,-3 5 0,2 3-313,2 4 0,2 4 0,1 3 0,0 6-129,0 5 1,4 1 0,1 4 0,2 2-59,2 1 0,1 3 1,1-1-1,-2 1-258,-1-3 0,-4-5 0,4 1 52,1-1 1,-4-11-1,0-7 268,1-5 1,-1-12 0,4-10 0,-1-8 8,1-7 1,2-3-1,0-13 1,1-8-212,0-10 1,4 1 0,-8 28 0,1-1-1,0 0 1,0-1-119,1 0 1,1 0 0,-2 5 0,0 1 0,10-31 0,-2 8 9,-3 10 0,-5 11 0,-2 8 0,-1 6-120,1 9-273,-4-1-426,2 11 0,0 1 335,3 7 1,-2 0 0,1 1-1,0 1 64,-1 1 1,2-2 0,5 0-1,2 1 334,0 2 1,6-3 0,-1-2 0,3 0-24,5-4 1,2-1 0,4-1 0,0 0-108,2 0 1,-8 0-1,8 0 1,-2 0-757,0 0 1,-3-3 0,-2-1-1,-3 1 943,-3 2 0,-8-5 0,2 0 0</inkml:trace>
  <inkml:trace contextRef="#ctx0" brushRef="#br0">11402 10126 8006,'-19'0'803,"0"0"1,2 0 1612,3 0 1,1 0-1219,1 0 0,11 0 0,6 0 0,8 0-649,7 0 0,-2-4 0,2 0 0,2 2-682,4 0 1,-1 2-1,1 0 1,-3 0 121,-4 0 1,1 4 0,4 0-1,-2 0-1032,-3 1 1,0-2-1,-5 5 603,2 1 1,-2-2-1,-6 1 1,-4 1 540,-3 1 1,-3 2 0,-5 0 0,-6 1 382,-4 3 1,-2-7-1,-5 2 1,0 0-76,1-1 1,-5-2 0,2-1-1,1-2 48,0-2 0,8-2 0,-5-1 0,4 0 559,3 0-1029,7 0 1,4 0 0,8 0-1,5 0-20,6 0 1,3 0-1,6 0 1,-1 0-13,1 0 0,0 1 1,-1 3-1,1 4-84,-1 3 0,1 4 0,-2 2 0,-2 2 136,-4 2 1,-5-2-1,-3 2 1,-4 2 37,-3-3 1,-2 1 0,-3 2-1,-5-4-842,-5-3 0,-3-2 0,-4 0 0,1-1 83,-1-3 1,1-6 0,-1 0 0,-1-3-2469,1-1 0,0-6 3182,-2-6 0,-1-5 0,0-7 0</inkml:trace>
  <inkml:trace contextRef="#ctx0" brushRef="#br0">10813 10810 8006,'-43'18'2127,"-1"-2"0,12-3 0,1-1 237,9 0 1,12-6-1,11-2 1,11-3-1308,10-1 1,15-5 0,13-3 0,10-5-984,-26 4 0,0-1 1,2 0-1,1 0 0,4-4 1,1 0-1,1 2 1,0 0-75,5-1 0,-1 2 0,-4 1 0,0 2 0,6-1 0,0 2 0,0 0 0,-2 1-148,-2 0 1,-1 0-1,-2 2 1,-1 1 0,-5 1-1,0 1 1,28 1-2311,-10 3 0,-20 0 1,1 5-1,-9 0-7125,-6-2 9583,-8 0 0,-2-1 0,-3 1 0</inkml:trace>
  <inkml:trace contextRef="#ctx0" brushRef="#br0">11296 11116 8006,'-28'12'1263,"4"-5"1,0-2-1,7-1 2013,4 0 1,7-2 0,3-5-1631,6-5 1,7-3-1,7-1 1,2 1-1533,1-1 1,3 1 0,0 2 0,2 3-115,3 0 0,-6 1 0,4 3 0,0-2 0,-1 1 0,0 3 0,-3 4 0,-1 4-248,-1 2 1,-5 7-1,0 4 1,-2 5 22,-1 6 1,-7 2 0,-5 3 0,-6 1-72,-5 1 1,-7 2 0,-6-4 730,-6 3 1,-4-1 0,-1-5-1,-1-2 1,0-5-288,-4-2 1,4-7 0,-4-3 0,5-6-283,4-5 0,3-3 0,8-1 0,5-3 162,2-4 0,6-1 0,3-8 0,3 2-62,1-2 1,9 7 0,4-3 0,4 3 172,4 2 0,3 2 0,3 5 1,6 1-140,5 3 0,1 3 0,7 5-121,3-1 0,8 6 1,1 4-1,0 3 0,2 2-9352,0 0 9473,-2-3 0,-24-9 0,1 0 0,-2-2 0,0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82" indent="0" algn="ctr">
              <a:buNone/>
              <a:defRPr sz="1500"/>
            </a:lvl2pPr>
            <a:lvl3pPr marL="685766" indent="0" algn="ctr">
              <a:buNone/>
              <a:defRPr sz="1351"/>
            </a:lvl3pPr>
            <a:lvl4pPr marL="1028649" indent="0" algn="ctr">
              <a:buNone/>
              <a:defRPr sz="1200"/>
            </a:lvl4pPr>
            <a:lvl5pPr marL="1371532" indent="0" algn="ctr">
              <a:buNone/>
              <a:defRPr sz="1200"/>
            </a:lvl5pPr>
            <a:lvl6pPr marL="1714414" indent="0" algn="ctr">
              <a:buNone/>
              <a:defRPr sz="1200"/>
            </a:lvl6pPr>
            <a:lvl7pPr marL="2057298" indent="0" algn="ctr">
              <a:buNone/>
              <a:defRPr sz="1200"/>
            </a:lvl7pPr>
            <a:lvl8pPr marL="2400180" indent="0" algn="ctr">
              <a:buNone/>
              <a:defRPr sz="1200"/>
            </a:lvl8pPr>
            <a:lvl9pPr marL="2743062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1" y="4874138"/>
            <a:ext cx="2057400" cy="273844"/>
          </a:xfrm>
        </p:spPr>
        <p:txBody>
          <a:bodyPr/>
          <a:lstStyle/>
          <a:p>
            <a:fld id="{02989721-2E5E-A74E-BDA4-3350CBAAF42E}" type="datetimeFigureOut">
              <a:rPr lang="en-US" smtClean="0"/>
              <a:t>8/7/25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1" y="4874138"/>
            <a:ext cx="30861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1" y="4874138"/>
            <a:ext cx="2057400" cy="273844"/>
          </a:xfrm>
        </p:spPr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704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8/7/25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822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90" y="1282308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90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8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66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3pPr>
            <a:lvl4pPr marL="102864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1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29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18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06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8/7/25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844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1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8/7/25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669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3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2" indent="0">
              <a:buNone/>
              <a:defRPr sz="1500" b="1"/>
            </a:lvl2pPr>
            <a:lvl3pPr marL="685766" indent="0">
              <a:buNone/>
              <a:defRPr sz="1351" b="1"/>
            </a:lvl3pPr>
            <a:lvl4pPr marL="1028649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4" indent="0">
              <a:buNone/>
              <a:defRPr sz="1200" b="1"/>
            </a:lvl6pPr>
            <a:lvl7pPr marL="2057298" indent="0">
              <a:buNone/>
              <a:defRPr sz="1200" b="1"/>
            </a:lvl7pPr>
            <a:lvl8pPr marL="2400180" indent="0">
              <a:buNone/>
              <a:defRPr sz="1200" b="1"/>
            </a:lvl8pPr>
            <a:lvl9pPr marL="274306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7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3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2" indent="0">
              <a:buNone/>
              <a:defRPr sz="1500" b="1"/>
            </a:lvl2pPr>
            <a:lvl3pPr marL="685766" indent="0">
              <a:buNone/>
              <a:defRPr sz="1351" b="1"/>
            </a:lvl3pPr>
            <a:lvl4pPr marL="1028649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4" indent="0">
              <a:buNone/>
              <a:defRPr sz="1200" b="1"/>
            </a:lvl6pPr>
            <a:lvl7pPr marL="2057298" indent="0">
              <a:buNone/>
              <a:defRPr sz="1200" b="1"/>
            </a:lvl7pPr>
            <a:lvl8pPr marL="2400180" indent="0">
              <a:buNone/>
              <a:defRPr sz="1200" b="1"/>
            </a:lvl8pPr>
            <a:lvl9pPr marL="274306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3" y="1878807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8/7/25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323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8/7/25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326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8/7/25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971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9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3" y="740573"/>
            <a:ext cx="4629151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4"/>
            <a:ext cx="2949179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882" indent="0">
              <a:buNone/>
              <a:defRPr sz="1051"/>
            </a:lvl2pPr>
            <a:lvl3pPr marL="685766" indent="0">
              <a:buNone/>
              <a:defRPr sz="900"/>
            </a:lvl3pPr>
            <a:lvl4pPr marL="1028649" indent="0">
              <a:buNone/>
              <a:defRPr sz="751"/>
            </a:lvl4pPr>
            <a:lvl5pPr marL="1371532" indent="0">
              <a:buNone/>
              <a:defRPr sz="751"/>
            </a:lvl5pPr>
            <a:lvl6pPr marL="1714414" indent="0">
              <a:buNone/>
              <a:defRPr sz="751"/>
            </a:lvl6pPr>
            <a:lvl7pPr marL="2057298" indent="0">
              <a:buNone/>
              <a:defRPr sz="751"/>
            </a:lvl7pPr>
            <a:lvl8pPr marL="2400180" indent="0">
              <a:buNone/>
              <a:defRPr sz="751"/>
            </a:lvl8pPr>
            <a:lvl9pPr marL="2743062" indent="0">
              <a:buNone/>
              <a:defRPr sz="75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8/7/25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882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9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3" y="740573"/>
            <a:ext cx="4629151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882" indent="0">
              <a:buNone/>
              <a:defRPr sz="2100"/>
            </a:lvl2pPr>
            <a:lvl3pPr marL="685766" indent="0">
              <a:buNone/>
              <a:defRPr sz="1800"/>
            </a:lvl3pPr>
            <a:lvl4pPr marL="1028649" indent="0">
              <a:buNone/>
              <a:defRPr sz="1500"/>
            </a:lvl4pPr>
            <a:lvl5pPr marL="1371532" indent="0">
              <a:buNone/>
              <a:defRPr sz="1500"/>
            </a:lvl5pPr>
            <a:lvl6pPr marL="1714414" indent="0">
              <a:buNone/>
              <a:defRPr sz="1500"/>
            </a:lvl6pPr>
            <a:lvl7pPr marL="2057298" indent="0">
              <a:buNone/>
              <a:defRPr sz="1500"/>
            </a:lvl7pPr>
            <a:lvl8pPr marL="2400180" indent="0">
              <a:buNone/>
              <a:defRPr sz="1500"/>
            </a:lvl8pPr>
            <a:lvl9pPr marL="2743062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4"/>
            <a:ext cx="2949179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882" indent="0">
              <a:buNone/>
              <a:defRPr sz="1051"/>
            </a:lvl2pPr>
            <a:lvl3pPr marL="685766" indent="0">
              <a:buNone/>
              <a:defRPr sz="900"/>
            </a:lvl3pPr>
            <a:lvl4pPr marL="1028649" indent="0">
              <a:buNone/>
              <a:defRPr sz="751"/>
            </a:lvl4pPr>
            <a:lvl5pPr marL="1371532" indent="0">
              <a:buNone/>
              <a:defRPr sz="751"/>
            </a:lvl5pPr>
            <a:lvl6pPr marL="1714414" indent="0">
              <a:buNone/>
              <a:defRPr sz="751"/>
            </a:lvl6pPr>
            <a:lvl7pPr marL="2057298" indent="0">
              <a:buNone/>
              <a:defRPr sz="751"/>
            </a:lvl7pPr>
            <a:lvl8pPr marL="2400180" indent="0">
              <a:buNone/>
              <a:defRPr sz="751"/>
            </a:lvl8pPr>
            <a:lvl9pPr marL="2743062" indent="0">
              <a:buNone/>
              <a:defRPr sz="75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8/7/25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588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8/7/25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641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7" y="273848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273848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9721-2E5E-A74E-BDA4-3350CBAAF42E}" type="datetimeFigureOut">
              <a:rPr lang="en-US" smtClean="0"/>
              <a:t>8/7/25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404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1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1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1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989721-2E5E-A74E-BDA4-3350CBAAF42E}" type="datetimeFigureOut">
              <a:rPr lang="en-US" smtClean="0"/>
              <a:t>8/7/25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1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0EFFAF-D776-0E4A-B23C-093906A31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424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766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2" indent="-171442" algn="l" defTabSz="685766" rtl="0" eaLnBrk="1" latinLnBrk="0" hangingPunct="1">
        <a:lnSpc>
          <a:spcPct val="90000"/>
        </a:lnSpc>
        <a:spcBef>
          <a:spcPts val="751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26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08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91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542973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7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9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571622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6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82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66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9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2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4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8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180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2" algn="l" defTabSz="685766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customXml" Target="../ink/ink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customXml" Target="../ink/ink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customXml" Target="../ink/ink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B57CF-B9B9-EF4E-9E54-ADDE6D43E2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Inverse Trig Functions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35E92A-F551-B44B-B0E0-013059FA32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CSM PRESS 2025</a:t>
            </a:r>
            <a:endParaRPr lang="en-US" sz="14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5E83A1D-D96E-F07C-92EC-50572C8B0554}"/>
                  </a:ext>
                </a:extLst>
              </p14:cNvPr>
              <p14:cNvContentPartPr/>
              <p14:nvPr/>
            </p14:nvContentPartPr>
            <p14:xfrm>
              <a:off x="4741560" y="1149480"/>
              <a:ext cx="3854880" cy="1159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5E83A1D-D96E-F07C-92EC-50572C8B055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32200" y="1140120"/>
                <a:ext cx="3873600" cy="1178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56238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5209816-8C7C-4A1E-A52B-905444913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Inverse Trig Functions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78FB382-1D80-4F9B-B332-B8057A10F4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1" y="1061884"/>
            <a:ext cx="7886700" cy="35708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THE PROBLEM</a:t>
            </a:r>
          </a:p>
          <a:p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Recall that only one-to-one functions have an inverse. </a:t>
            </a:r>
          </a:p>
          <a:p>
            <a:r>
              <a:rPr lang="en-US" sz="160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In general, since trigonometric functions are not one-to-one, they don’t have inverse functions. </a:t>
            </a:r>
          </a:p>
          <a:p>
            <a:pPr marL="0" indent="0">
              <a:buNone/>
            </a:pP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THE SOLUTION</a:t>
            </a:r>
          </a:p>
          <a:p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T</a:t>
            </a:r>
            <a:r>
              <a:rPr lang="en-US" sz="160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his problem is overcome by </a:t>
            </a:r>
            <a:r>
              <a:rPr lang="en-US" sz="1600" b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restricting the domains</a:t>
            </a:r>
            <a:r>
              <a:rPr lang="en-US" sz="160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of these functions so that they become one-to-one.</a:t>
            </a:r>
          </a:p>
          <a:p>
            <a:pPr marL="0" indent="0">
              <a:buNone/>
            </a:pPr>
            <a:endParaRPr lang="en-US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699D38D6-037F-3755-FF8B-5B9224898FC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1326"/>
          <a:stretch/>
        </p:blipFill>
        <p:spPr>
          <a:xfrm>
            <a:off x="628651" y="3114088"/>
            <a:ext cx="5475963" cy="1518635"/>
          </a:xfrm>
          <a:prstGeom prst="rect">
            <a:avLst/>
          </a:prstGeom>
        </p:spPr>
      </p:pic>
      <p:pic>
        <p:nvPicPr>
          <p:cNvPr id="9" name="Picture 8" descr="Diagram&#10;&#10;Description automatically generated">
            <a:extLst>
              <a:ext uri="{FF2B5EF4-FFF2-40B4-BE49-F238E27FC236}">
                <a16:creationId xmlns:a16="http://schemas.microsoft.com/office/drawing/2014/main" id="{D1E52E83-0BB8-9040-B7BA-99E37DD8423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8244" r="52496" b="5324"/>
          <a:stretch/>
        </p:blipFill>
        <p:spPr>
          <a:xfrm>
            <a:off x="6104614" y="2847303"/>
            <a:ext cx="2526286" cy="1359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209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5209816-8C7C-4A1E-A52B-905444913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Inverse Sine Function</a:t>
            </a:r>
          </a:p>
        </p:txBody>
      </p:sp>
      <p:pic>
        <p:nvPicPr>
          <p:cNvPr id="4" name="Content Placeholder 3" descr="Diagram&#10;&#10;Description automatically generated">
            <a:extLst>
              <a:ext uri="{FF2B5EF4-FFF2-40B4-BE49-F238E27FC236}">
                <a16:creationId xmlns:a16="http://schemas.microsoft.com/office/drawing/2014/main" id="{183F18BC-939E-B864-98E7-EC9B74A922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51831" b="71637"/>
          <a:stretch/>
        </p:blipFill>
        <p:spPr>
          <a:xfrm>
            <a:off x="5208159" y="426576"/>
            <a:ext cx="3545008" cy="2018868"/>
          </a:xfrm>
        </p:spPr>
      </p:pic>
      <p:pic>
        <p:nvPicPr>
          <p:cNvPr id="6" name="Picture 5" descr="Chart&#10;&#10;Description automatically generated with medium confidence">
            <a:extLst>
              <a:ext uri="{FF2B5EF4-FFF2-40B4-BE49-F238E27FC236}">
                <a16:creationId xmlns:a16="http://schemas.microsoft.com/office/drawing/2014/main" id="{F54081F4-C224-43AD-F759-537A13D0642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74417"/>
          <a:stretch/>
        </p:blipFill>
        <p:spPr>
          <a:xfrm>
            <a:off x="7105108" y="2264178"/>
            <a:ext cx="1410244" cy="185264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61058E5-856D-CA06-F270-638C21EC376D}"/>
                  </a:ext>
                </a:extLst>
              </p14:cNvPr>
              <p14:cNvContentPartPr/>
              <p14:nvPr/>
            </p14:nvContentPartPr>
            <p14:xfrm>
              <a:off x="632520" y="780840"/>
              <a:ext cx="7717680" cy="3221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61058E5-856D-CA06-F270-638C21EC376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3160" y="771480"/>
                <a:ext cx="7736400" cy="324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36483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5209816-8C7C-4A1E-A52B-905444913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Inverse Cosine Function</a:t>
            </a:r>
          </a:p>
        </p:txBody>
      </p:sp>
      <p:pic>
        <p:nvPicPr>
          <p:cNvPr id="4" name="Content Placeholder 3" descr="Diagram&#10;&#10;Description automatically generated">
            <a:extLst>
              <a:ext uri="{FF2B5EF4-FFF2-40B4-BE49-F238E27FC236}">
                <a16:creationId xmlns:a16="http://schemas.microsoft.com/office/drawing/2014/main" id="{183F18BC-939E-B864-98E7-EC9B74A922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53058" r="-1227" b="71637"/>
          <a:stretch/>
        </p:blipFill>
        <p:spPr>
          <a:xfrm>
            <a:off x="5186036" y="905898"/>
            <a:ext cx="3545008" cy="2018868"/>
          </a:xfrm>
        </p:spPr>
      </p:pic>
      <p:pic>
        <p:nvPicPr>
          <p:cNvPr id="3" name="Picture 2" descr="Chart&#10;&#10;Description automatically generated with medium confidence">
            <a:extLst>
              <a:ext uri="{FF2B5EF4-FFF2-40B4-BE49-F238E27FC236}">
                <a16:creationId xmlns:a16="http://schemas.microsoft.com/office/drawing/2014/main" id="{F7D258CF-F0E6-F2B2-B48E-4FE89CB2F44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187" t="3329" r="43496" b="2287"/>
          <a:stretch/>
        </p:blipFill>
        <p:spPr>
          <a:xfrm>
            <a:off x="4849522" y="2590203"/>
            <a:ext cx="1595524" cy="199913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336AEF5-0763-316A-01FF-18FF692A267D}"/>
                  </a:ext>
                </a:extLst>
              </p14:cNvPr>
              <p14:cNvContentPartPr/>
              <p14:nvPr/>
            </p14:nvContentPartPr>
            <p14:xfrm>
              <a:off x="662040" y="1076040"/>
              <a:ext cx="7043040" cy="27518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336AEF5-0763-316A-01FF-18FF692A267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2680" y="1066680"/>
                <a:ext cx="7061760" cy="2770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2507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5209816-8C7C-4A1E-A52B-905444913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Inverse Tangent Function</a:t>
            </a:r>
          </a:p>
        </p:txBody>
      </p:sp>
      <p:pic>
        <p:nvPicPr>
          <p:cNvPr id="6" name="Content Placeholder 5" descr="Diagram&#10;&#10;Description automatically generated">
            <a:extLst>
              <a:ext uri="{FF2B5EF4-FFF2-40B4-BE49-F238E27FC236}">
                <a16:creationId xmlns:a16="http://schemas.microsoft.com/office/drawing/2014/main" id="{C5D19366-EB00-6E82-CA5A-A5F4EDC318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66731" r="51530" b="5692"/>
          <a:stretch/>
        </p:blipFill>
        <p:spPr>
          <a:xfrm>
            <a:off x="4935517" y="943897"/>
            <a:ext cx="3685200" cy="2027904"/>
          </a:xfrm>
        </p:spPr>
      </p:pic>
      <p:pic>
        <p:nvPicPr>
          <p:cNvPr id="9" name="Picture 8" descr="Chart&#10;&#10;Description automatically generated with medium confidence">
            <a:extLst>
              <a:ext uri="{FF2B5EF4-FFF2-40B4-BE49-F238E27FC236}">
                <a16:creationId xmlns:a16="http://schemas.microsoft.com/office/drawing/2014/main" id="{1E5266D3-B760-9840-FB8B-C5207296A98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3509" t="4222" r="766" b="6794"/>
          <a:stretch/>
        </p:blipFill>
        <p:spPr>
          <a:xfrm>
            <a:off x="4319097" y="2997610"/>
            <a:ext cx="2059581" cy="172419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EC39DA9-D50C-4331-F690-66EE0422BA21}"/>
                  </a:ext>
                </a:extLst>
              </p14:cNvPr>
              <p14:cNvContentPartPr/>
              <p14:nvPr/>
            </p14:nvContentPartPr>
            <p14:xfrm>
              <a:off x="670680" y="972000"/>
              <a:ext cx="6376320" cy="35607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EC39DA9-D50C-4331-F690-66EE0422BA2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1320" y="962640"/>
                <a:ext cx="6395040" cy="3579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44958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9770A-3D78-59ED-A494-E195F2CC0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1" y="222225"/>
            <a:ext cx="7886700" cy="994172"/>
          </a:xfrm>
        </p:spPr>
        <p:txBody>
          <a:bodyPr/>
          <a:lstStyle/>
          <a:p>
            <a:r>
              <a:rPr lang="en-US" dirty="0"/>
              <a:t>Inverse secant, cosecant, cotangent</a:t>
            </a:r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8A907CA1-9D52-FE5C-6ACC-C186C0AAD7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33849" b="38194"/>
          <a:stretch/>
        </p:blipFill>
        <p:spPr>
          <a:xfrm>
            <a:off x="483766" y="952615"/>
            <a:ext cx="5193593" cy="1404348"/>
          </a:xfrm>
        </p:spPr>
      </p:pic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3F607925-1D32-A097-884B-5F5848DCB70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773" t="67390" b="3245"/>
          <a:stretch/>
        </p:blipFill>
        <p:spPr>
          <a:xfrm>
            <a:off x="6031810" y="887042"/>
            <a:ext cx="2553320" cy="1535494"/>
          </a:xfrm>
          <a:prstGeom prst="rect">
            <a:avLst/>
          </a:prstGeom>
        </p:spPr>
      </p:pic>
      <p:pic>
        <p:nvPicPr>
          <p:cNvPr id="15" name="Picture 14" descr="Diagram, engineering drawing&#10;&#10;Description automatically generated">
            <a:extLst>
              <a:ext uri="{FF2B5EF4-FFF2-40B4-BE49-F238E27FC236}">
                <a16:creationId xmlns:a16="http://schemas.microsoft.com/office/drawing/2014/main" id="{4D79A0E8-D784-078E-714F-8F802EBE5B3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0024" r="69247" b="11397"/>
          <a:stretch/>
        </p:blipFill>
        <p:spPr>
          <a:xfrm>
            <a:off x="2642868" y="2571750"/>
            <a:ext cx="2257111" cy="1573137"/>
          </a:xfrm>
          <a:prstGeom prst="rect">
            <a:avLst/>
          </a:prstGeom>
        </p:spPr>
      </p:pic>
      <p:pic>
        <p:nvPicPr>
          <p:cNvPr id="16" name="Picture 15" descr="Diagram, engineering drawing&#10;&#10;Description automatically generated">
            <a:extLst>
              <a:ext uri="{FF2B5EF4-FFF2-40B4-BE49-F238E27FC236}">
                <a16:creationId xmlns:a16="http://schemas.microsoft.com/office/drawing/2014/main" id="{6CD3774C-3E6C-77E7-EEDC-C6556BFDCAC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490" t="59374" r="34757" b="10661"/>
          <a:stretch/>
        </p:blipFill>
        <p:spPr>
          <a:xfrm>
            <a:off x="450079" y="2694172"/>
            <a:ext cx="2001319" cy="1462524"/>
          </a:xfrm>
          <a:prstGeom prst="rect">
            <a:avLst/>
          </a:prstGeom>
        </p:spPr>
      </p:pic>
      <p:pic>
        <p:nvPicPr>
          <p:cNvPr id="17" name="Picture 16" descr="Diagram, engineering drawing&#10;&#10;Description automatically generated">
            <a:extLst>
              <a:ext uri="{FF2B5EF4-FFF2-40B4-BE49-F238E27FC236}">
                <a16:creationId xmlns:a16="http://schemas.microsoft.com/office/drawing/2014/main" id="{F669B10B-D3A3-7F21-7B4B-3440F2B86D7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9247" t="58522" b="9998"/>
          <a:stretch/>
        </p:blipFill>
        <p:spPr>
          <a:xfrm>
            <a:off x="4899979" y="2422536"/>
            <a:ext cx="2250696" cy="1727903"/>
          </a:xfrm>
          <a:prstGeom prst="rect">
            <a:avLst/>
          </a:prstGeom>
        </p:spPr>
      </p:pic>
      <p:pic>
        <p:nvPicPr>
          <p:cNvPr id="19" name="Picture 18" descr="Diagram, engineering drawing&#10;&#10;Description automatically generated">
            <a:extLst>
              <a:ext uri="{FF2B5EF4-FFF2-40B4-BE49-F238E27FC236}">
                <a16:creationId xmlns:a16="http://schemas.microsoft.com/office/drawing/2014/main" id="{7C63F7BA-B262-A110-D137-3575F320E6A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9893" t="50000" r="40753" b="39776"/>
          <a:stretch/>
        </p:blipFill>
        <p:spPr>
          <a:xfrm>
            <a:off x="751659" y="4156696"/>
            <a:ext cx="1327355" cy="525869"/>
          </a:xfrm>
          <a:prstGeom prst="rect">
            <a:avLst/>
          </a:prstGeom>
        </p:spPr>
      </p:pic>
      <p:pic>
        <p:nvPicPr>
          <p:cNvPr id="20" name="Picture 19" descr="Diagram, engineering drawing&#10;&#10;Description automatically generated">
            <a:extLst>
              <a:ext uri="{FF2B5EF4-FFF2-40B4-BE49-F238E27FC236}">
                <a16:creationId xmlns:a16="http://schemas.microsoft.com/office/drawing/2014/main" id="{F405BA22-A3C2-3226-E43D-61371896AE7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307" t="50000" r="74339" b="39776"/>
          <a:stretch/>
        </p:blipFill>
        <p:spPr>
          <a:xfrm>
            <a:off x="3107745" y="4190885"/>
            <a:ext cx="1327355" cy="525869"/>
          </a:xfrm>
          <a:prstGeom prst="rect">
            <a:avLst/>
          </a:prstGeom>
        </p:spPr>
      </p:pic>
      <p:pic>
        <p:nvPicPr>
          <p:cNvPr id="21" name="Picture 20" descr="Diagram, engineering drawing&#10;&#10;Description automatically generated">
            <a:extLst>
              <a:ext uri="{FF2B5EF4-FFF2-40B4-BE49-F238E27FC236}">
                <a16:creationId xmlns:a16="http://schemas.microsoft.com/office/drawing/2014/main" id="{144DB021-9F53-ACEA-0419-086D9040ABA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4546" t="49770" r="6100" b="40006"/>
          <a:stretch/>
        </p:blipFill>
        <p:spPr>
          <a:xfrm>
            <a:off x="5161165" y="4144887"/>
            <a:ext cx="1327355" cy="52586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18DCFAA-463D-C82E-1ACD-0D970F989451}"/>
                  </a:ext>
                </a:extLst>
              </p14:cNvPr>
              <p14:cNvContentPartPr/>
              <p14:nvPr/>
            </p14:nvContentPartPr>
            <p14:xfrm>
              <a:off x="1842120" y="471600"/>
              <a:ext cx="6530400" cy="2257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18DCFAA-463D-C82E-1ACD-0D970F98945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32760" y="462240"/>
                <a:ext cx="6549120" cy="2276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55085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5209816-8C7C-4A1E-A52B-905444913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Inverse Trig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778FB382-1D80-4F9B-B332-B8057A10F4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1" y="1127051"/>
                <a:ext cx="7886700" cy="3505672"/>
              </a:xfrm>
            </p:spPr>
            <p:txBody>
              <a:bodyPr>
                <a:normAutofit/>
              </a:bodyPr>
              <a:lstStyle/>
              <a:p>
                <a:r>
                  <a:rPr lang="en-US" sz="1800" dirty="0"/>
                  <a:t>Note that trigonometric functions input angles and output numbers (or ratios). </a:t>
                </a:r>
              </a:p>
              <a:p>
                <a:r>
                  <a:rPr lang="en-US" sz="1800" dirty="0"/>
                  <a:t>It makes sense that inverse trigonometric functions do the reverse. That is, inverse trig functions input numbers (or ratios) and output angles!</a:t>
                </a:r>
              </a:p>
              <a:p>
                <a:r>
                  <a:rPr lang="en-US" sz="1800" dirty="0"/>
                  <a:t>Note that the “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1800" dirty="0"/>
                  <a:t>” looks like it’s in the exponent position, but it’s not. This is simply notation that we use to denote inverse trig functions. That is: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778FB382-1D80-4F9B-B332-B8057A10F4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1" y="1127051"/>
                <a:ext cx="7886700" cy="3505672"/>
              </a:xfrm>
              <a:blipFill>
                <a:blip r:embed="rId2"/>
                <a:stretch>
                  <a:fillRect l="-464" t="-1739" r="-1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6B4745B-4883-9FE8-D4D2-7E3A89E90D28}"/>
                  </a:ext>
                </a:extLst>
              </p14:cNvPr>
              <p14:cNvContentPartPr/>
              <p14:nvPr/>
            </p14:nvContentPartPr>
            <p14:xfrm>
              <a:off x="3211560" y="2687400"/>
              <a:ext cx="2532240" cy="652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6B4745B-4883-9FE8-D4D2-7E3A89E90D2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02200" y="2678040"/>
                <a:ext cx="2550960" cy="67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501095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5209816-8C7C-4A1E-A52B-905444913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778FB382-1D80-4F9B-B332-B8057A10F4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1" y="1127051"/>
                <a:ext cx="7886700" cy="350567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400" dirty="0"/>
                  <a:t>Evaluate each of the following. </a:t>
                </a:r>
              </a:p>
              <a:p>
                <a:pPr marL="0" indent="0">
                  <a:buNone/>
                </a:pPr>
                <a:endParaRPr lang="en-US" sz="1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sz="1400" dirty="0"/>
              </a:p>
              <a:p>
                <a:pPr marL="0" indent="0">
                  <a:buNone/>
                </a:pPr>
                <a:endParaRPr lang="en-US" sz="1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sz="1400" dirty="0"/>
              </a:p>
              <a:p>
                <a:pPr marL="0" indent="0">
                  <a:buNone/>
                </a:pPr>
                <a:endParaRPr lang="en-US" sz="1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e>
                            <m: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ad>
                                <m:radPr>
                                  <m:degHide m:val="on"/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rad>
                            </m:e>
                          </m:d>
                        </m:e>
                      </m:func>
                    </m:oMath>
                  </m:oMathPara>
                </a14:m>
                <a:endParaRPr lang="en-US" sz="1400" dirty="0"/>
              </a:p>
              <a:p>
                <a:pPr marL="0" indent="0">
                  <a:buNone/>
                </a:pPr>
                <a:endParaRPr lang="en-US" sz="1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b="0" i="0" smtClean="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e>
                                    <m:sup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func>
                    </m:oMath>
                  </m:oMathPara>
                </a14:m>
                <a:endParaRPr lang="en-US" sz="1400" dirty="0"/>
              </a:p>
              <a:p>
                <a:pPr marL="0" indent="0">
                  <a:buNone/>
                </a:pPr>
                <a:endParaRPr lang="en-US" sz="1400" dirty="0"/>
              </a:p>
              <a:p>
                <a:pPr marL="0" indent="0">
                  <a:buNone/>
                </a:pPr>
                <a:endParaRPr lang="en-US" sz="1400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778FB382-1D80-4F9B-B332-B8057A10F4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1" y="1127051"/>
                <a:ext cx="7886700" cy="3505672"/>
              </a:xfrm>
              <a:blipFill>
                <a:blip r:embed="rId2"/>
                <a:stretch>
                  <a:fillRect l="-232" t="-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22EB0A0-B3A4-F8F8-6526-22F2050ECD15}"/>
                  </a:ext>
                </a:extLst>
              </p14:cNvPr>
              <p14:cNvContentPartPr/>
              <p14:nvPr/>
            </p14:nvContentPartPr>
            <p14:xfrm>
              <a:off x="1636560" y="110160"/>
              <a:ext cx="6883560" cy="4121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22EB0A0-B3A4-F8F8-6526-22F2050ECD1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27200" y="100800"/>
                <a:ext cx="6902280" cy="414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74202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ll Times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eob-2019-ppt-16x9" id="{041FDD2D-1615-5F4F-B82D-98D094696C7F}" vid="{19C20F82-67CC-014D-B13B-62176558C121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188FD09BC65C6498B60C1DA04268158" ma:contentTypeVersion="5" ma:contentTypeDescription="Create a new document." ma:contentTypeScope="" ma:versionID="3b1443a53a9889c53b1d42811326bee2">
  <xsd:schema xmlns:xsd="http://www.w3.org/2001/XMLSchema" xmlns:xs="http://www.w3.org/2001/XMLSchema" xmlns:p="http://schemas.microsoft.com/office/2006/metadata/properties" xmlns:ns3="e41bfbfa-c0ce-47fc-8480-503910e6e19c" targetNamespace="http://schemas.microsoft.com/office/2006/metadata/properties" ma:root="true" ma:fieldsID="83b49ef5dd758b81c117b37c6dd92b46" ns3:_="">
    <xsd:import namespace="e41bfbfa-c0ce-47fc-8480-503910e6e19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1bfbfa-c0ce-47fc-8480-503910e6e1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6D31430-750F-410D-8BA0-8AD43F9962B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EBA4079-95B3-454C-8A47-DFD2CD3C2919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e41bfbfa-c0ce-47fc-8480-503910e6e19c"/>
  </ds:schemaRefs>
</ds:datastoreItem>
</file>

<file path=customXml/itemProps3.xml><?xml version="1.0" encoding="utf-8"?>
<ds:datastoreItem xmlns:ds="http://schemas.openxmlformats.org/officeDocument/2006/customXml" ds:itemID="{EED7CDD4-C21D-4577-8CBA-4F6D43A85774}">
  <ds:schemaRefs>
    <ds:schemaRef ds:uri="http://schemas.microsoft.com/office/2006/metadata/properties"/>
    <ds:schemaRef ds:uri="http://www.w3.org/2000/xmln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1997</TotalTime>
  <Words>220</Words>
  <Application>Microsoft Office PowerPoint</Application>
  <PresentationFormat>On-screen Show (16:9)</PresentationFormat>
  <Paragraphs>44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Inverse Trig Functions</vt:lpstr>
      <vt:lpstr>Inverse Trig Functions</vt:lpstr>
      <vt:lpstr>The Inverse Sine Function</vt:lpstr>
      <vt:lpstr>The Inverse Cosine Function</vt:lpstr>
      <vt:lpstr>The Inverse Tangent Function</vt:lpstr>
      <vt:lpstr>Inverse secant, cosecant, cotangent</vt:lpstr>
      <vt:lpstr>Inverse Trig Functions</vt:lpstr>
      <vt:lpstr>Examples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Trigonometry</dc:title>
  <dc:creator>Microsoft Office User</dc:creator>
  <cp:lastModifiedBy>Dustin Deutsch</cp:lastModifiedBy>
  <cp:revision>14</cp:revision>
  <dcterms:created xsi:type="dcterms:W3CDTF">2019-11-08T19:52:07Z</dcterms:created>
  <dcterms:modified xsi:type="dcterms:W3CDTF">2025-08-07T14:54:14Z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0x0101004188FD09BC65C6498B60C1DA04268158</vt:lpwstr>
  </property>
</Properties>
</file>