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73" r:id="rId6"/>
    <p:sldId id="275" r:id="rId7"/>
    <p:sldId id="274" r:id="rId8"/>
    <p:sldId id="276" r:id="rId9"/>
    <p:sldId id="282" r:id="rId10"/>
    <p:sldId id="277" r:id="rId11"/>
    <p:sldId id="278" r:id="rId12"/>
    <p:sldId id="279" r:id="rId13"/>
    <p:sldId id="259" r:id="rId14"/>
    <p:sldId id="264" r:id="rId15"/>
    <p:sldId id="267" r:id="rId16"/>
    <p:sldId id="269" r:id="rId17"/>
    <p:sldId id="270" r:id="rId18"/>
    <p:sldId id="265" r:id="rId19"/>
    <p:sldId id="263" r:id="rId20"/>
    <p:sldId id="266" r:id="rId21"/>
    <p:sldId id="283" r:id="rId22"/>
    <p:sldId id="268" r:id="rId23"/>
  </p:sldIdLst>
  <p:sldSz cx="9144000" cy="5143500" type="screen16x9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51FB4-131C-4296-99BF-5A39CCD51AB2}" v="373" dt="2025-08-07T10:32:39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249" autoAdjust="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92A7F5C6-BA49-FE40-950C-3F70CD8E2AD1}"/>
    <pc:docChg chg="custSel modSld">
      <pc:chgData name="Dustin Deutsch" userId="317d3870-7f9b-438f-aeba-8a1544be72a1" providerId="ADAL" clId="{92A7F5C6-BA49-FE40-950C-3F70CD8E2AD1}" dt="2025-08-07T18:12:19.436" v="0" actId="7634"/>
      <pc:docMkLst>
        <pc:docMk/>
      </pc:docMkLst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422095949" sldId="256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422095949" sldId="256"/>
            <ac:inkMk id="4" creationId="{D83F9130-7585-F7D0-FE9C-ABD3A924DDE0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339398779" sldId="273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339398779" sldId="273"/>
            <ac:inkMk id="4" creationId="{622AEE0F-A5FA-A24E-4B7C-87DF529D87C6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394657061" sldId="274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394657061" sldId="274"/>
            <ac:inkMk id="3" creationId="{2150B7BC-D470-9E37-967A-7E99840B1657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1131946246" sldId="275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1131946246" sldId="275"/>
            <ac:inkMk id="4" creationId="{B6D70BFE-EF31-D712-A90E-DBD4C37CDECB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690252673" sldId="276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690252673" sldId="276"/>
            <ac:inkMk id="4" creationId="{E9CCC7E7-4424-ADD9-503D-5AA567B83B15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2900085162" sldId="277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2900085162" sldId="277"/>
            <ac:inkMk id="4" creationId="{408E05DB-83A3-BB59-3F0C-F1FA4BAD567F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2297068740" sldId="278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2297068740" sldId="278"/>
            <ac:inkMk id="4" creationId="{5447EBC8-CD10-3E01-580F-8F947054391A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2619441495" sldId="279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2619441495" sldId="279"/>
            <ac:inkMk id="4" creationId="{A759E367-335E-4DE2-7C60-E26D87AE72C7}"/>
          </ac:inkMkLst>
        </pc:inkChg>
      </pc:sldChg>
      <pc:sldChg chg="addSp">
        <pc:chgData name="Dustin Deutsch" userId="317d3870-7f9b-438f-aeba-8a1544be72a1" providerId="ADAL" clId="{92A7F5C6-BA49-FE40-950C-3F70CD8E2AD1}" dt="2025-08-07T18:12:19.436" v="0" actId="7634"/>
        <pc:sldMkLst>
          <pc:docMk/>
          <pc:sldMk cId="3604160629" sldId="282"/>
        </pc:sldMkLst>
        <pc:inkChg chg="add">
          <ac:chgData name="Dustin Deutsch" userId="317d3870-7f9b-438f-aeba-8a1544be72a1" providerId="ADAL" clId="{92A7F5C6-BA49-FE40-950C-3F70CD8E2AD1}" dt="2025-08-07T18:12:19.436" v="0" actId="7634"/>
          <ac:inkMkLst>
            <pc:docMk/>
            <pc:sldMk cId="3604160629" sldId="282"/>
            <ac:inkMk id="4" creationId="{30161B35-80CD-1C66-1610-E5E07126C4B4}"/>
          </ac:inkMkLst>
        </pc:inkChg>
      </pc:sldChg>
    </pc:docChg>
  </pc:docChgLst>
  <pc:docChgLst>
    <pc:chgData name="Dustin Deutsch" userId="317d3870-7f9b-438f-aeba-8a1544be72a1" providerId="ADAL" clId="{94351FB4-131C-4296-99BF-5A39CCD51AB2}"/>
    <pc:docChg chg="undo custSel addSld delSld modSld">
      <pc:chgData name="Dustin Deutsch" userId="317d3870-7f9b-438f-aeba-8a1544be72a1" providerId="ADAL" clId="{94351FB4-131C-4296-99BF-5A39CCD51AB2}" dt="2025-08-07T10:32:35.053" v="484" actId="20577"/>
      <pc:docMkLst>
        <pc:docMk/>
      </pc:docMkLst>
      <pc:sldChg chg="modSp mod">
        <pc:chgData name="Dustin Deutsch" userId="317d3870-7f9b-438f-aeba-8a1544be72a1" providerId="ADAL" clId="{94351FB4-131C-4296-99BF-5A39CCD51AB2}" dt="2025-08-06T16:12:42.552" v="1" actId="20577"/>
        <pc:sldMkLst>
          <pc:docMk/>
          <pc:sldMk cId="422095949" sldId="256"/>
        </pc:sldMkLst>
        <pc:spChg chg="mod">
          <ac:chgData name="Dustin Deutsch" userId="317d3870-7f9b-438f-aeba-8a1544be72a1" providerId="ADAL" clId="{94351FB4-131C-4296-99BF-5A39CCD51AB2}" dt="2025-08-06T16:12:42.552" v="1" actId="20577"/>
          <ac:spMkLst>
            <pc:docMk/>
            <pc:sldMk cId="422095949" sldId="256"/>
            <ac:spMk id="3" creationId="{8A35E92A-F551-B44B-B0E0-013059FA3283}"/>
          </ac:spMkLst>
        </pc:spChg>
      </pc:sldChg>
      <pc:sldChg chg="modSp">
        <pc:chgData name="Dustin Deutsch" userId="317d3870-7f9b-438f-aeba-8a1544be72a1" providerId="ADAL" clId="{94351FB4-131C-4296-99BF-5A39CCD51AB2}" dt="2025-08-06T16:24:22.579" v="237" actId="20577"/>
        <pc:sldMkLst>
          <pc:docMk/>
          <pc:sldMk cId="290478768" sldId="263"/>
        </pc:sldMkLst>
        <pc:spChg chg="mod">
          <ac:chgData name="Dustin Deutsch" userId="317d3870-7f9b-438f-aeba-8a1544be72a1" providerId="ADAL" clId="{94351FB4-131C-4296-99BF-5A39CCD51AB2}" dt="2025-08-06T16:24:22.579" v="237" actId="20577"/>
          <ac:spMkLst>
            <pc:docMk/>
            <pc:sldMk cId="290478768" sldId="263"/>
            <ac:spMk id="3" creationId="{6D9941AF-CDA0-43A6-BA12-C1A7281E2531}"/>
          </ac:spMkLst>
        </pc:spChg>
      </pc:sldChg>
      <pc:sldChg chg="addSp modSp mod setBg">
        <pc:chgData name="Dustin Deutsch" userId="317d3870-7f9b-438f-aeba-8a1544be72a1" providerId="ADAL" clId="{94351FB4-131C-4296-99BF-5A39CCD51AB2}" dt="2025-08-06T16:21:43.324" v="199" actId="14100"/>
        <pc:sldMkLst>
          <pc:docMk/>
          <pc:sldMk cId="830263250" sldId="264"/>
        </pc:sldMkLst>
        <pc:spChg chg="mod">
          <ac:chgData name="Dustin Deutsch" userId="317d3870-7f9b-438f-aeba-8a1544be72a1" providerId="ADAL" clId="{94351FB4-131C-4296-99BF-5A39CCD51AB2}" dt="2025-08-06T16:21:15.836" v="148" actId="26606"/>
          <ac:spMkLst>
            <pc:docMk/>
            <pc:sldMk cId="830263250" sldId="264"/>
            <ac:spMk id="2" creationId="{9FB3E658-83A9-4D2F-A0A9-E67407AC05BC}"/>
          </ac:spMkLst>
        </pc:spChg>
        <pc:spChg chg="mod">
          <ac:chgData name="Dustin Deutsch" userId="317d3870-7f9b-438f-aeba-8a1544be72a1" providerId="ADAL" clId="{94351FB4-131C-4296-99BF-5A39CCD51AB2}" dt="2025-08-06T16:21:35.688" v="196" actId="20577"/>
          <ac:spMkLst>
            <pc:docMk/>
            <pc:sldMk cId="830263250" sldId="264"/>
            <ac:spMk id="3" creationId="{F2D37E96-D28B-4737-A98E-FA61D0849B84}"/>
          </ac:spMkLst>
        </pc:spChg>
        <pc:grpChg chg="add">
          <ac:chgData name="Dustin Deutsch" userId="317d3870-7f9b-438f-aeba-8a1544be72a1" providerId="ADAL" clId="{94351FB4-131C-4296-99BF-5A39CCD51AB2}" dt="2025-08-06T16:21:15.836" v="148" actId="26606"/>
          <ac:grpSpMkLst>
            <pc:docMk/>
            <pc:sldMk cId="830263250" sldId="264"/>
            <ac:grpSpMk id="9" creationId="{6258F736-B256-8039-9DC6-F4E49A5C5AD5}"/>
          </ac:grpSpMkLst>
        </pc:grpChg>
        <pc:picChg chg="add mod">
          <ac:chgData name="Dustin Deutsch" userId="317d3870-7f9b-438f-aeba-8a1544be72a1" providerId="ADAL" clId="{94351FB4-131C-4296-99BF-5A39CCD51AB2}" dt="2025-08-06T16:21:43.324" v="199" actId="14100"/>
          <ac:picMkLst>
            <pc:docMk/>
            <pc:sldMk cId="830263250" sldId="264"/>
            <ac:picMk id="4" creationId="{E6896DEF-1F40-ECD8-37E6-322E07B9EA6C}"/>
          </ac:picMkLst>
        </pc:picChg>
      </pc:sldChg>
      <pc:sldChg chg="addSp delSp modSp mod setBg">
        <pc:chgData name="Dustin Deutsch" userId="317d3870-7f9b-438f-aeba-8a1544be72a1" providerId="ADAL" clId="{94351FB4-131C-4296-99BF-5A39CCD51AB2}" dt="2025-08-06T16:27:12.471" v="313" actId="14100"/>
        <pc:sldMkLst>
          <pc:docMk/>
          <pc:sldMk cId="2993024288" sldId="266"/>
        </pc:sldMkLst>
        <pc:spChg chg="mod">
          <ac:chgData name="Dustin Deutsch" userId="317d3870-7f9b-438f-aeba-8a1544be72a1" providerId="ADAL" clId="{94351FB4-131C-4296-99BF-5A39CCD51AB2}" dt="2025-08-06T16:26:57.995" v="310" actId="26606"/>
          <ac:spMkLst>
            <pc:docMk/>
            <pc:sldMk cId="2993024288" sldId="266"/>
            <ac:spMk id="2" creationId="{8B08F886-C2D2-41BE-9796-CDB49720BD9E}"/>
          </ac:spMkLst>
        </pc:spChg>
        <pc:spChg chg="mod">
          <ac:chgData name="Dustin Deutsch" userId="317d3870-7f9b-438f-aeba-8a1544be72a1" providerId="ADAL" clId="{94351FB4-131C-4296-99BF-5A39CCD51AB2}" dt="2025-08-06T16:27:02.757" v="311" actId="14100"/>
          <ac:spMkLst>
            <pc:docMk/>
            <pc:sldMk cId="2993024288" sldId="266"/>
            <ac:spMk id="3" creationId="{020B7106-46F3-4939-BFB6-014E198491CA}"/>
          </ac:spMkLst>
        </pc:spChg>
        <pc:grpChg chg="add del">
          <ac:chgData name="Dustin Deutsch" userId="317d3870-7f9b-438f-aeba-8a1544be72a1" providerId="ADAL" clId="{94351FB4-131C-4296-99BF-5A39CCD51AB2}" dt="2025-08-06T16:26:57.995" v="310" actId="26606"/>
          <ac:grpSpMkLst>
            <pc:docMk/>
            <pc:sldMk cId="2993024288" sldId="266"/>
            <ac:grpSpMk id="9" creationId="{6258F736-B256-8039-9DC6-F4E49A5C5AD5}"/>
          </ac:grpSpMkLst>
        </pc:grpChg>
        <pc:picChg chg="add mod">
          <ac:chgData name="Dustin Deutsch" userId="317d3870-7f9b-438f-aeba-8a1544be72a1" providerId="ADAL" clId="{94351FB4-131C-4296-99BF-5A39CCD51AB2}" dt="2025-08-06T16:27:12.471" v="313" actId="14100"/>
          <ac:picMkLst>
            <pc:docMk/>
            <pc:sldMk cId="2993024288" sldId="266"/>
            <ac:picMk id="4" creationId="{8017F284-5069-848A-C3E3-054A8732FB45}"/>
          </ac:picMkLst>
        </pc:picChg>
      </pc:sldChg>
      <pc:sldChg chg="del">
        <pc:chgData name="Dustin Deutsch" userId="317d3870-7f9b-438f-aeba-8a1544be72a1" providerId="ADAL" clId="{94351FB4-131C-4296-99BF-5A39CCD51AB2}" dt="2025-08-06T16:30:52.185" v="473" actId="47"/>
        <pc:sldMkLst>
          <pc:docMk/>
          <pc:sldMk cId="4168261938" sldId="271"/>
        </pc:sldMkLst>
      </pc:sldChg>
      <pc:sldChg chg="del">
        <pc:chgData name="Dustin Deutsch" userId="317d3870-7f9b-438f-aeba-8a1544be72a1" providerId="ADAL" clId="{94351FB4-131C-4296-99BF-5A39CCD51AB2}" dt="2025-08-06T16:30:56.012" v="475" actId="47"/>
        <pc:sldMkLst>
          <pc:docMk/>
          <pc:sldMk cId="2645508650" sldId="272"/>
        </pc:sldMkLst>
      </pc:sldChg>
      <pc:sldChg chg="modSp mod">
        <pc:chgData name="Dustin Deutsch" userId="317d3870-7f9b-438f-aeba-8a1544be72a1" providerId="ADAL" clId="{94351FB4-131C-4296-99BF-5A39CCD51AB2}" dt="2025-08-06T16:15:47.735" v="47" actId="20577"/>
        <pc:sldMkLst>
          <pc:docMk/>
          <pc:sldMk cId="1131946246" sldId="275"/>
        </pc:sldMkLst>
        <pc:spChg chg="mod">
          <ac:chgData name="Dustin Deutsch" userId="317d3870-7f9b-438f-aeba-8a1544be72a1" providerId="ADAL" clId="{94351FB4-131C-4296-99BF-5A39CCD51AB2}" dt="2025-08-06T16:15:47.735" v="47" actId="20577"/>
          <ac:spMkLst>
            <pc:docMk/>
            <pc:sldMk cId="1131946246" sldId="275"/>
            <ac:spMk id="3" creationId="{DA161F10-519D-5E4B-EBB5-81D099A88EA0}"/>
          </ac:spMkLst>
        </pc:spChg>
      </pc:sldChg>
      <pc:sldChg chg="addSp delSp modSp mod setBg">
        <pc:chgData name="Dustin Deutsch" userId="317d3870-7f9b-438f-aeba-8a1544be72a1" providerId="ADAL" clId="{94351FB4-131C-4296-99BF-5A39CCD51AB2}" dt="2025-08-06T16:19:03.896" v="145" actId="26606"/>
        <pc:sldMkLst>
          <pc:docMk/>
          <pc:sldMk cId="2900085162" sldId="277"/>
        </pc:sldMkLst>
        <pc:spChg chg="mod">
          <ac:chgData name="Dustin Deutsch" userId="317d3870-7f9b-438f-aeba-8a1544be72a1" providerId="ADAL" clId="{94351FB4-131C-4296-99BF-5A39CCD51AB2}" dt="2025-08-06T16:19:03.896" v="145" actId="26606"/>
          <ac:spMkLst>
            <pc:docMk/>
            <pc:sldMk cId="2900085162" sldId="277"/>
            <ac:spMk id="2" creationId="{0D2797A7-AC99-8FF2-430A-B407145EB22B}"/>
          </ac:spMkLst>
        </pc:spChg>
        <pc:spChg chg="mod">
          <ac:chgData name="Dustin Deutsch" userId="317d3870-7f9b-438f-aeba-8a1544be72a1" providerId="ADAL" clId="{94351FB4-131C-4296-99BF-5A39CCD51AB2}" dt="2025-08-06T16:19:03.896" v="145" actId="26606"/>
          <ac:spMkLst>
            <pc:docMk/>
            <pc:sldMk cId="2900085162" sldId="277"/>
            <ac:spMk id="3" creationId="{0F13683B-48A3-E371-1D0A-EB944526C2B9}"/>
          </ac:spMkLst>
        </pc:spChg>
        <pc:grpChg chg="add del">
          <ac:chgData name="Dustin Deutsch" userId="317d3870-7f9b-438f-aeba-8a1544be72a1" providerId="ADAL" clId="{94351FB4-131C-4296-99BF-5A39CCD51AB2}" dt="2025-08-06T16:19:03.896" v="145" actId="26606"/>
          <ac:grpSpMkLst>
            <pc:docMk/>
            <pc:sldMk cId="2900085162" sldId="277"/>
            <ac:grpSpMk id="12" creationId="{6258F736-B256-8039-9DC6-F4E49A5C5AD5}"/>
          </ac:grpSpMkLst>
        </pc:grpChg>
        <pc:picChg chg="mod">
          <ac:chgData name="Dustin Deutsch" userId="317d3870-7f9b-438f-aeba-8a1544be72a1" providerId="ADAL" clId="{94351FB4-131C-4296-99BF-5A39CCD51AB2}" dt="2025-08-06T16:19:03.896" v="145" actId="26606"/>
          <ac:picMkLst>
            <pc:docMk/>
            <pc:sldMk cId="2900085162" sldId="277"/>
            <ac:picMk id="7" creationId="{1621C101-0036-660E-8416-C0AE41D1795D}"/>
          </ac:picMkLst>
        </pc:picChg>
      </pc:sldChg>
      <pc:sldChg chg="modSp">
        <pc:chgData name="Dustin Deutsch" userId="317d3870-7f9b-438f-aeba-8a1544be72a1" providerId="ADAL" clId="{94351FB4-131C-4296-99BF-5A39CCD51AB2}" dt="2025-08-07T10:32:35.053" v="484" actId="20577"/>
        <pc:sldMkLst>
          <pc:docMk/>
          <pc:sldMk cId="2619441495" sldId="279"/>
        </pc:sldMkLst>
        <pc:spChg chg="mod">
          <ac:chgData name="Dustin Deutsch" userId="317d3870-7f9b-438f-aeba-8a1544be72a1" providerId="ADAL" clId="{94351FB4-131C-4296-99BF-5A39CCD51AB2}" dt="2025-08-07T10:32:35.053" v="484" actId="20577"/>
          <ac:spMkLst>
            <pc:docMk/>
            <pc:sldMk cId="2619441495" sldId="279"/>
            <ac:spMk id="3" creationId="{41665482-B578-174E-A8C9-EF90D97FB18E}"/>
          </ac:spMkLst>
        </pc:spChg>
      </pc:sldChg>
      <pc:sldChg chg="del">
        <pc:chgData name="Dustin Deutsch" userId="317d3870-7f9b-438f-aeba-8a1544be72a1" providerId="ADAL" clId="{94351FB4-131C-4296-99BF-5A39CCD51AB2}" dt="2025-08-06T16:30:54.690" v="474" actId="47"/>
        <pc:sldMkLst>
          <pc:docMk/>
          <pc:sldMk cId="2529168818" sldId="280"/>
        </pc:sldMkLst>
      </pc:sldChg>
      <pc:sldChg chg="del">
        <pc:chgData name="Dustin Deutsch" userId="317d3870-7f9b-438f-aeba-8a1544be72a1" providerId="ADAL" clId="{94351FB4-131C-4296-99BF-5A39CCD51AB2}" dt="2025-08-06T16:30:56.982" v="476" actId="47"/>
        <pc:sldMkLst>
          <pc:docMk/>
          <pc:sldMk cId="3096236752" sldId="281"/>
        </pc:sldMkLst>
      </pc:sldChg>
      <pc:sldChg chg="addSp modSp new mod setBg">
        <pc:chgData name="Dustin Deutsch" userId="317d3870-7f9b-438f-aeba-8a1544be72a1" providerId="ADAL" clId="{94351FB4-131C-4296-99BF-5A39CCD51AB2}" dt="2025-08-06T16:18:40.895" v="139" actId="20577"/>
        <pc:sldMkLst>
          <pc:docMk/>
          <pc:sldMk cId="3604160629" sldId="282"/>
        </pc:sldMkLst>
        <pc:spChg chg="mod">
          <ac:chgData name="Dustin Deutsch" userId="317d3870-7f9b-438f-aeba-8a1544be72a1" providerId="ADAL" clId="{94351FB4-131C-4296-99BF-5A39CCD51AB2}" dt="2025-08-06T16:18:02.764" v="132" actId="27636"/>
          <ac:spMkLst>
            <pc:docMk/>
            <pc:sldMk cId="3604160629" sldId="282"/>
            <ac:spMk id="2" creationId="{1377B569-1AB6-2598-4D50-B64BE777C186}"/>
          </ac:spMkLst>
        </pc:spChg>
        <pc:spChg chg="mod">
          <ac:chgData name="Dustin Deutsch" userId="317d3870-7f9b-438f-aeba-8a1544be72a1" providerId="ADAL" clId="{94351FB4-131C-4296-99BF-5A39CCD51AB2}" dt="2025-08-06T16:18:40.895" v="139" actId="20577"/>
          <ac:spMkLst>
            <pc:docMk/>
            <pc:sldMk cId="3604160629" sldId="282"/>
            <ac:spMk id="3" creationId="{EC7EEFA6-53A9-3D46-7917-649DBB58E7BC}"/>
          </ac:spMkLst>
        </pc:spChg>
        <pc:grpChg chg="add">
          <ac:chgData name="Dustin Deutsch" userId="317d3870-7f9b-438f-aeba-8a1544be72a1" providerId="ADAL" clId="{94351FB4-131C-4296-99BF-5A39CCD51AB2}" dt="2025-08-06T16:17:47.275" v="127" actId="26606"/>
          <ac:grpSpMkLst>
            <pc:docMk/>
            <pc:sldMk cId="3604160629" sldId="282"/>
            <ac:grpSpMk id="10" creationId="{6258F736-B256-8039-9DC6-F4E49A5C5AD5}"/>
          </ac:grpSpMkLst>
        </pc:grpChg>
        <pc:picChg chg="add mod">
          <ac:chgData name="Dustin Deutsch" userId="317d3870-7f9b-438f-aeba-8a1544be72a1" providerId="ADAL" clId="{94351FB4-131C-4296-99BF-5A39CCD51AB2}" dt="2025-08-06T16:17:36.434" v="122"/>
          <ac:picMkLst>
            <pc:docMk/>
            <pc:sldMk cId="3604160629" sldId="282"/>
            <ac:picMk id="4" creationId="{5DE7A60A-9DC3-98EB-DA0F-77DB0DC105EF}"/>
          </ac:picMkLst>
        </pc:picChg>
        <pc:picChg chg="add mod">
          <ac:chgData name="Dustin Deutsch" userId="317d3870-7f9b-438f-aeba-8a1544be72a1" providerId="ADAL" clId="{94351FB4-131C-4296-99BF-5A39CCD51AB2}" dt="2025-08-06T16:18:33.561" v="137" actId="14100"/>
          <ac:picMkLst>
            <pc:docMk/>
            <pc:sldMk cId="3604160629" sldId="282"/>
            <ac:picMk id="5" creationId="{EBAB4DFB-FF24-B22D-96CE-4759D8345027}"/>
          </ac:picMkLst>
        </pc:picChg>
      </pc:sldChg>
      <pc:sldChg chg="modSp new mod">
        <pc:chgData name="Dustin Deutsch" userId="317d3870-7f9b-438f-aeba-8a1544be72a1" providerId="ADAL" clId="{94351FB4-131C-4296-99BF-5A39CCD51AB2}" dt="2025-08-06T16:30:39.636" v="472" actId="113"/>
        <pc:sldMkLst>
          <pc:docMk/>
          <pc:sldMk cId="768993483" sldId="283"/>
        </pc:sldMkLst>
        <pc:spChg chg="mod">
          <ac:chgData name="Dustin Deutsch" userId="317d3870-7f9b-438f-aeba-8a1544be72a1" providerId="ADAL" clId="{94351FB4-131C-4296-99BF-5A39CCD51AB2}" dt="2025-08-06T16:28:02.969" v="317" actId="14100"/>
          <ac:spMkLst>
            <pc:docMk/>
            <pc:sldMk cId="768993483" sldId="283"/>
            <ac:spMk id="2" creationId="{271BD294-5E36-D109-8346-57F5ED3F8CD9}"/>
          </ac:spMkLst>
        </pc:spChg>
        <pc:spChg chg="mod">
          <ac:chgData name="Dustin Deutsch" userId="317d3870-7f9b-438f-aeba-8a1544be72a1" providerId="ADAL" clId="{94351FB4-131C-4296-99BF-5A39CCD51AB2}" dt="2025-08-06T16:30:39.636" v="472" actId="113"/>
          <ac:spMkLst>
            <pc:docMk/>
            <pc:sldMk cId="768993483" sldId="283"/>
            <ac:spMk id="3" creationId="{20DEB3C0-43C7-5707-8B49-CBF3FAA1322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12228 2817 24575,'0'0'0</inkml:trace>
  <inkml:trace contextRef="#ctx0" brushRef="#br0">14126 3713 7716,'0'19'221,"-4"-2"0,-1-7 0,-1-1-168,-3-1-53,3-5 0,1 7 0,5-3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16072 3419 7853,'-8'6'2118,"0"-2"1,4-3 1042,-3-1-2483,4 0 1,-1 0 0,7-1 188,1-3 1,5 3-1,-1-3-879,2 3 1,-2 1-1,0 0 1,2 0-498,5 0 0,-2-4 0,3 0 0,-2 1 8,2 2 1,-2 0 0,6-2-1,1-2-766,1-2 1,-2 3 0,-2-2 0,-1-1 374,-3 1 1,0 2 891,-3-4 0,1 0 0,0-4 0</inkml:trace>
  <inkml:trace contextRef="#ctx0" brushRef="#br0">16072 3560 7853,'-5'8'0,"-3"-2"325,-2 0 0,2 3 0,1-1 6675,2 2-6115,1-3 1,9-2 0,4-5 0,4-1-627,3-3 0,5-3 0,-1-3 0,2 1-1087,2 1 0,-3 0 0,0-4 1,1 0-429,-1 1 1,0-1 0,2 1 1255,1 3 0,0-7 0,-1 2 0</inkml:trace>
  <inkml:trace contextRef="#ctx0" brushRef="#br0">17027 2617 7853,'0'-8'0,"0"0"951,0-1 1,0-1 997,0-2 1,0 4-1166,0 0 1,-1 6-1,-2-1-473,-1 6 0,-5 3 0,1 7 1,-2 3-149,-2 4 1,-1 3-1,-1 5 1,-2 4-565,1 6 0,-2-4 0,2 6 0,0 0 243,2 1 1,1 0 0,2-7-699,2-3 0,3 2 0,5-6 0,1-2 0,2-4 30,1-5 0,9-7 0,-1-2 0,1-2 61,0-3 765,-1 0 0,5-8 0,1 0 0</inkml:trace>
  <inkml:trace contextRef="#ctx0" brushRef="#br0">17133 2900 7869,'-11'6'2367,"3"4"-670,0-6 1,4 0-1216,-4-4 1,5-2-1,0-2 1,3-4-235,3-2 1,0-2 0,4 0 0,-1 1-294,1-1 1,-3 0-1,4 0 1,-1 0-84,0 1 1,3-1 0,-3 0-1,1 0-130,0 0 1,-4 5 0,3 0-2,3 2 0,0 1 0,2 4 90,0 0 1,-4 1 0,-1 3 0,3 5-154,0 6 0,2-2 1,0 4-1,-1-1 97,1-1 1,0 5 0,-1-3 0,-2 0-30,-1 0 1,-1-1 0,5-6-1,-1-1-110,-3-1 1,2-5 0,-2 1-543,2-3 0,-2-1 0,-1-1 906,-2-3 0,-1-8 0,-4-6 0</inkml:trace>
  <inkml:trace contextRef="#ctx0" brushRef="#br0">17192 3089 9173,'-6'-6'1075,"1"0"1,5-6 0,1-1-723,3-3 1,6-3-1,7-9 1,3-3-104,5-3 0,-2 1 0,5 0 1,-2-1-608,2 1 1,-7 7 0,1 2 0,-2 7-2375,-2 4 1,-8 7 2730,2 2 0,-3 3 0,3 1 0</inkml:trace>
  <inkml:trace contextRef="#ctx0" brushRef="#br0">17806 2770 7853,'-12'0'922,"0"0"0,1 2-384,4 2 1,-3-2-1,6 6 1,1 1-137,-3 2 0,5 2 1,-3 1-1,3 3-434,1 2 0,-2-1 1,0 3-1,-2-2-420,1 2 1,2-4 0,1-1 0,0-3-1420,0-1 0,0-4 583,0 0 1288,0-6 0,-5-2 0,-2-6 0</inkml:trace>
  <inkml:trace contextRef="#ctx0" brushRef="#br0">17629 2924 7853,'-12'11'0,"1"1"1301,4 0 0,-3-4-580,6 0 0,6-6 1,6 2-1,3-4-336,5-4 0,-1 2 0,4-6 0,1 0-195,-2 1 1,4-3 0,-2 2-1,2-2-592,2-2 0,-4 4 0,-1 0 0,1-1-1605,-2-2 1,3 0 0,-5-1 2006,-2 0 0,5 0 0,-1 0 0</inkml:trace>
  <inkml:trace contextRef="#ctx0" brushRef="#br0">18030 2735 7853,'-2'12'806,"0"-1"0,-2 1-29,1 0 1,2 1 0,1 3 0,-2 4-1052,-1 2 1,1-3 0,-2 1 0,3 0-833,1-2 0,0 3 1,0-5-870,0-2 1975,0-1 0,0-6 0,0-2 0</inkml:trace>
  <inkml:trace contextRef="#ctx0" brushRef="#br0">18159 2546 9215,'0'8'893,"0"0"0,0 1 82,0 2 0,4 2 0,1 2 1,2 6-357,2 6 1,-2 4 0,-1 7 0,1 3-400,-1 1 0,-3-1 0,1 3 0,-3-4-373,-1 1 0,0-8 1,-1-1-1,-2-4-704,-1-6 1,-5-5 0,1 0 0,-2-4-485,-2-6 1,0-1 0,0-3-1,1-4 1341,-1-6 0,0-9 0,0-2 0</inkml:trace>
  <inkml:trace contextRef="#ctx0" brushRef="#br0">18596 2546 7853,'-8'0'1162,"0"0"0,-1 0-108,-2 0 0,3 2 0,0 0 1,-1 3-351,-1 2 0,2 1 0,0 5 0,-1 3-419,-2 3 0,4 1 0,-1 4 1,-1 4-465,-2 5 1,-1 4 0,2-1 0,1 2-530,1 0 0,1-4 0,-1 6 0,3-5-521,0-3 0,4-8 1,-2-7-1,6-2 555,4-5 1,4-6-1,1 0 674,0-2 0,5-13 0,1-2 0</inkml:trace>
  <inkml:trace contextRef="#ctx0" brushRef="#br0">18631 2865 7853,'-4'7'936,"0"1"0,0-6 0,4-4-430,0-8 0,1-3 1,2-6-1,2 1 151,2 0 1,1 2 0,4-2 0,-1-1-547,1 1 0,-4 2 0,0-2 0,1 1-168,2 2 1,0 2 0,1 2 0,0 0-189,0 3 1,-4-1 0,-1 5 99,3 2 0,-1 2 0,0 3 0,-3 5 77,0 3 1,2 6 0,-4 2 0,-1 4-49,3 0 0,-4-3 1,5 0-1,-1-1-260,1 0 1,-3 2 0,2-6-1,1 0-353,0-2 1,-4-3-1,5-1 25,1-1 1,2-5 0,-1 0 703,-2-6 0,3-4 0,-5-4 0</inkml:trace>
  <inkml:trace contextRef="#ctx0" brushRef="#br0">18808 2924 7853,'0'-12'1158,"0"0"-466,0 0 0,0 0 0,1 1 0,3-3-207,4-1 0,2 0 0,2-4 1,1-2-476,3-2 1,-3 0 0,3 1 0,-2 1-599,2 1 1,-3 6 0,3-2 0,-3 4-605,-1 4 0,-4 2 1,-1 3-589,3-1 1780,-5 0 0,5 9 0,-3 2 0</inkml:trace>
  <inkml:trace contextRef="#ctx0" brushRef="#br0">19185 2747 7853,'-6'5'5437,"-5"-4"-5091,10 4 1,-3-5 0,7-1-1,2-1-593,1-2 0,2-4 0,4 3 0,0-1-82,0 1 0,-5-3 1,1 4-1,1 2-1461,2 0 1,-3-2 1789,0 0 0,5-5 0,5 3 0</inkml:trace>
  <inkml:trace contextRef="#ctx0" brushRef="#br0">19574 2464 7853,'-1'-7'781,"-3"3"1,3 4-1,-4 6 1,1 5-244,0 8 0,-5 0 0,2 5 1,-1 5-412,0 3 0,0 8 0,-2-1 0,1-1-545,1-1 1,4-10 0,-3-2-1,2-1-159,3-3 1,0-10-1158,2 1 1734,0-8 0,5-9 0,2-8 0</inkml:trace>
  <inkml:trace contextRef="#ctx0" brushRef="#br0">19739 2487 11651,'-6'6'756,"2"1"0,3 5 0,1 4 0,0 4-76,0 2 0,0 7 0,1 2 0,2 4-523,0 5 1,1 0 0,-4 4 0,0-5-831,0-2 1,0-7 0,0-3-1,0-2-4102,0-1 4775,-5-11 0,-1 8 0,-6-8 0</inkml:trace>
  <inkml:trace contextRef="#ctx0" brushRef="#br0">16992 3395 10100,'-7'-6'2447,"17"4"1,10 6-2045,8-1 1,15-2 0,14-4 0,-22 0 0,3-1-236,7-4 0,3 0 0,9-3 0,4-2 0,-13 4 0,3-1 0,1 0 0,3 0 1,1-1-1,0 0-282,4 0 1,0 0 0,0 0-1,-6 1 1,0 1 0,0 0-1,1 1 1,0-1 0,-1 2-1,-2 0 1,-1 1 0,-1 0 7,-2 2 1,-2 0 0,-1 0-1,11 2 1,-3 1 0,-3-1 0,-2 1-1,-7 2 1,-2 1-985,-5 1 1,-1 1 0,22 3-1,3-1 1,-5 1-603,-3 0 0,-14-3 1692,-5 3 0,-13 1 0,5 4 0</inkml:trace>
  <inkml:trace contextRef="#ctx0" brushRef="#br0">17558 3949 7950,'-16'4'0,"3"1"0,1 1 1396,3-1 0,4-1-464,-3-4 0,5-2 1,1-2-1,4-3-240,6-4 1,0-2 0,1-3 0,3-2-395,1 0 0,-2-5 0,4 5 0,0-2-186,1 1 1,-3 3 0,4-2 0,-2 1-96,1 2 0,0 0 0,-4 1 0,-1 5 28,1 3 1,0 2 0,0 5-551,0 3 0,-1 4 0,0 8 0,-2 3 12,-1 3 0,0 3 0,4 3 0,-1 3-142,1 3 1,-1-2-1,-2-2 1,0 0 123,4 0 1,-5-8-1,4 2 1,-2-3-468,1-3 1,0-2 0,1-7 977,0-1 0,-5-5 0,3-3 0,-3-7 0</inkml:trace>
  <inkml:trace contextRef="#ctx0" brushRef="#br0">17688 4173 8244,'-20'8'539,"0"0"1,6-6 0,-2 1-80,3-6 0,8-3 0,5-6 0,8-2 544,6-6 1,4 3 0,7-9 0,4-2-797,7-1 0,0 2 0,7-3 1,1 0-766,-2 0 0,0 3 0,-4 0 0,1 3-435,-1 5 0,-7-2 0,-5 6 0,-3 4-2581,-4 1 3573,-9 8 0,5 2 0,-8 6 0</inkml:trace>
  <inkml:trace contextRef="#ctx0" brushRef="#br0">18242 3890 7950,'-12'0'0,"0"0"1621,6 0 1,0-1-1,9-2-881,5-1 0,1-1 0,9 2 1,1-2-763,-1-1 0,2 3 1,3-2-1,1 1-344,0 0 1,-5 0-1,0 4 1,-1 0-21,0 0 1,-3 0-1,0 0 1,-2 0 385,-1 0 0,5 0 0,2 0 0</inkml:trace>
  <inkml:trace contextRef="#ctx0" brushRef="#br0">18749 3713 7950,'8'-8'0,"0"1"940,1-3 1,-4 7 0,-1 3 777,-3 6 1,-1 6 0,0 4 0,0 5-1239,0 5 0,-1 5 0,-2 7 1,-2 1-785,-1-1 0,-2 0 1,-3-1-1,2 0 374,1-3 1,6-7-1,-2 0 1,2-7-71,2-4 0,-5-8 0,-1-3 0</inkml:trace>
  <inkml:trace contextRef="#ctx0" brushRef="#br0">18808 2994 7950,'-18'5'0,"-3"-3"0,5 3 0,1-1 1609,2 0-977,2 0 1,5-5-1,8-5-246,8-6 0,14-6 0,12-9 0,12-7-161,-20 13 1,1 0-1,6-4 1,2 0 0,6-6-1,1-1 1,5-2 0,1 0-114,5-3 0,2 1 0,-3 2 0,2 2 0,0 1 0,-1 2 0,-5 5 0,-2 2-1196,-6 4 1,-2 3 0,12 0 1083,-9 7 0,-18 5 0,-3 3 0</inkml:trace>
  <inkml:trace contextRef="#ctx0" brushRef="#br0">17994 4197 8098,'13'-6'233,"3"-1"1,-2-5-1,6-4 1,4-5 132,6-5 1,9-12 0,-12 14 0,1-1-1,4-3 1,2-1-197,3-4 0,2 2 0,-2 3 0,0 2 1,3-4-1,0 1 0,-2 3 0,0 2-969,0 2 0,-2 1 1,-7 2-1,-1 1 0,31-12 799,-6 1 0,4-3 0,-8 2 0</inkml:trace>
  <inkml:trace contextRef="#ctx0" brushRef="#br0">20294 3030 9916,'0'-8'1203,"0"0"1,1 5-1,3-1-1269,4 3 1,4-3-1,3 0 1,5 2-432,2 0 1,3-2 0,1 0 0,3 2 496,1 0 0,-4-3 0,3-1 0</inkml:trace>
  <inkml:trace contextRef="#ctx0" brushRef="#br0">20270 3206 8623,'-6'-5'1105,"0"3"0,8-5-1076,2 2 1,2 0-1,7 2 1,3-1-890,4 1 0,3 2 860,5 1 0,2 0 0,5 0 0</inkml:trace>
  <inkml:trace contextRef="#ctx0" brushRef="#br0">20966 3124 7438,'-12'-7'-673,"0"2"0,0 1 1141,1 0 0,3-1 0,0 2 1,0-2 837,1-1 0,1 2 0,3-4 0,-1-1-846,2-2 1,2-2-1,2-1 1,5-3-181,3-2 0,1 0 0,9-5 0,2 2-21,4 2 0,-1-2 0,2 2 0,0-1-278,0 2 1,-3-2-1,1 6 1,-4 4-277,0 1 0,-3 8 0,0-2-11,-1 2 0,-1 8 1,-6 3-1,-2 5-22,-4 6 0,2 4 0,-3 2 0,0 3 135,-2 1 1,1 1 0,0 4 0,4 1 30,0-1 1,-2 1-1,4-4 1,1-2-56,2-2 1,0-11 0,2 3 0,2-6-183,1-2 1,1-6 0,-3-2 0,2-2-374,-2-2 1,-1-4-1,-1-2 0,0 0 772,0-3 0,5-7 0,1-2 0</inkml:trace>
  <inkml:trace contextRef="#ctx0" brushRef="#br0">21107 3313 7950,'-17'6'1819,"3"-1"-1062,-6-5 1,11-2-1,2-5 1,10-6-291,9-4 1,8-9-1,11-8 1,11-7-378,-16 18 1,0 0-1,2 1 1,1-2-1,3-2 1,0 0 0,-1 1-1,-1-1-511,0 1 1,-2 0 0,19-13 0,-1-2 0,-5 3-618,-7 4 1,-8 11 0,-9 2 0,-3 6 1037,-3 2 0,-7 0 0,1 1 0</inkml:trace>
  <inkml:trace contextRef="#ctx0" brushRef="#br0">21968 2924 6792,'-8'-4'-524,"0"0"0,4 0 524,-3 4 0,3 0 0,-4 0 0,5 0 0,-7 0 0,8 0 0,-3 1 2,5 3 0,4-1 2,0 4-4,0-4 1,-3 6-1,3-5 0,-1 0 1,5-4 0,-4 0-4,3 0 3,-4 0 0,8-5 0,-5-2 0</inkml:trace>
  <inkml:trace contextRef="#ctx0" brushRef="#br0">21992 2853 7283,'0'6'-1532,"0"0"1532,0-6 0,5 0 0,-4 0 0,4 0 192,-5 0 111,0-6 0,0 4 331,0-6-136,0 5 1,2-6-28,2 5 0,-3-5 20,3 1 0,-3 2 1,1-1 471,2 2-848,-3 1 1,4 5-209,-5 3 0,-1 8 0,-3 8 0,-4 3-148,-3 5 0,-2-2 1,0 5-1,0 2-396,3 1 1,2-4 0,-1-4 0,2-3 56,2-4 1,1-8 579,4 1 0,5-9 0,2 3 0</inkml:trace>
  <inkml:trace contextRef="#ctx0" brushRef="#br0">21862 3006 7979,'7'-5'408,"-2"3"1,-5-4 0,0 2 290,0-4 1,0 2-426,0-2 0,5 4 1,3-3-1,2 1-285,2-1 1,1 3-1,3-2 1,2 0-664,1 4 1,3 1-1,-2 1 674,2 0 0,1-6 0,1 0 0</inkml:trace>
  <inkml:trace contextRef="#ctx0" brushRef="#br0">22628 2664 7932,'-1'-18'-370,"-3"2"809,-4 3 1,3 5 0,0 2 342,0 0 1,2 4 0,-4 7 0,2 7-619,3 6 1,-4 10 0,1 4 0,-1 6-312,-4 6 1,4 3 0,-2 1 0,0 2-78,2 0 1,0-12 223,6 5 0,0-13 0,0 4 0</inkml:trace>
  <inkml:trace contextRef="#ctx0" brushRef="#br0">23713 2523 8271,'-4'-8'394,"0"0"1,-3 4 0,1-2 652,0 0 0,-2 2 1,-4 6-674,0 2 0,1 7 0,-1 9 1,0 4-250,0 3 0,-1 5 0,-1 7 0,-2 3-212,2 0 1,0 4 0,4-5 0,1 1-503,1-2 0,5-4 0,-1-2 0,3-2 6,1-5 0,0-10 0,1-4 0,3-1 81,4-3 1,3-5 501,0 0 0,6-2 0,2-2 0</inkml:trace>
  <inkml:trace contextRef="#ctx0" brushRef="#br0">23902 2841 8647,'0'-12'409,"0"0"0,0 1 0,1-2 0,2-2 0,2-2 108,2-1 0,-2 2 0,5-4 0,4-1-371,-1-1 0,1-1 1,0-1-1,4 2 33,0 2 0,-4-1 0,2 7 0,-4 2-5,-4 3 0,2 6-89,-2-1 1,-3 4-103,-1 4 0,1 3 0,-1 6 1,0 1-1,0 3 18,0 2 1,1 2-1,-1 5 1,3 3-105,-1 1 0,4-7 0,-5 3 0,0 1-392,0-2 0,3-1 1,-4-1-1,0-2-264,1-2 0,-2-7 1,5 1-415,1-2 1,-3-3 1172,2-8 0,0 0 0,4 0 0</inkml:trace>
  <inkml:trace contextRef="#ctx0" brushRef="#br0">24032 2959 8107,'-19'6'293,"2"0"1,6-6 226,-1 0 1,7-2-1,5-3-216,6-7 1,6-1-1,4-6 1,5-2-159,5-2 0,0 0 0,4-2 0,0-1-225,0-2 0,-2-1 0,2 3 0,-1-1-191,-3 0 0,-2 3 1,-3 0-1,-3 0-193,-1 1 1,-5 5-1,-6 2-498,0 3 1,-3 7 960,-3 6 0,0 6 0,-5 11 0,-1 1 0</inkml:trace>
  <inkml:trace contextRef="#ctx0" brushRef="#br0">24539 2700 7644,'-12'0'727,"0"0"0,4 0 367,0 0 0,5 0 0,-4-2-713,2-2 0,6 3 0,7-4 0,4 1-264,3 0 0,0 0 0,4 3 1,2-2-386,2-1 1,-4 0 0,0 4 0,-1 0-484,0 0 0,-3 0 1,1 0-1,-3 0 166,-2 0 0,1 4 0,0 0 585,0-1 0,0 3 0,-1 1 0</inkml:trace>
  <inkml:trace contextRef="#ctx0" brushRef="#br0">24433 2853 8406,'-12'6'695,"4"0"0,0-5 627,-1 3-971,4-3 0,1 4 0,8-5-335,4 0 1,6 0 0,3 0-1,1 0 56,3 0 1,2-4-1,0 1 1,1 0-920,-1 2 0,-3 1 0,-2 0 1,1 0 298,-1 0 0,-4 0 0,2 0 548,-3 0 0,-1 0 0,0 0 0</inkml:trace>
  <inkml:trace contextRef="#ctx0" brushRef="#br0">24327 3065 8593,'0'-12'518,"3"0"0,3 1 1,2-2-103,5-3 0,5-4 1,10-7-1,3-5-129,3-2 1,7-3 0,1 1 0,-1-2-387,-1 0 0,-4 5 1,-3-2-1,-4 6-1134,-5 4 0,-9 7-1610,1 2 2843,-8 8 0,-8 13 0,-7 8 0</inkml:trace>
  <inkml:trace contextRef="#ctx0" brushRef="#br0">25117 2593 8107,'1'-11'-215,"3"-1"1,-3 4 0,3 0 508,-3-1 1,-1 2 0,0 0 104,0-3 0,-4 4 0,1-2 133,0-1 1,2 2 23,1-1 0,0 4-266,0-3 0,-2 5 0,0 2-101,-2 7 0,-2 5 0,4 3 1,-3 5-27,-2 2 1,-1 7 0,-4 3 0,1 3-46,-1 4 1,0-1 0,0 4 0,0 0-139,1 0 0,4-9 0,3-2 0,3-5-716,1-2 0,0-10-140,0-2 0,5-8 1,3-1 186,2-6 0,-2-4 0,0-4 1,1-2-144,2-3 832,1-2 0,-1-6 0,1 0 0</inkml:trace>
  <inkml:trace contextRef="#ctx0" brushRef="#br0">25329 2287 7381,'0'-12'717,"0"0"1,0 1 2951,0-1-3211,0 5 1,0 3 0,0 8 0,0 4-183,0 3 0,-1 6 0,-2 2 1,-2 5 153,-2 3 1,3 3 0,-2 7 0,-1 1-71,1 1 1,3 7 0,-1-1 0,3 3-105,1 2 1,0-4 0,0 5 0,0-3-171,0 0 1,0-7 0,0-1 0,-2-6-20,-2-7 1,2 0-1,-5-12 1,1-2-681,-1-3 0,-1-1 0,-5-5-530,-3-2 1,3-4-1,-4-4 1,2 0-728,-1-3 1,-4-3 1869,5-4 0,-6 3 0,2-4 0</inkml:trace>
  <inkml:trace contextRef="#ctx0" brushRef="#br0">20848 7710 8107,'-7'0'421,"1"-4"471,2 0-412,3 0 0,-6 0 406,3 0 243,3 0-313,-5-1-702,6 3 1,0-4 0,2 3 169,2-1 1,-2 0 0,6 4-339,1 0 0,-2 0 0,1 0-646,1 0 1,-2 0 733,0 0 1,-3 4 348,4 0 0,-5 5-252,1-1 1,-4-2-1,-3-1 404,-1 0 0,-5-4-296,1 3 1,-2-2-1,-2-2-50,0 0 1,0 0-1,0-2 81,1-2 0,3 2-119,0-6 1,5 4 0,-1-4-80,3-1 1,2 2 0,3 1-1,3-1 44,-1 1 1,5 2 0,-3-3-1,2 2 54,2 2 1,0 2-1,0 1 1,-1 0 12,1 0 1,0 0 0,0 1-136,0 3 0,-2-1 0,-1 5 0,-2 1 117,-2 1 0,0-2 0,-2 0 9,1 1 0,0 2 0,-6-1-28,-1-2 0,0-3 0,-5-3 0,-1 0-65,-2 2 1,4 0 0,-1-4-1,-1-1-195,-2-3 0,-1 1 0,2-5 0,1 1 72,1 0 0,4-3 0,-3 2 28,2-3 0,-3-1 1,4 1-16,2-1 0,2 0 0,4 0 86,3 0 1,4 5 0,1 0 0,-1 2-26,1 2 0,0 2 0,0 1 73,0 0 1,-1 0-1,0 1 1,-2 3-2,-1 4 0,-5-1 0,2 0 1,-1 3 132,0 0 1,0 2 0,-4 0 94,0-1 1,-2-3-1,-2 0-500,-4 1 1,-2-3 0,-2-3-20,0-1 0,1-2 1,-1 0-572,0 0 0,0-2 1,2-1-1233,2-5 0,3-3 1013,5-1 0,0 1 0,1-1 1,3 0-1,4-1 187,2-3 1,2 7 789,0-3 0,5 3 0,1-3 0</inkml:trace>
  <inkml:trace contextRef="#ctx0" brushRef="#br0">21473 7108 8107,'-7'0'134,"2"0"0,4 0 426,-3 0-49,3 0 67,-5 0 2747,6 0-3265,0 6 1,2-5 2,2 3 1,-3-2-51,3 2 0,-2-2 54,2 2 1,-2-2 162,2 2 1,-2-2-64,2 1 0,-3 0 1,5 0-69,-1 1-96,-4 0 44,10-4 126,-5 0-2,6 0-153,0 0-30,0 0 1,-5 0 52,1 0 1,-4 0 24,4 0 0,-4 0 141,4 0 1,-4 0-96,4 0 0,-4 0-73,3 0 2,-4 0-75,8 0-28,-5 0 1,2 0 85,0 0 0,-4-2 66,4-2 1,-4 3 31,3-3 330,-4 3-333,8-4 1,-6 2-109,3-5 1,-2 5-167,-2-1 1,-1 2 99,5-2 0,-6 1 158,2-5-19,3 6 1,-5-7 0,5 3 59,-2 0 1,-1 2-153,-4-4 0,4 4-90,0-4 1,0 4-1,-3-2 57,3 1 1,-3-5 19,3 3 0,-2 0 0,-1 0-7,3 2 1,-3 0-54,3 1 86,-3-2 0,-1-6-10,0 0 1,0 4 57,0 0 0,0 4 3,0-4 1,0 1-32,0-5 0,0 4-18,0 0 1,0 4-1,-1-2-16,-3 0 1,3 1 34,-3 1 1,3 2 0,-1-5 114,-2 2 0,3 0 1,-4 2 423,0-1-501,3-5 1,-4 7 0,3-3-62,-1 0 0,-1 4-50,1-3 1,3 1 204,-3-1-75,-3 3 0,5-4 0,-5 3 38,2-2 0,1 3 1,3-4 0,-2 4-82,-1-3 0,-1 2-67,1-2 0,1 3-30,-5 1 0,4 0 21,-3 0 1,3 0 24,-4 0 0,5-1 0,-2-2-17,0-1 0,2 0 5,-5 4 0,4 0-82,-4 0 0,4 0 20,-3 0 1,3 0 76,-4 0 1,4 0-2,-4 0 0,4 0 46,-4 0 1,6 2 122,-2 2-119,-3-3 0,5 4-84,-6-5 0,4 4 17,-4 0 1,4 0 7,-4-4 6,5 5 1,-3-4 18,2 3 0,1 2 39,-5-2 1,6 1 0,-3-3-24,-1 2 1,4 0 1,-6-4-72,5 5 1,-2-2 0,4 4 24,-3-2 0,3 0 91,-3-1 0,-2-1 28,2 5-13,0-6 16,-1 9-71,4-5 1,-6 5-14,3-3 0,3 2-25,-3-2 0,2-2-16,-2 2 1,2-4-96,-2 4 123,3-5 1,1 3 75,0-2 1,0-1 192,0 5-97,0-6-148,0 9 0,0-9 56,0 6 0,0-4 4,0 4 0,0-4-51,0 4 1,0-4 52,0 4 1,0-4 82,0 3 1,0 1-12,0 4 1,0-4-41,0 0 0,0-4-116,0 4 0,1-2 0,2 3-13,1-1 0,1-4-507,-1 4-682,-3-5-1864,10 7-1396,-5-9 162,6 5 4295,0-6 0,0-6 0,0 0 0</inkml:trace>
  <inkml:trace contextRef="#ctx0" brushRef="#br0">20930 7627 8107,'-6'1'178,"2"3"0,1-2 494,-1 2 202,3-3 170,-4-1-175,5 0-835,5 0 1,-2-4 303,5 0 0,-6-1 0,3 2-133,1-1 1,-5-1 0,4 2-198,0-1 0,-2-3 0,4 1-58,-2 0 1,0 2 0,-1-3 10,4 2 0,-2-4 6,2 1 0,-1 1 0,2 1 0,-2-1 34,-2 1 1,0 3 0,-2-2-40,1 0 0,3 2 1,-1-3 23,0 0 1,-2 2 0,3 3-62,-2-3 1,0 2 24,-1-6 1,1 4-4,3-4 1,1 4 2,-5-4 1,2 5-1,-4-2 28,2 0 1,0 2 0,-3-3 102,3 1 1,-2-1-23,2 2 0,-2 3 0,1-4-29,1 0 0,0 2 43,-4-5-277,5 6 0,-2-8 164,4 6 1,-4-1 0,2 3 116,0-2 1,-3-2 0,3 4 7,0-2 0,-3-1 20,2 1 1,1 1-44,-1-5 1,1 6 0,-2-4-37,0 1 0,3 4 0,-4-4-59,2-1 0,2 4 45,-3-6-414,-1 5 327,8-7 1,-7 5 52,5-3 1,-4 1-14,4 3 72,-6 3 48,9-10 0,-9 9 125,6-6-66,-5 5-77,7-7 1,-8 7-1,3-3-131,0 0 1,-4 1 31,3 1 1,1 2 48,-1-6 1,2 5 67,-2-1 1,-2 2 26,6-2-69,-5 2 0,2-4-195,-5 2 76,5 3-233,-4-5 0,5 5 0,-5-2-958,3-1 1007,-3 1 126,5-3-229,-1 5 1,-4-6-749,3 4 1111,-3 1 0,5-3 0,0 5 0</inkml:trace>
  <inkml:trace contextRef="#ctx0" brushRef="#br0">21744 6802 7810,'0'6'-1339,"0"1"2049,0-3-59,0-3-419,0 4 1,0-3 544,0 2-247,0-3-54,0 4-563,0-5 0,1-4-63,3 0 1,-1-3 125,5 3 0,-2-6 0,4 4-17,-3-1 1,-4 1-1,2 3 22,0-1 0,2-5 9,5 1 1,-4 2-4,0-2 1,-5 5-1,4-2 3,-2 0 0,1 3 1,-4-3 6,2 0 0,5 2 8,-1-5 1,-1 6-1,-1-3 3,-1-1 1,1 5-1,-4-4-3,2 0 0,1 3 1,-2-3 6,1 0 0,1 3 0,-2-3 10,1 0-7,5 4-95,-2-10 1,3 9 0,-1-5 54,-1 2 1,-5 0 0,2 2-47,0-1 1,-2 0 0,3 3 11,0-3 0,-1 3-9,-1-3 1,-3 1-60,3-1 0,1 1-66,-1-4 0,1 4 152,-1-1 0,-1-1 57,5 1 1,-4-1-53,4 1 0,-4 1 150,3-5 0,0 4 1,2-2-84,-1 0 1,-5 1 0,2 3-43,0-2 0,0-2 0,4 3 7,-1-5 1,-4 1 0,4 1-1,0-1 42,-1 0 1,2 4 0,-4-5 0,2 0 29,2 1 1,-3-3-1,2 3 1,0-1 28,-1 1 1,3 0 0,-3-2 0,0 1 55,1-1 0,-1 2 0,2 1 0,-2-1 29,-2 1 0,4 2 0,-1-4-116,2-1 0,-2-1 0,0 1 0,0 1 23,-2-1 0,5 3 0,-5-2 1,2 0-88,0 1 0,0-3 0,4 2-5,0-2 1,-5 2-1,1 0-88,2-1 0,-4 2-138,2-1 1,-2 4 0,4-2 90,-2 1 0,-6-1 0,3 4-46,1-2 0,-4-5 311,6 1 1,-4 1 214,4-1 1,0 1-218,4-5 1,-5 4-1,1 0-85,1-1 1,-2 2 0,1 1-50,1 1 0,-2-3 0,-1 2 0,1 1 12,-1 0 1,2-4 0,4 1 78,0-3 0,-4 4 0,-1 0 0,1 0 71,-1 1 0,3 2 1,-2-4-68,3-1 0,0 0 0,1 0 0,0 1 76,0-1 0,-4 2 0,0-1 0,1 0 4,1 2 1,2-5-1,0 3-102,0-2 1,-5-1 0,1 2 0,1 1 95,2-1 0,1-1 0,0-2-54,-1 0 0,0 0 0,-2 2 1,-1 1 22,1 1 1,-2 0 0,0-2 0,3 0 19,0 3 0,-2-1 1,0-3-1,0 2-68,-2 1 1,5 4 0,-5-4 0,2 1 48,0 0 1,0-3-1,4 3 1,-1 0 0,1-3 0,0 3-76,0 1 1,-4-3 0,-1 3-25,3 0 1,-1 2 0,0-3 0,-1 1 65,1-1 0,2 1 0,-1-3 1,-1 2 84,-1 2 1,-4-3 0,3 3 0,-1-1-13,1 1 0,-3-4 1,3 1-52,3-2 0,-4 2 0,2 0-35,1-1 0,-2 2 1,1-1 2,1-1 1,-3 3 0,1-2 1,-2-1 1,3 2 0,-3 1-60,2 0 1,-3-1 0,2 1 57,-1 0 1,1 3 0,-4-2-24,2 0 0,2 3 0,-4-3 101,2 0-216,0 4-122,-4-5 240,0 6 1,-4 2 234,0 2 0,-5-3-12,1 3 1,2-3 0,-2-1 3,-1 0 1,2 0-1,-1 0-124,-1 0 0,2 0 0,0 0-8,-3 0 1,4 0 0,-2 0-131,-1 0 1,2 0 0,-1 0-410,-1 0 0,3 0 229,-2 0 189,0 0-4,-4 0 144,6 0 0,2 0 1,8 0-145,3 0 1,0 0-1,1 0 1,1 0-1,1 0-166,2 0 1,1 0-1,2 0 1,1 0-52,-2 0 1,-1 0 0,-1 0 0,0 0 33,-1 0 1,1 0-1,0 0 1,0 0-120,0 0 0,-5 0 0,0 1 505,-2 3 0,-1 3 0,-4 5 0,0-1 59,0 1 0,-4 1 1,-1 2-1,-2 2-634,-2 1 1,0-3 0,0 0-1,1-2-563,-1-1 1,4-4-1,-1 0-2030,1 1 1,4-2-1568,-3 0 4494,13-4 0,4-8 0,11-8 0</inkml:trace>
  <inkml:trace contextRef="#ctx0" brushRef="#br0">20836 3961 9993,'-12'0'-541,"0"0"1,5 0 0,-1 0 340,-1 0 1,-2 0-1,1 1 145,2 3 1,1-3 170,3 3 1,3-1-48,-3 1 1,3-1-49,1 4 0,0-3 0,1 3 104,3-2 1,3-1-1,4-4 1,2 0 19,3 0 1,4 0-1,6 0 1,4 0-40,4 0 1,2-1-1,11-2 1,8-2-18,9-2 1,-26 4 0,3-2-1,4 0 1,3-1 0,3-1-1,1 1-4,6-2 1,1 0 0,-3 1-1,2-1 1,-13 2 0,1-1 0,0 1-1,1-1 1,0 1 0,-1-1-136,1 1 1,0 0-1,-2 0 1,20-4-1,-1 1 1,-2 2-1,0 0 1,-1-1-1,0 0 167,-1 1 0,-2 0 0,-5-1 0,-1-1 0,1 1 0,0 0 0,-4 1 0,-1 0-50,-3 0 1,-1 1 0,-6-1 0,-1 1-1,1-1 1,0-1 0,-2 0 0,0 0-104,-2 1 1,0 0 0,21-2 0,-4 1-1,-6 0-120,-9 2 1,-8 0 0,-5 6-126,-6 0 0,-10 0 108,-7 0 1,-5 0 19,-7 0 1,0 0 221,0 0 0,1 0 0,0 2 0,2 0 1101,1 2-1004,5 0-48,-2-4-58,5 0-328,0-5 0,-1 4 61,-3-3-259,3 2-50,-10 2 0,8 0-623,-4 0 179,4 0 977,-7 0 0,8 6 0,-3 0 0</inkml:trace>
  <inkml:trace contextRef="#ctx0" brushRef="#br0">20836 7686 32767,'-8'0'0,"0"0"0,6 1 0,-4 2-1554,1 1 1255,4 0 1,-6-4-1,5 1-101,-2 3 1,-1-3 426,1 3 1,2-1-810,-2 1 569,-2-3-179,-1 10 0,1-9 1,1 5-162,-1-2 0,5 0 0,-4-2 476,0 1 1,3 1-22,-2-1 0,2-1 1,-1 4-85,-1 3 1,-1-5 0,2 0 77,-1 0 1,-4-2-1,3 5 158,-1 1 0,3-2 0,-2-1-99,0-1 1,3 1 0,-3-4 193,0 2 1,3 1 0,-3-2 237,0 1 0,4 1 1,-5-2-152,1 1 1,3 1-149,-6-1 335,5-3 1,-6 6-105,5-3 322,-5-3 1,6 6-412,-5-4 1,4-1 0,-2 3-115,1 0 1,-1-3-52,2 1 0,3 0 1,-4 0-161,0 1 1,3 1-1,-3-2 853,0 0 0,2 3-659,-5-2 0,4-3 1,-2 4-17,1 0 1,-1-3 0,4 3-288,-2 0 0,-1-4 0,2 5 110,-1-1 0,-1-4 0,2 5 0,-2-3 135,-2 1 0,5 2 0,-3-4-35,-1 2 0,4 4 1,-5-3 78,2 2 1,-3-3 0,3 2-167,-2 0 0,5-1 1,-4-3 332,1 2 1,2 2-171,-4-3 1,0 0 0,-2 4-72,1-2 1,4 3 0,-2-3 136,0 2 1,1-4-448,1 5 1,-2 0 166,-6 4 1,4-2-1,1 0 15,2-3 0,-3 1 0,3 3 174,-1-3 0,3-2 0,-2-2-178,-1 4 1,4-1-56,-6 0 0,5-3 0,-2 3 17,0-2 0,4 0-128,-3-1 1,1-1 54,-1 5 0,1-4 236,-4 4 0,4-4 1,-2 2 299,-1-1 209,5-1-318,-9 1 0,7-2 25,-5 5-314,6-5 222,-9 7 0,8-5-184,-4 3 1,3 1 0,-3-3 149,2 0 0,0-3 1,2 2-36,-1 0 1,-1-3 0,2 3-152,-1 0 1,-1-4 0,2 5-92,-1-1 0,1-3 1,1 5-53,-2-2 1,2 3-1,-5-3 232,2 2 1,1-3 0,3 2-164,-3 0 0,2-1 219,-2-1 1,-1-2-133,1 6 1,-1-5 0,2 2-18,0 0 0,-3-3 1,4 3-167,-2 0 0,-2-2 244,3 5 0,0-2 1,-4 3 258,2-1 1,0-5 0,2 2-201,-1 0 0,-1-3 0,2 3 113,0 0 0,-3-2-71,2 4 1,2 0-1,-5 2-218,2-1 1,0-4 70,1 4 1,1-4 138,-5 4 0,4-2 1,-2 3 7,1-1 1,-3-4 0,3 3-94,-2-2 0,3 3 0,-3-3-29,2 2 1,0-3 0,2 3-107,-1 3 0,-1-5 0,3 0 89,-2 0 1,-2 1 0,4 3 23,-2-1 0,-4-5 0,4 5-63,1 1 1,-2-2 0,0 0 98,-2-2 0,3 4 0,-3-1-31,-3 2 1,5-2 0,0-1 0,1-1 60,0 1 0,-4-3 0,3 4-170,-2 1 0,4-3 1,-5 2 234,-2 1 0,5-2 0,0-1 1,1 1-8,0 0 0,-4-3 1,3 3-38,-2 3 1,4-4 145,-5 2 1,4-2 0,-4 4 28,-1-2 1,3-5 279,3 5-587,-4-5 0,4 6 1,-3-4 392,1 2 1,-3-3 384,4 4-559,-5-6 1,6 5-7,-5-3 0,4-2-6,-4 6 0,2-4 0,-3 3-3,1-2 0,4 0-80,-4-1 1,4-3 0,-2 5-48,0-1 0,1-4 0,2 4 0,-1 1 0,-1-5 0,1 3 0,2 1 0,-6-1 0,5 1 0,-2-2 0,0 1 0,3 1 0,-2-1 0,-1-1 0,0 3-11,-2-1 0,5 1 0,-3-4-48,-1 2 0,5 2 1,-4-4 53,0 2 0,3 1 0,-3-2-19,0 1 0,2 4 0,-3-3-96,0 1 0,-2-2 0,3 3 22,-1-2 1,2 3-1,-4-3 18,-1 2 1,3-3 0,1 2 0,1 1 76,0-1 0,-3-2 0,1 3 0,1-1 86,0 1 0,-3-3 0,3 2-124,-2 0 1,3 2 0,-2-3 118,0 1 1,-1-2-1,1 3-80,0-2 0,2 3 0,-3-3-47,2 2 1,0-5 0,2 4-1,-2-2 56,-2-1 0,3 5 0,-2-2-94,1 0 0,-5 1 1,4 2 67,-1-1 0,-3 0 0,3 3-76,1 1 1,-5-4-1,3 0 239,-2 1 1,2 0 0,0 0-232,-1-1 0,0 0 0,0 3 1,1-2 168,-1-1 0,2-5 0,-1 4 0,0 0 25,2-1 1,-5 1 0,4 2-1,-3-1 81,3 1 0,-4-3 1,3 2-168,-2 1 1,-2 2 0,0 1-32,0 0 1,2-1 0,1 0 0,2-2-42,2-1 1,-4-2 0,2 4 0,-1-3-12,0 3 0,4-4 1,-3 2 143,-3 1 1,0 0-1,-1 0 1,2-2-5,1-2 0,1 3 0,-4-3 1,2 1-79,1-1 0,0 3 0,-4-3 0,1 0 0,-1 0 0,4 1 0,0-4 0,0 4 0,2 0 0,-5-2 0,3 4 0,-2 1 0,2-2 0,0 0 0,-1 3 0,2-1 0,1 0 0,-1-1 0,1 1 0,2-2 0,-4 0 0,-1 3 0,2-4 0,1 2 0,0 1 0,-3 0 0,3 0 0,-2-2 0,0-2 0,4 3 0,-4-3 0,-1 2 0,-1 2 0,2-2 0,0-1 0,-1 1 0,-2-1 0,-1-2 0,2 4 0,1 0 0,1-2 0,0 5 0,-4-3 0,0 2 0,2-2 0,1 0 0,1 0 0,-1-2 0,2 5 0,-1-3 0,-1 2 0,3-2 0,-1 0 0,1 1-42,-1 2 1,3-4 0,-4 1 7,-1 1 0,2-2 0,0 1-66,-3 1 1,4-2 0,-2 0-37,-1 3 1,2-4-1,1 2 1,-1 1 53,1 2 1,-2-3 0,-4-1 111,0 3 1,0 0 0,1 2-98,-1 0 0,0-2 1,2-1-1,0-1 118,3 1 0,0-2 1,-2-1-1,1 1 198,-1-1 0,-2 2 0,-1 4-256,1 0 1,-1-2-1,1 0 1,2-3-218,1 3 0,4-4 111,-3 2 1,-1 0 158,-4 4 1,4-2 0,0-1-55,-1-1 0,3-5 0,-1 2 63,2 0 1,-3-2 0,3 3 0,-1 1-74,1 0 1,-3-4-1,3 4 1,0 0-14,0-1 1,-3-2 0,2 3-1,1-1 49,0 1 1,-3-3 0,3 3-287,-2 3 1,3-1 0,-2 0 0,-1-2 82,1-2 0,2 4 0,-4-1 151,-1 2 0,2-2 0,1 0 0,-1 0-82,1-2 1,2 4 0,-3-5 0,1 1-33,-1 4 1,3-4-1,-3 2 32,2 1 0,-3-2 0,3-1 1,0 1-18,0-1 0,-1-2 1,2 3 107,-3-2 0,0 4 131,-1-1 0,0 3 1,-3-1 11,-1-2 0,4 2 0,0-3 224,-1-1 1,-2 5 0,0-5-135,-1 1 0,4 0 0,0-5-89,-1 2 0,2 4 0,0-4 256,-3-1 1,4-2 209,-2-1 1,4 0-586,-4 0 0,6-1 0,-2-3 0,2-4 0,2-3 0,0-1 0,0 1 0,0-1 0,2-1 0,0-2 0,3 0 0,2 0 0,-3 1 0,2-1 0,1 0-194,0 0 1,-3 4 0,2 1-1,-1 2-566,-2-1 0,2 3 131,-1-2 0,0 4-633,-4-4 1,0 7 740,0 1 0,-1 5 1,-2 7-1,-2 0 1,-2-1 568,-2 1 1,3 1 0,-2 2 0,0 0 337,1 0 1,-2 2 0,4-1 0,0-2 40,-1-1 1,2-1 0,4 0-54,0-1 0,6 0 1,3-3-1,5-4-19,6-3 0,6-2 0,3-3 1,2-4-448,6-3 1,0-6-1,6-2 1,2-3-135,0-2 0,0 0 0,0 2 551,-1 2 0,10-7 0,-6 2 1</inkml:trace>
  <inkml:trace contextRef="#ctx0" brushRef="#br0">22463 7038 8119,'0'11'87,"0"-3"271,0 0 1,0-4 170,0 4 40,0-5-568,0 7 0,2-9 13,2 3 0,-3-8 0,4-2 0,-1-2-8,0 0 1,0-4-1,-4-5 1,0-1 40,0-3 0,1-3 0,2-2 0,1-3-20,-2-1 0,0-1 0,-2-5 0,0 1 30,0 0 0,0 1 0,0 2 0,0 5-38,0 2 1,0 3 0,0 2-1,0 4-19,0 3 1,0 5-11,0 0 26,5 6 0,-2 0 1,3 8-175,-1 0 0,-1 2 0,-2 3-138,2-4 1,-3 4 202,3-3 1,-2-3-26,2-1 98,-2-3 0,4-1 157,-2 0 1,-1 0-38,5 0 0,-4 0-97,3 0 1,1 0 9,4 0 1,0 0 0,-2 2-404,-2 2 0,-1-3 1,-3 3-44,4-3 1,-2 3-959,2 0 1391,-5 0 0,7-4 0,-3 0 0</inkml:trace>
  <inkml:trace contextRef="#ctx0" brushRef="#br0">22428 6825 8125,'-12'0'-599,"4"0"1054,0 0 0,6 2-378,-2 2 0,4-3 0,4 3-64,4-3 1,2 3-1,2 0 1,0-1-17,0-2 0,-1-1 0,1 0-193,0 0 1,0 0-1,0 0-1221,-1 0 1417,1 0 0,0 5 0,0 2 0</inkml:trace>
  <inkml:trace contextRef="#ctx0" brushRef="#br0">22829 6660 8149,'-11'2'0,"2"0"0,1 2 0,1 2 0,-5-4 0,1 3 198,3 2 0,-1-3 0,4 4 0,0 1-23,0 1 0,-1 2 0,4 0 0,-4 1-436,0 3 1,2-2 0,-3 6-1,1 1 168,-1 1 1,1 0-1,-2-1 1,3-2 0,-1-2 0,5-2 1,-4-3-1,1 0-301,0 0 1,0 0-1,5-2-29,3-2 0,-1-3 422,5-5 0,0 5 0,3 2 0</inkml:trace>
  <inkml:trace contextRef="#ctx0" brushRef="#br0">22817 6767 8139,'-8'0'231,"0"0"0,6 1 42,-2 3 0,6 2 1,4 6-1,0 0-233,3 0 1,2-1 0,1 1-1,-2 0-352,-2 0 1,3 0 0,-4-1 0,4 0-139,1-3 0,-4 1 0,-2-4 0,1 0 2,-1 1 0,-2-2 448,4-4 0,-5 0 0,2 0 0</inkml:trace>
  <inkml:trace contextRef="#ctx0" brushRef="#br0">22805 6920 8139,'-11'0'442,"4"0"1,2-2 0,6 0-410,3-2 1,4-5 0,6 2 0,2-1-419,-2 0 0,3 1 1,0-5-1,1 1-31,-1 3 0,-2-2 1,-3 2-1,0-2 416,0-2 0,-1 0 0,1 0 0</inkml:trace>
  <inkml:trace contextRef="#ctx0" brushRef="#br0">23006 6613 7983,'-7'2'218,"3"2"-116,3 3 1,1 8 0,0 0 0,1 1-110,3 1 0,-1 2 0,3 3 0,1-1 19,0-2 1,-5 1-1,2 2 1,-3-2-46,-1-4 0,0 1 0,0-2 0,-1 0-239,-3-2 0,2-5 0,-6 0 152,-2 1 0,4-4 120,-2-1 0,5-3 0,-2-1 0</inkml:trace>
  <inkml:trace contextRef="#ctx0" brushRef="#br0">23183 6743 6044,'-12'0'1138,"0"1"1636,0 3-2838,6-3 0,6 6 1,8-4-258,2 1 1,2 0-1,0-4 1,-1 0 54,1 0 1,0 0 0,0 0 265,0 0 0,-1 0 0,1 0 0</inkml:trace>
  <inkml:trace contextRef="#ctx0" brushRef="#br0">23183 6861 8582,'0'-8'74,"0"0"1,1 5 0,3 0-162,4 1 87,2 2 0,7 0 0,2 0 0</inkml:trace>
  <inkml:trace contextRef="#ctx0" brushRef="#br0">23525 6507 8163,'-8'-4'550,"0"0"1,1-1 0,-2 2 222,1 0 1,6-3-551,-2 2 0,4 3 0,2-4 1,4 1-207,0 0 1,1-1-1,2 2-67,-1-1 0,0-1 1,3 2-1,1-1-152,0 2 0,-4 0 0,0 2 121,1 0 1,-3 0-1,2 2-22,2 2 0,-4 2 0,1 6 0,-1 0 7,1 0 1,-3 3-1,4 1 1,-1 0-318,0 1 0,2-4 1,-4 3-1,1-3-226,-1-2 0,4 1 0,-2 0 639,-1 0 0,5 0 0,-5-6 0,6-1 0</inkml:trace>
  <inkml:trace contextRef="#ctx0" brushRef="#br0">23525 6672 8282,'0'-8'-652,"0"0"798,0-1 1,5-1-1,3-2 1,4-1-3,3-3 1,0 2-1,4-6 1,4-1-580,3-1 0,-4 0 0,3 1 1,-1 1-101,-3-1 0,-4 7 535,2-2 0,-10 6 0,2-7 0</inkml:trace>
  <inkml:trace contextRef="#ctx0" brushRef="#br0">23902 6189 7690,'-4'-8'2340,"0"0"-1503,0 6-817,4-9 1,2 10-78,1-3 0,4 3-20,5 1 0,0 1 151,-1 3 0,-4-2 75,-3 6 0,1 0-90,-1 4 1,0-4 0,-5-2-173,-3 0 1,2 3 0,-3-3 0,1 2-218,0 0 0,-4-4 1,3 4 190,-1 1 0,3-3 1,-2 1 147,0-2 1,3 1-509,-2-3 158,3-1 0,2 3 1,2-4-1,2 2-1110,2 1 1451,1 0 0,3 1 0,1 2 0</inkml:trace>
  <inkml:trace contextRef="#ctx0" brushRef="#br0">23914 6495 8222,'-8'2'-116,"0"0"495,-1 2 0,0 1 713,1-1 1,4-2-755,8 2 0,-2-3 0,6-1 0,2-1-239,0-3 1,2 2 0,0-2 0,-1 3-805,1 1 1,0 0 0,0 0-928,0 0 1,-1 0 1631,1 0 0,5-5 0,2-2 0</inkml:trace>
  <inkml:trace contextRef="#ctx0" brushRef="#br0">24256 6319 8222,'0'-7'1156,"-2"3"0,0 8-969,-2 4 1,-1 8 0,2 3 0,-1 5-262,1 3 0,-2-2 0,1 4 0,0-1-366,-1-1 0,4 2 1,-3-4-1,3 0 141,1-3 299,-6-12 0,5 11 0,-4-8 0</inkml:trace>
  <inkml:trace contextRef="#ctx0" brushRef="#br0">23466 6967 8539,'-4'-8'755,"0"0"1,1 4-1,7-2 1,7-1-199,7 1 0,4-2 0,15-4 0,7-1 304,9-3 1,7 2-1,4-5 1,-30 11 0,0 1-730,1 1 1,-1 1 0,23-5 0,-4 6 0,-10 1-643,-8 2 0,-11 1 0,-2 1 0,-4 2-696,-3 1 0,-6 5 0,-1-1-423,1 2 0,-2 1 0,-1-2 1629,-1-1 0,5 0 0,-4 3 0</inkml:trace>
  <inkml:trace contextRef="#ctx0" brushRef="#br0">23548 7250 8241,'-17'12'-772,"7"-2"1,-5-1 1964,1-1 0,-1-5-682,4 1 1,4-4 0,5-4 0,4-4-308,6-3 0,2 0 0,2-1 0,0 0-73,0 0 0,0 0 0,-1 1 0,1-1-31,0 0 0,0 4 0,0 2 1,-2-1-180,-2 1 0,2 2 0,-2-3-144,3 2 1,1 1-1,-1 4 114,1 0 0,-1 1 0,-2 3 0,-1 4-118,1 3 1,-3 0 0,2 1 0,1 0-59,2 0 1,-3-1 0,-2 1 0,1 0-111,-1 0 1,-2 0 0,3-1 0,-1 0-1410,1-3 1804,-4 2 0,7-3 0,-3 5 0</inkml:trace>
  <inkml:trace contextRef="#ctx0" brushRef="#br0">23631 7309 8240,'-5'-2'253,"5"-1"1,1 0-1,8-5 1,3-1-332,2-2 1,3-2-1,-1-1 1,4-3 101,2-1 0,-2 2 1,-2-3-1,0 2-342,1 3 0,-5 1 1,2 1-1613,-3 0 1930,-1 6 0,-1-5 0,1 5 0</inkml:trace>
  <inkml:trace contextRef="#ctx0" brushRef="#br0">24008 7167 8167,'-8'8'-55,"2"0"148,0 1 1,-1-2 927,3 1 0,-4-4-601,4 3 1,5-4 0,7 1-282,3-3 1,-4-5-1,1 0 1,1 0-615,2-1 0,1 4 1,-2-4-1,-1 1-856,-1 0 0,0 0 1331,4 4 0,5-5 0,1-2 0</inkml:trace>
  <inkml:trace contextRef="#ctx0" brushRef="#br0">24268 7073 8474,'-12'0'627,"4"5"0,1 3 1,2 3-259,2 0 0,-2 2 1,1 3-1,2 4-168,0 2 0,-2 3 0,1 1 0,0 2-712,2-2 511,1-6 0,0 7 0,0-2 0</inkml:trace>
  <inkml:trace contextRef="#ctx0" brushRef="#br0">3231 4892 7857,'0'12'158,"0"0"0,0 0 0,-2-1 1,0 1 93,-2 0 1,0-4-1,4 0 1,0 1 174,0 1 1,0-2-1,0 0 1,0 1 481,0 2 1,0-4 1129,0 1-1721,0-5 1,0-7-1,0-10 1,1-7-1,2-9-264,1-7 1,0-6 0,-3-8 0,2-4-167,0-3 1,1-2-1,-4-2 1,0-3-217,0 30 0,0 0 0,0-29 1,0 29-1,0 1 0,2-32-22,2 5 0,-3 15 0,3 8 0,-3 8 325,-1 7 1,0 5-5,0 6 1,1 6 0,3 2 210,4 2 0,3 4 0,1 0 0,-1 4-188,1 0 0,0 2 1,0 4-1,1 0-133,3-1 0,1 1 0,2 0 0,-2 0-219,0 0 1,-2-1 0,3 1 0,-1-1-275,-2-4 0,-2 3 0,-2-5-1297,1 1 1929,-5-3 0,3 7 0,-3-3 0</inkml:trace>
  <inkml:trace contextRef="#ctx0" brushRef="#br0">3183 4515 7850,'-11'5'1017,"0"3"-54,3 3 0,-1-4-35,5 1 1,2-5 0,6 1 0,3-3-430,4-1 0,6 0 0,1-1 1,3-3-731,3-4 0,-3 1 1,6 0-1,-1-3-480,2 0 1,-6-2 0,6 2 0,1 1-2218,-1 1 2928,1 5 0,0-7 0,1 3 0</inkml:trace>
  <inkml:trace contextRef="#ctx0" brushRef="#br0">3903 4161 9193,'-8'6'2424,"0"1"0,-1 4-1814,-2 1 1,-2 6 0,-1 4 0,-3 7-39,-2 5 1,0 1-1,-3 11 1,1 4-67,1 3 1,2-1 0,-2 3-1,4 1-799,3 1 0,7-13 1,2 6-1,2-7-618,2-5 0,6-12 0,1-6 0,4-6-306,1-2 0,1-5 0,1-3 0,2-4-795,-2-4 2012,-1-3 0,4-10 0,2-1 0</inkml:trace>
  <inkml:trace contextRef="#ctx0" brushRef="#br0">4032 4350 10374,'0'12'667,"0"1"1,0 3 0,0 4-2,0 7 0,0 4 0,-1 7 1,-1 1-825,-2-1 1,0 0 0,4-1-1,0 0-1149,0-3 1,0-11 1306,0 1 0,-6-3 0,0 2 0</inkml:trace>
  <inkml:trace contextRef="#ctx0" brushRef="#br0">4233 4197 7841,'4'11'3422,"1"0"-2489,2-3 1,1 4 0,3-1 0,1 8-458,0 3 1,0 8 0,-1 4 0,1 5-206,0 3 1,-1 2 0,-2 1-391,-1-1 0,-6-1 1,2-6-1,-4-5 0,-3-2-330,0-3 1,-7-6 0,3-4-1,-5-3-483,-4-4 0,3-2 0,-3 0 932,3-4 0,-4 3 0,-1-1 0</inkml:trace>
  <inkml:trace contextRef="#ctx0" brushRef="#br0">5247 4350 7792,'0'12'210,"-4"1"0,0 3 0,0 3 56,-1 3 1,2 5-1,-3 3 1,-1 5 29,1 2 0,3 5 1,-2-2-1,1 1-160,0-2 0,0-10 0,4 1 0,0-6 302,0-5 0,0-11 106,0-4 0,1-17 0,2-12-225,1-4 1,1 1 0,-1-7 0,4-2-323,2-4 0,-2 2 0,0-5 1,0 0-260,-1-2 0,3 1 1,-3 1-1,0-2-74,1 2 0,0 6 1,3 2-1,-2 7 37,-1 5 0,-4 10 0,2 8 209,-1 7 0,3 11 1,-4 8-1,0 4 163,1 8 0,-2 1 0,4 9 0,-2 1 78,-3 3 0,1-6 0,0 7 0,1-1 157,-2 0 0,0-3 0,-2-2 0,-2-3-2,-2-4 1,2-8-1,-7-1 1,-3-5-325,-3-3 0,-2-2 0,3-3 0,-2-1-380,2-3 1,-3-3 0,1-5-351,2 0 0,2-2 0,4-1 0,4-7-2741,3-4 3489,1 1 0,10-9 0,3 3 0</inkml:trace>
  <inkml:trace contextRef="#ctx0" brushRef="#br0">5660 4869 7820,'0'11'430,"-5"6"0,3-3 1,-3 1 610,0-2 0,5-7-556,0-6 1,1-11 0,7-9 0,1-3-68,2-5 1,-4-2 0,0-5 0,0-2-239,-1-2 0,-2 6 0,3-2 0,-2-1-262,-3-2 1,0 0-1,-2-3 1,0-1 58,0 0 0,0 6 0,1 0 0,2 2-589,1 5 0,0 12 620,-4 5 1,0 9 0,0 3 0,0 8 20,0 7 0,3 0 0,1 8 0,0 4-62,2 6 0,-5-3 1,4 8-1,0 1 36,3 2 0,3-2 1,-1 2-1,1-3-47,0-4 0,-1-5 0,5-1 0,-2-1 211,-1-5 0,0-12 0,0-2 0,0-6 205,-1-6 0,1-8 1,0-9-1,0-5-148,0-6 1,1-7 0,1-4-1,2-4-305,-2-5 0,1 5 0,-2-5 1,1-3-623,1 0 0,-9 3 1,5 2-1,-5 7-230,-3 8 0,-2 20 0,-2 0 390,-3 7 0,1 10 0,-3 7 1,-1 7-403,1 7 0,3 2 945,-1 7 0,-3-6 0,1 3 0</inkml:trace>
  <inkml:trace contextRef="#ctx0" brushRef="#br0">6226 4774 7820,'0'12'0,"0"0"823,0 0 1,-2-4-220,-1-1 1,1-7 347,-2-4 0,3-3 0,2-14 0,2-3-469,1-2 1,4-7 0,-3 2 0,0-3-487,0-2 1,3 0 0,-4-2 0,0-3-78,1-1 1,-3 3-1,2-3 1,-3 1-194,-1 3 1,0 11-1,0 5 1,0 3-1550,0 5 1655,0 6 1,0 4 176,0 8 0,1-1 0,3 3 15,4-1 1,3 3 0,2-4 557,2-1 1,-2-2 0,3-1 0,-1 0-85,0 0 0,-2-4 0,4-1 0,-1 0-510,0-1 0,0 1 0,-5 3 0,1-2-140,0 1 0,0 2 0,0 1-1920,-1 0 1,-4 1 2070,-3 3 0,-3 8 0,-1 6 0</inkml:trace>
  <inkml:trace contextRef="#ctx0" brushRef="#br0">6320 4503 8705,'0'-8'1435,"0"0"0,1 5 1,3-4-383,4 2 0,3-1 1,0 4-1,1-2-1236,0 1 1,4 2 0,0 1 0,-1 0-817,2 0 1,-4 0 0,3 0 0,-3 0 34,-1 0 964,0 5 0,0 2 0,-1 5 0</inkml:trace>
  <inkml:trace contextRef="#ctx0" brushRef="#br0">6320 4751 7820,'-12'17'390,"2"-4"0,1 3 0,2-3 1906,2-2 0,1-3-1834,4 0 1,6-5 0,5 1 0,5-3 633,2-1 0,-1-5 1,5-3-1,3-3-1388,0 0 0,0-1 1,-3 0 291,-2 0 0,7 1 0,-2-1 0</inkml:trace>
  <inkml:trace contextRef="#ctx0" brushRef="#br0">1875 6389 9439,'-12'0'825,"5"2"0,2 0 383,0 2 1,3 1 759,-2-1-1652,-2-2 0,5-2 0,-3-8 0,4-3-97,4 0 1,-2-3 0,6-1 0,1-5-250,2-2 1,1-2 0,-1 1 0,1-1-66,0 0 0,0 2 0,-1 1 0,1 3-121,0 1 1,-4 1-100,0 4 1,0 6 0,3 3-2,1 6 1,-1 3-1,-2 7 1,-3 2 127,0 1 1,3 5 0,-1-2 0,2 3 72,2 2 1,1 0 0,1-2-1,2-1-68,-1-2 0,-1 0 0,0 0 1,3-3-199,2-3 0,-5-1 0,2-1 1,-3-4-215,-1-3 0,0-2 0,-1-2 0,1 0 209,0 0 0,-4 0 0,-2-2 386,0-2 0,3 3 0,-3-4 0</inkml:trace>
  <inkml:trace contextRef="#ctx0" brushRef="#br0">2105 6484 11283,'22'-33'356,"9"-13"10,1-5-156,4-5 1,-2-1-1,-14 26 1,2 1 0,-2 1-1,0 1-842,18-23 0,-10 12 1,-7 6-1,-6 7-1647,-4 8 2279,-7 9 0,1-2 0,-5 5 0</inkml:trace>
  <inkml:trace contextRef="#ctx0" brushRef="#br0">2759 6142 6315,'-7'1'0,"2"2"0,0 1 0,4 0 0,-10 1 0,10 1 0,-4 6 0</inkml:trace>
  <inkml:trace contextRef="#ctx0" brushRef="#br0">2900 6047 6625,'7'0'3085,"0"0"-1143,-4 0-571,-1 0 0,3 0-843,-5 0 1,-5 6-389,-3 2 1,-3-2 0,0 2 0,-1 1-148,0 2 1,-1 0 0,-1 1 0,-4 1-194,0 3 1,2-3 0,-2 4 0,0-1 112,-1 0 0,4-1 0,-4-3 0,2 0 87,3 0 0,1-2 0,1-1 0,0-1 81,0 1 1095,6-3-662,1-1 0,6-7-230,3-1 1,-2 1 0,6-2-139,2 3 1,0 1-1,2 0 1,0 0-131,-1 0 0,1 0 0,1 0 0,3 0-235,4 0 1,-2 1-1,2 2 1,-1 2 102,0 2 1,3-1-1,-4 2 1,2-3-906,0 1 1,-5-4 0,4 5-1,-2-2-252,-3-2 0,-5-2 0,-1-1 1273,1 0 0,2 0 0,1 0 0</inkml:trace>
  <inkml:trace contextRef="#ctx0" brushRef="#br0">3443 5882 7932,'0'-7'633,"0"-1"1,0 0 1127,0-4-1112,0 5 1,0 4 0,0 6-227,0 5 0,0 8 0,0 5 0,0 5-401,0 6 0,-4 3 1,0 3-1,0 3-861,-1 1 0,2-3 0,-3 1 0,-1-2-1038,1-4 1877,-2-6 0,-4 11 0,0-2 0</inkml:trace>
  <inkml:trace contextRef="#ctx0" brushRef="#br0">2593 6641 22715,'30'-3'-23,"34"-3"-14,-1 0 1,-1 2-1,0 1 0,-3 1 1,-1 1-190,-5 2 0,-1 1 0,-6 0 0,-2 1 0,-4 1 0,-1 1 0,-3-1 1,-2 0-1863,28 5 1,-11-4-1,-4-1 1,-6-1 635,-4 1 0,-10-3 0,-2 2 1452,-3-6 0,-1-2 0,-5-3 0,2 3 0</inkml:trace>
  <inkml:trace contextRef="#ctx0" brushRef="#br0">4056 5729 7818,'0'-12'302,"0"1"631,0-1 0,-1 5 0,-3 3-151,-4 3 1,1 11-1,0 6 1,-3 8-178,0 7 1,-2 7-1,0 15 1,0 7-295,7-26 0,-1 1 1,-2 4-1,0 2 1,-1 5-1,1 1 1,-1 5-1,0 2-137,-2 5 1,1 0 0,-1-1-1,-1 1 1,1 3 0,0 0-1,1-3 1,0 0-500,2-1 1,1-2 0,0-10 0,2-2-1,1-2 1,0-1 0,2-6 0,0-1-532,1 23 0,1-12 0,0-8 1,1-7-746,3-6 1,-3-8 1079,3-1 1,-2-8 520,-2-24 0</inkml:trace>
  <inkml:trace contextRef="#ctx0" brushRef="#br0">3702 6613 7810,'-12'0'2918,"1"0"1,-1 4-2061,0 0 0,6 1 0,3-2 1,7 1-159,8-1 1,6-2 0,11-1 0,8 0-236,8 0 1,12-1 0,-23-1-1,1 0 1,5-2 0,1 1-375,4 0 1,1 0-1,1-3 1,1 1 0,4 1-1,1 1 1,1 0-1,0 0-223,-1 1 1,0 0 0,-5 1 0,-1 1-1,3 0 1,-1 0 0,-3 0 0,-1 1-11,2 1 0,-2 0 1,-5-1-1,-1-1 1,3 2-1,0 0-235,-2-1 1,0-1-1,0 1 1,1-2-1,-4 1 1,0-1-1,-1 0 1,-1 0-1,-1-2 1,-1 0-973,30-3 1,-13-2 0,1-3 0,-7 4-190,-7 3 1,-19 1 1537,-6-1 0,-4 7 0,0-1 0</inkml:trace>
  <inkml:trace contextRef="#ctx0" brushRef="#br0">3761 7203 8632,'-8'-4'3322,"1"0"-2578,4 0 1,-6 9-1,5 4 1,1 6 13,2 4 0,1 10 0,1 8 0,2 10-374,1 11 0,0-26 0,0 2 1,-2 4-1,0 2 0,-1 2 0,1 1-176,1 2 1,0 2-1,-3-2 1,1 1 0,1 3-1,0-1 1,-1-1-1,-1-1-448,0 0 0,0-1 0,0-7 0,0 0 0,0-3 0,-1 0 0,-2 25-1046,-1-10 0,0-13 0,4-4 0,2-7 1286,2-8 0,2 2 0,6-2 0</inkml:trace>
  <inkml:trace contextRef="#ctx0" brushRef="#br0">4457 6189 7878,'-4'12'-350,"0"-1"0,1 1 632,2 0 0,0 0 0,-2 1 0,-1 1 259,2 2 1,-1 1 0,0-3 0,0 2 214,0-1 1,2-2-1,1-1-165,0-1 1,0-5 0,1-6-53,3-7 0,-2-11 1,6-9-1,1-8-420,2-6 0,1-3 0,-2-6 0,-1-4-519,-1-3 0,-1 4 0,1-5 0,-3-1 163,0-3 1,-4 0 0,3-2 0,-2 4-287,-2 6 0,0 14 0,0 7 155,0 7 1,1 10 464,3 12 0,3 8 0,3 4 0,0 2 30,2 2 1,-1 1 0,7 2-1,0 2-129,1 1 0,-1-2 1,3 3-1,-1 1-338,1-2 0,-4 3 0,-2-4 0,-1 0-306,-3 0 0,1-1 1,-1-4-1,-4 0-1307,-3 0 1953,-2-1 0,-2 1 0,0 0 0</inkml:trace>
  <inkml:trace contextRef="#ctx0" brushRef="#br0">4327 6083 8370,'-4'12'1246,"0"-1"-747,2 1 0,2-5 0,4-2 1,5-1 591,5 0 0,5-2 0,4-5 0,2-5-1203,3-3 0,-1-1 1,6-1-1,1-1-2391,-1-2 0,-1 0 2503,4 5 0,-6-6 0,-1-2 0</inkml:trace>
  <inkml:trace contextRef="#ctx0" brushRef="#br0">5094 5741 8995,'-6'-7'1143,"0"2"1,-6 5-1,0 0-58,1 0 0,-3 7 0,-1 4 0,-5 9-171,-2 6 0,2 1 1,1 4-1,-1 3-464,2 4 0,-5 5 0,5 7 0,0 1-927,2-1 1,3-2-1,2-3 1,3-3 453,4-3 0,3-10 0,2 1-2456,3-8 1,3-6 0,5-8 2478,0-4 0,5-3 0,1-1 0</inkml:trace>
  <inkml:trace contextRef="#ctx0" brushRef="#br0">5129 6083 7838,'-14'12'0,"-1"-2"1323,1-2 0,7 1 1,-4-5 938,0-1-1515,6-2 1,5-6 0,6-3 0,4-3-417,1 0 1,-2-5 0,7 0 0,-3 2-174,-1 1 1,0 1 0,0 1 0,-1 2-247,1 1 0,0 6 0,0-2 0,0 2-45,-1 2 0,-1 0 0,-1 2 0,1 2-55,-1 4 0,1 7 1,1 4-1,1 0-113,0 1 0,-2 0 0,0 3 1,-2-1-649,1-2 1,-3-2 0,2-3-701,1 1 1,-2-6 1648,1-6 0,0-3 0,3-1 0</inkml:trace>
  <inkml:trace contextRef="#ctx0" brushRef="#br0">5188 6224 7838,'-5'7'629,"-2"-2"3153,-5-5-3107,6 0 1,2-5-1,8-3 1,5-3-1,4-2-701,3-2 1,1 0 0,-3-4 0,3-1-782,2 2 1,-1-3 0,2 4 0,-3 0-2267,0 0 3073,-4 1 0,9-6 0,-3-3 0</inkml:trace>
  <inkml:trace contextRef="#ctx0" brushRef="#br0">5542 5729 8819,'-7'1'3169,"3"3"0,4 7-2311,4 7 0,3 8 1,5 15-1,-2 6-401,-2 7 1,-3 6 0,-5 4 0,-1 3-1371,-3-3 0,-4-6 0,-6-7 913,-2-6 0,-5 3 0,3-11 0</inkml:trace>
  <inkml:trace contextRef="#ctx0" brushRef="#br0">2593 7257 13710,'1'-2'1,"11"-25"8,-2 0-98,-2 0 0,-1 1 1,-5-4-1,2 2-20,-1 6 1,-7 0 0,-4 7-1,-3 3-49,0 3 0,-1 7 0,11 2 144</inkml:trace>
  <inkml:trace contextRef="#ctx0" brushRef="#br0">3172 6991 6887,'0'-12'1699,"0"0"0,0 4-612,0 0 1,0 7-665,0 1 0,0 6 0,0 9-73,0 1 0,0 1 0,0-3 0,0 3-208,0 1 0,0-2 0,0 2 0,0 1-13,0-1 0,0-3 0,0 0 0,0-2 49,0-1 1,-4-4 0,0 0-109,1 1-87,2-4 1,1-1-1,0-8 39,0-4 1,1-2 0,2-2-131,1 0 0,4 4 0,-3 2 1,1-1 78,4 1 1,-4 3 0,2-1-247,1 3 1,2 1 0,0 0 212,1 0 1,-4 4 0,-1 1 0,-1 2 198,1 2 1,-5 5 0,4 2 0,-3 0-33,1 1 0,0-3 0,-4 6 0,0 1 39,0 1 0,0-2 0,0-2 0,-1-1 58,-3-3 1,1 0-1,-4-3 1,-1 1-286,1 0 0,-3 0 0,2-2 1,-3-2-437,0-4 0,-1-1 1,-1-1 276,-3 2 1,7-4 0,-3-5-1,2-2-587,-1-2 0,3-3 0,2-2 0,0-2-31,4 2 1,-3-1 0,1 1 859,1-2 0,-4-10 0,1 1 0</inkml:trace>
  <inkml:trace contextRef="#ctx0" brushRef="#br0">3089 6991 7669,'-8'0'1646,"0"0"-1211,-1 0 0,5-2 0,6-2 734,8-4 0,10-2 0,10-2 0,5 0-888,2 1 1,1 3-1,0 1-281,1 2 0,1 1 0,-5 4 0</inkml:trace>
  <inkml:trace contextRef="#ctx0" brushRef="#br0">20883 3996 8216,'5'-12'0,"3"2"50,3 2 1,7-4 0,7 3 0,12-4 121,13-1 0,11-1 0,-22 5 0,1-1 62,2 1 1,2 1-1,8-1 1,1 1 0,4-1-1,1 1 1,2 0 0,1 2-1,2 1 1,1 0-277,-2 2 0,0 0 0,-1-1 0,-1 1 1,0 2-1,1 0 0,-3 1 0,0 0 73,-1 0 0,-1 0 1,-6 1-1,-1 0 1,5 0-1,0 0 1,-3 0-1,-1 0 15,-1 0 0,-1 0 0,-10 0 0,0 0 0,-1 0 0,0 0 0,28-1-392,-14-3 1,-7 3 0,-11-3 0,-6 1-2950,-7-1 3044,-5 3 0,-14-8 0,-5 5 0,-7 1 36,-4 2 1,-5 1 0,-7-1 0,-5-2 214,-2-1 0,-1 0 0,-1 4 0</inkml:trace>
  <inkml:trace contextRef="#ctx0" brushRef="#br0">4363 6861 7882,'0'-7'314,"0"1"2671,0 2-2358,-6 2 0,4 2 0,-5 8 0,2 4-358,2 4 0,1 2 0,-1 7 1,-1 3-119,2 3 1,-4-1 0,2 2 0,0 0-310,-1 2 0,4 0 1,-3-2-1,3-5-915,1-2 1,0-5-1,0-2-701,0-1 1,0-5 1773,0-4 0,-6-5 0,0 2 0</inkml:trace>
  <inkml:trace contextRef="#ctx0" brushRef="#br0">4516 7214 7855,'-8'0'3508,"0"0"0,2-1-2586,-2-3 1,3 2-1224,5-6 0,1 5 1,1-2-941,2 0 1,6 3 0,-4-3 1240,1 0 0,3 4 0,-3-5 0</inkml:trace>
  <inkml:trace contextRef="#ctx0" brushRef="#br0">4823 6849 8469,'-6'-7'4376,"4"1"-1450,-6 2-2269,5 3 0,-2 1 0,5 8-576,0 2 1,0 6 0,0-1 0,0 0-125,0-2 1,0 3 0,0 1 0,-1 0 130,-3 0 1,2 0 0,-2-3-1,3 2-1024,1-2 0,0-1 797,0-1 1,0-4 0,1-1 159,3-2 0,-2-3 0,3-4 0,-1-3-50,0-2 0,5-1 0,-1-2 0,2-1-247,2-1 0,-4 7 1,0-7-1,1 2 115,1 0 1,1 2 0,-2 1-1,-1 1 144,1-1 0,-2 4 1,1-1 57,1 3 1,0 2-1,-1 3 1,-3 4 77,0 3 1,-3 1 0,3 1-1,-1 1 59,0 2 0,0-1 0,-4-1 1,0 0 339,0 2 1,-2 1 0,-2-2-412,-3 5 1,0-7-1,0-1 1,1-3-547,-1-2 0,-1 2 0,-5-5-169,-2-2 0,5 4 1,-1-2-1,0-2-82,1-1 0,2-2 0,0-3-103,-1-4 0,4 2 1,1-2-1,2-1-1352,2-2 2145,0 0 0,-5-1 0,-1 0 0</inkml:trace>
  <inkml:trace contextRef="#ctx0" brushRef="#br0">4834 6802 7848,'-11'0'473,"-1"0"0,1-1 2727,3-3 0,6 1-2391,10-5 1,5 2-1,12-4 1,3 3-771,8-3 0,2 0-39,9-2 0,-2 0 0,7 1 0</inkml:trace>
  <inkml:trace contextRef="#ctx0" brushRef="#br0">1887 7983 20310,'-9'11'211,"-5"11"187,-3 7 0,0 2-349,-1 3 1,5 6 0,-1-1 0,7-1 0,1-1-324,4-2 0,2-1 0,4-4 0,5-5-15,5-4 1,6-12 0,6-1 0,2-5-161,-2-3 0,0-11 0,0-5 1,2-6 154,-2-5 1,-19 19 214</inkml:trace>
  <inkml:trace contextRef="#ctx0" brushRef="#br0">2275 8464 7797,'-6'5'1654,"-5"-3"0,4 2 80,-4-3 0,3 0 0,0 2 899,-1 1-2304,4 0 0,0-10-1256,5-1 0,1 1 0,3 1-1070,4 0 0,2 2 1,2-3-1958,0 0 3954,0 2 0,-1-1 0,1-1 0</inkml:trace>
  <inkml:trace contextRef="#ctx0" brushRef="#br0">2707 8345 12618,'-3'17'-768,"-1"5"-590,4 0 238,0-3 0,1-7 1,3-6 773,4-1 0,-1-5 0,-1-5 0,1-1 346,-1-4 0,2 0 0,4-2 0</inkml:trace>
  <inkml:trace contextRef="#ctx0" brushRef="#br0">3761 8417 7915,'-4'-8'1169,"0"0"608,0 6-1337,-1-4 1,4 9 0,-3 3 0,3 8-16,1 3 1,0 7 0,0 9 0,-2 5 64,-2 5 0,2 14 0,-6 6 1,3-29-1,1 1-422,-1 2 1,-1 1 0,-2-1 0,-1 0 0,0 3 0,0-1 0,-1 0 0,0-1-368,0-1 0,1-2 0,-6 20 0,1-6 0,3-9-767,3-6 0,6-10 0,-2-2-561,3-3 1,1-8 0,1-4 34,3-2 1592,-3-1 0,4-14 0,-5-3 0</inkml:trace>
  <inkml:trace contextRef="#ctx0" brushRef="#br0">4292 7886 7827,'-8'0'3192,"0"0"-2702,6 0 1,-8 2 0,6 2-113,2 4 1,-1 6-1,1 3 1,-2 3-119,1 4 1,-2 11-1,0 8-523,-2 3 0,-1 9 1,-4 2-1,1 2 1,-1 1-96,0-3 0,0-7 0,2-11 0,2-5-2334,4-8 2692,3-9 0,1 0 0,0-5 0</inkml:trace>
  <inkml:trace contextRef="#ctx0" brushRef="#br0">4433 8393 7815,'-11'12'2466,"3"-1"207,0-4-2354,0 4 0,3-11 1,5 1-1,6-5-807,5-2 0,1-2 0,-1-4 0,1 0-2711,0 1 3199,0-1 0,5 0 0,1 0 0</inkml:trace>
  <inkml:trace contextRef="#ctx0" brushRef="#br0">4988 7945 7541,'0'-11'-139,"0"-1"1618,0 0 1,0 4-1,0 0-733,0-1 0,0 3 1,0-2-1,-2 0-291,-2 1 1,2-2 0,-6 4-1,-1 0-150,-2-1 1,2 1 0,-1 3-1,-4-2-102,1 1 0,-4 2 1,0 2-1,-1 3-264,-3 4 1,4 4-1,1 2 1,3 3-321,1 1 0,1-2 0,0 2 1,3 1 129,4-1 1,3-2 0,1 2 0,1-1-204,3-2 1,4-8-1,6-3 1,4-2 461,0-2 1,-2 0 0,2-2 0,0-2 87,1-3 1,-4-4 0,4-1 0,-1-1-37,0-3 1,-6 3-1,1-2 1,-1 2 80,-3 1 0,0 0 0,2 0 284,-3 0-199,-3 6 0,-5 11 0,-1 11 0,-2 6 210,-1 6 0,-5 3 1,1 8-1,-2 6-194,-2 5 0,-1 5 0,-2 5 1,1-1 18,3-5 1,1-6 0,6-6-4700,1-7 4438,2-5 0,6-11 0,2-2 0</inkml:trace>
  <inkml:trace contextRef="#ctx0" brushRef="#br0">1521 9207 7807,'5'-7'1531,"-4"-3"0,3 2 1,-2-3-701,-2 0 0,0 3 0,-2 1-276,-2 2 1,2 1 0,-6 5 0,-1 3-194,-2 4 0,-1 8 0,1 3 0,-1 5-252,0 4 1,-1 7-1,-2 7 1,0 2-302,0 3 0,6-1 0,3 8 0,0-2-393,4-2 1,7-10 0,7-8 0,6-6 146,4-7 1,7-11-1,1-10 1,3-8 145,3-8 0,-6-11 0,5-5 0,-2-6 406,-4-2 1,-10 3 0,2-4 0,-5 0-83,-6 1 1,-6 1 0,-1 7 0,-4 1-5,-3 2 1,-7 6-1,1 3 1,-5 7-357,1 6 0,0 7 1,-1-1-1,-1 6-118,2 4 1,2 8-1,3 2 1,1 1 69,-1 3 0,4 1 0,1 1-1747,3-4 2122,1 9 0,0-8 0,0 8 0</inkml:trace>
  <inkml:trace contextRef="#ctx0" brushRef="#br0">1933 9702 7807,'-9'0'963,"-2"0"1206,-7 0 1,7 0 0,-1 0-640,1 0 1,6-1-1966,1-3 0,8-2 0,4-3 0,3 1-359,0-1 1,-3 3 0,0-1-1,1 2 666,2 2 128,0 2 0,1-4 0,0-2 0</inkml:trace>
  <inkml:trace contextRef="#ctx0" brushRef="#br0">2558 9089 7289,'0'-12'-584,"0"0"1,0-1 1907,0-3 1,-3 3 0,-3-2-1,1 2-93,0 1 1,-4 4-1,-1 1-810,-4 2 0,1 1 1,-3 4-1,2 0-46,-2 0 1,2 3-1,-5 2 1,1 5-140,0 4 0,3-3 1,0 8-1,1-1-480,3 0 1,3-2-1,1 4 1,2 1 171,2 1 1,2-4 0,1-2 0,0-3-788,0-1 1,9-2 0,3-2 0,2-4 533,3-2 0,2-4 0,4-2 0,1-4 345,0-2 1,-5-6 0,0 0 0,-1 1 112,0-2 0,-3 2 0,-1-3 0,-3 1 185,-4 3 0,-3 2 1,3 3 130,-2 1 1,-2 5-1,-6 2-263,-1 7 0,-5 4 0,1 9 0,-2 5-163,-2 6 0,3-1 0,-2 10 0,-2 3-14,0 2 1,0 1 0,1 0-1,0 0-1266,1 0 0,3-6 1,1-2-1,2-7-209,2-6 1,7-14 0,4-2-133,3-5 1598,0-9 0,6-6 0,2-6 0</inkml:trace>
  <inkml:trace contextRef="#ctx0" brushRef="#br0">2959 9077 8190,'0'-17'568,"4"3"0,0-5 0,-1 2 599,-2 3 0,-1-3 1,0 1-1,0 0-661,0-1 0,0 4 0,-1-2 0,-3 1 101,-4 3 0,-2 4 0,-2 3 1,-1 3-247,-3 1 0,2 1 0,-5 3 0,2 4-425,3 2 0,1 7 1,1 2-1,0 2-522,0 2 1,2-4-1,1 6 1,2-2 280,2-2 1,1 0 0,4 1 0,1-2-271,3-4 1,-1-5 0,6-1 0,3-4 489,2-1 1,3-1 0,-1-5 0,2-3 255,1-4 0,3-2 1,-4-3-1,1-2 90,-4 0 1,0-5-1,-1 3 1,2-1-82,-2-3 0,-5 4 0,-1 0 0,0 1-25,-1 0 1,-1 2-5,-2 6 1,-3 5 0,3 11 131,-2 8 0,-2 6 0,-2 7 0,0 5-105,-2 4 0,-9 8 0,1-2 0,-1 5-673,0 1 1,1-5 0,0 5 0,2-5-1387,2-6 1,3-10 0,5-4 1880,0-3 0,0-2 0,0-9 0</inkml:trace>
  <inkml:trace contextRef="#ctx0" brushRef="#br0">3655 9171 8472,'-8'0'2377,"2"2"-1556,0 2 1,3 7 0,3 10 0,0 7-416,0 7 1,0 12 0,0 12-397,0 7 1,-3-30-1,0 1 1,0 1 0,-2 0-1,1-1 1,-1-1-1,0 0 1,0-2-657,-7 27 0,7-17 0,-6-8 1,5-8-3241,3-10 3886,2-9 0,-4-3 0,-2-6 0</inkml:trace>
  <inkml:trace contextRef="#ctx0" brushRef="#br0">4292 9148 7785,'-12'0'711,"0"0"1,1 1 0,-1 3 244,0 4 1,4 4 0,0 3 0,0 6-305,2 6 0,-3 9 0,3 10 0,0 6-480,-3 6 1,2 0 0,-1 6-630,-1-4 1,4-2-1,1-14 1,3-7-1,1-7-267,0-8 0,0-7 724,0-7 0,5-6 0,1 3 0</inkml:trace>
  <inkml:trace contextRef="#ctx0" brushRef="#br0">4363 9808 9576,'-12'10'4109,"0"-2"-3459,0 3 1,6-15 0,2 0-771,2-5 0,8-3 0,2 0 1,2 0-1323,2 1 1,-4-1 0,0 0 1441,1 0 0,1 0 0,2 1 0</inkml:trace>
  <inkml:trace contextRef="#ctx0" brushRef="#br0">4929 9160 8148,'0'-12'1164,"0"0"1,0 0-471,0 0 0,-2 2 0,0 1 0,-2 1 0,0 0-133,-1 1 1,2-3-1,-5 3 1,-1 1-294,-2 2 0,0 3 0,-1 2 0,0 3-336,0 4 1,-1 4 0,0 2 0,-1 4-374,-1 5 0,9-2 1,-5 6-1,3-2-6,2-1 1,3-5-1,-1-1 1,3 1-183,1-1 1,5-7 0,3-1 0,3-3 627,0-5 1,1 0-1,0-4 1,0-3 352,0-7 0,-1 0 1,1-5-1,0 2 45,0-1 0,-4 0 0,-2 5 0,1-1 211,-1 0 0,-2 4-526,4 0 1,-5 7 0,1 1-1,-4 8-10,-4 6 1,-3 6 0,-5 7 0,0 6-175,1 5 1,-2 9 0,-2 7 0,-2 2-551,-1 3 0,3-6 1,1 3-1,3-6-958,4-8 1,4-6-1,-1-6 1610,3-6 0,6-11 0,2-8 0</inkml:trace>
  <inkml:trace contextRef="#ctx0" brushRef="#br0">5318 9254 8678,'0'-13'1008,"0"-3"1,4 3 0,0-3 0,-2 2-226,0-2 0,-2 3 1,0-3-1,0 2 428,0-2 1,0 3 0,0-3-758,0 3 1,-6 3 0,-2 2 0,-3 4-449,-5 3 1,3 2 0,-4 3 0,1 4-222,0 2 0,-1 3 0,4 2 0,-1 0-240,-1 0 0,9 2 1,-5 0-1,5 1-415,3 3 0,2-4 1,1 0 633,0 0 0,0-4 0,1 3 0,3-4 0,4-4 279,2-4 0,6 1 0,1-1 1,0-3 248,0-3 0,4-5 0,-2-5 1,0-1-20,1-3 1,-4 2 0,1-4-1,-2-1 119,0 1 0,-9 4 0,5-2 0,-3 4 312,-2 4-537,-3-2 1,1 14 0,-7 1 0,-2 9 51,-2 10 0,-2 5 0,-5 7 1,-3 5-100,-2 6 1,4 7-1,-5 7 1,0 1-1240,2-4 1,1-5-1,7-9 1,2-6-5353,4-7 6471,2-13 0,2 5 0,0-12 0</inkml:trace>
  <inkml:trace contextRef="#ctx0" brushRef="#br0">1615 10551 7852,'0'-12'1004,"-4"0"1,0 0 985,2 0 0,-4 1 1,1 0-1046,-1 3 0,-2 3 0,-4 5-384,0 0 0,-1 5 0,-1 4 1,-3 6-217,-2 5 0,0 8 0,-4 8-361,4 6 0,-4 7 0,5 2 1,0-1-1,2 0-553,3 1 0,6-6 0,5-1 0,4-6-150,6-8 1,4-9 0,4-6 0,3-7 248,4-8 1,2-12 0,1-12 0,3-7 365,1-7 0,-7-2 1,3-5-1,-1-4 186,-4 1 0,-2-1 0,-9 5 0,-2 2-173,-4 2 1,-4 13 0,-4-1-1,-4 10 26,-2 5 1,-2 6 0,0 4 0,0 3-164,1 3 0,0 5 1,2 8-1,2 4-978,2 2 1,1-2 0,4-1 0,0 4 1205,0 3 0,0-1 0,0 3 0</inkml:trace>
  <inkml:trace contextRef="#ctx0" brushRef="#br0">1780 11010 7852,'-9'11'1176,"0"-2"0,-2-2 1413,2-2-209,0 4 0,2-9-1944,4 0 0,6-4 1,4-5-1,1 2-560,0 2 0,0-4 1,3 2-2403,1 1 0,-4-3 0,0 5 2526,1 1 0,2-9 0,0-1 0</inkml:trace>
  <inkml:trace contextRef="#ctx0" brushRef="#br0">2228 10551 7852,'0'-12'2181,"0"0"-1083,0 0 0,0 4 1,0 1-1,0-3-99,0 0 0,-4-2 0,-1 0 1,0 0-414,0 1 1,-5-1 0,3 1 0,-4 2-322,-1 1 0,4 6 0,1-2 0,-3 3-166,0 1 1,-2 3-1,2 4 1,0 2-674,3 4 1,3 6 0,-4-2 0,0 1-128,1 3 1,2 0-1,5 0 1,0-3 128,0-1 0,0-1 0,3-6 633,5-2 1,0-2-1,9-6 1,-2-3 28,1-5 0,5 0 1,-3-9-1,1 1-77,-4 1 1,2-5 0,-1 3 0,-1 0 86,-2 0 1,-2 1 0,0 4 115,-3 1 0,-3 3 1,-5 3-65,0 3 0,-1 6 0,-3 12 0,-4 4-8,-3 2 0,0 7 1,-2 3-1,-2 6-223,-1 6 0,-5 1 0,3 3 0,-2-1-254,1 0 1,4-1 0,1-4 0,5-7-1460,5-6 0,3-8 0,2-4-2245,3-4 4037,2-4 0,11-14 0,2-2 0</inkml:trace>
  <inkml:trace contextRef="#ctx0" brushRef="#br0">2594 10503 7852,'4'-11'622,"0"-1"1,0 0 0,-4 0-1,0 0 1230,0 1 0,0-1 0,0 0-853,0 0 0,0 4 0,-2 2-638,-2 1 1,-2 1 0,-6 4 0,0 1-178,0 3 1,-3 3 0,-1 4 0,2 1-327,0 0 1,3 0 0,-1 1-1,1 1-256,4 2 0,-4 4 1,5-3-1,-1 0-137,3 0 1,3-2 0,1-3 0,0 0 30,0 0 0,5-4 1,3-2-1,2-1 217,2-2 0,5-7 0,1-4 1,2-4 390,0-3 0,-6-2 0,2-3 0,-3 3 19,-1 0 0,0 4 0,-2-3 0,-1 4 184,-1 5 0,-5-4-259,1 3 0,-3 4 0,-1 4 1,0 7-85,0 3 1,-5 3 0,-2 3 0,-1 4-134,0 2 1,1 3-1,-5 1 1,0 3-439,0 1 0,2-2 1,1 2-1,1-2-200,-1-1 0,3-6 0,2-3 0,3-1-379,1-3 1,0-4 1185,0-3 0,0 1 0,0 4 0</inkml:trace>
  <inkml:trace contextRef="#ctx0" brushRef="#br0">2948 10433 7523,'7'-15'0,"0"1"624,-2-1 1,4 5-1,-2-7 1,1 0 248,0-3 1,0 3 0,3 2-1,1 0 153,0-1 0,-4 3 0,-2-2 238,0 2 0,-4 6-803,-6 3 0,2 3 1,-6 1-1,-1 0-191,-2 0 0,-5 1 0,1 2 0,0 2-178,2 1 0,1 2 1,1 4-1,-3 0-414,-1 0 1,6 1 0,-3 1-1,1 3-351,1 2 0,-1-4 1,3 4-1,5-1-82,1 0 1,2-3 0,0 0 307,0-2 1,5-2 0,3-3 616,3-4 1,5-3 0,1-2 0,0-3 0,1-5 190,0-6 1,-2 1 0,4-4-172,1 0 0,-4-1 0,-2 2 0,-1 0 1,-3-2 47,1 1 0,-1 4 0,-4-2 1,-1 4-153,-1 4-94,-4 3 1,-1 19 0,-8 7 74,-2 7 0,-2 1 0,0 5 1,-1 4-215,-3 2 1,2 1 0,-4 5 0,-1 4-815,1 2 1,4-6 0,-1-2-1,6-4-851,5-6 1,3-7-1,2-2 666,3-8 1146,3-6 0,4-11 0,1 0 0</inkml:trace>
  <inkml:trace contextRef="#ctx0" brushRef="#br0">3655 9808 7852,'-8'8'0,"0"0"1101,-1 1 1,0 3 0,1 2 35,4 2 0,-1 6 0,1 3 0,1 9 0,1 10-553,-2 10 1,3 5 0,-2-23 0,0 0 0,1 3-1,-1-1-642,0 2 1,-2-1-1,0-1 1,0 0 0,-1 0-1,0-1 1,0-2 0,0-1-404,-6 28 1,2-11-1,1-5 1,2-10-2799,2-7 0,1-8 3259,4-1 0,0-6 0,0 3 0</inkml:trace>
  <inkml:trace contextRef="#ctx0" brushRef="#br0">4162 10197 7852,'-12'0'552,"2"1"0,1 3 301,1 4 0,4 4 1,-3 4-1,1 6-122,-1 8 1,5 3 0,-2 10-1,1 4-576,-1 7 0,3-2 0,-4 8 0,1-1-90,0-2 1,-4-10 0,4-3 0,0-6-1773,-1-8 0,3-5 0,-1-5-1773,1-4 3480,2-8 0,-5 2 0,-2-3 0</inkml:trace>
  <inkml:trace contextRef="#ctx0" brushRef="#br0">4351 10798 10665,'-5'7'3262,"3"-2"1,-3-6-3195,5-3 0,1-2 0,2-3 0,2 3-1100,2 0 0,-3-1 0,2 1 0,1 1-4225,-1 0 5257,2 1 0,4-1 0,0-2 0</inkml:trace>
  <inkml:trace contextRef="#ctx0" brushRef="#br0">4964 10268 7852,'0'-13'413,"0"-3"0,1 4 0,2-1 1,1 2 610,-1-2 1,-2 4 0,-1-5-1,0-1 65,0 2 0,-1 0-744,-3 1 1,1 1-1,-5 0 1,-1 3 0,-2 4-31,0 3 1,-5 1 0,0 1 0,0 5-213,-1 5 1,3 2 0,-4 7 0,-1 2-422,1 5 1,4-3 0,-1 5 0,5-1-257,2-1 0,5 1 0,-1-6 0,3-2 65,1-5 0,5-1 0,4-4 0,6-2 271,4-4 0,4-9 1,0-6-1,1-5 589,-1-2 1,0-2 0,-2-2 0,-3 1 72,-1 2 0,-1 4 0,-6-1 0,-1 3 203,-1 2 1,-5 3-508,1 0 1,-7 8-1,-2 2 1,-3 10-48,-5 5 1,1 8 0,-3 5-1,0 3-261,-1 2 0,2-1 0,-6 10 0,1 0-253,0 2 0,1-3 1,5-2-1,1-3-1117,6-4 0,3-5 0,3 1 993,0-1 0,6-12 0,5-9-1258,3-6 1823,2-2 0,1-5 0,1-2 0</inkml:trace>
  <inkml:trace contextRef="#ctx0" brushRef="#br0">5389 10268 7852,'10'-12'0,"-1"-1"0,-1-3 0,-1 2 0,2-5 1269,-1 2 0,-6-2 1,2 3-1,-3 2 0,-1 0-123,0 3 0,-1 3 1,-3 1-1,-4 2-829,-2 2 0,-3 2 0,-2 1 0,-2 1 65,-1 3 1,2 2-1,-2 4 1,0 0-367,-1 4 0,5 1 0,-2 1 0,3 2-706,1 1 1,4 3 0,1-2 0,-1 1 25,1-2 1,2 0 0,5-5 0,1 2 268,3-2 0,3-5 0,4-2 0,3-2 176,1-2 1,0-7 0,4-4 0,1-3 456,-2 0 1,3-2 0,-5-2 0,0-2-12,1-1 1,-4 3 0,1 0-183,-5 2 1,2 1-112,-3 0 1,-4 7 0,-4 6-14,-7 9 1,-3 4 0,-3 5-1,-2 3-221,-1 5 0,1-1 0,3 5 0,-1 1-484,-3-2 0,7 0 1,-2-4-1,5 2-587,3-2 1,2-3-1,1-3 1371,0-4 0,10-3 0,4-1 0</inkml:trace>
  <inkml:trace contextRef="#ctx0" brushRef="#br0">5966 10150 7852,'8'-20'-23,"-1"2"1,-1 1 17,1 2 0,-5 2 0,2 1 1728,-2 1 1,-2 3 0,0 0-376,0-1 0,-2 4 0,-2 1 1,-3 2-613,-4 2 1,-1 0 0,1 0-399,-1 0 1,-1 2 0,-2 2 0,0 3 0,-1 4-92,-1 1 0,2 1 1,-3 1-1,1 3-502,3 2 1,2 0 0,3 5 0,2-2-674,2-2 0,1 1 1,4-6-1,1 0 477,3-2 0,3-3 0,4-2 0,3-4 430,1-3 1,0-1-1,3-1 1,0-3-115,1-4 0,-4-3 0,4-4 0,-2-1 619,-3 2 1,-1-3 0,-1 1 0,-1 1-9,-4-2 0,3 7 1,-6-1-203,-2 0 0,0 7-234,-2 4 1,-7 11 0,-4 10 0,-3 5 0,-2 8-31,-1 8 1,-1 2 0,-6 11 0,1 3-822,-1 4 1,1-1 0,11-29 0,0 0 0,-10 29-793,2-8 1,8-8 1602,8-6 0,-2-8 0,-1-2 0</inkml:trace>
  <inkml:trace contextRef="#ctx0" brushRef="#br0">9186 5859 7852,'-12'6'106,"0"0"0,0-2 591,0-1 1,5 3-1,-1-2-56,-1 3 1,2-1 0,0-1 0,1-1 822,-1 0 1,5 1 1365,-2-1-2238,2-3 0,4-1 1,0-9-1,5-5-297,3-6 0,0-3 0,5-4 1,0-3-332,0-4 0,0 5 1,3-5-1,1 2-204,-1-3 0,-4 8 0,2-4 0,-3 6-137,-1 5 1,0 3 0,-1 6-35,1 4 1,-4 12 0,-1 12 0,-1 9 83,1 9 0,1 2 0,3 6 1,1 2 26,0 1 0,1-3 0,3 0 1,4 0-224,2-1 1,1-10 0,1-11-1,1-6-125,2-4 1,-6-7-1,2 0 1,-5-3 177,-4-1 0,-4-5 1,-3-3 469,3-3 0,0-6 0,2-1 0</inkml:trace>
  <inkml:trace contextRef="#ctx0" brushRef="#br0">9292 6142 11183,'0'-12'1360,"2"-1"1,6-5-694,8-10 1,11-10-1,9-16 1,-15 24-1,1-1-592,3-3 1,0 0 0,-1 2 0,0-1 0,1-1 0,0 0 0,-3 4 0,-1 0-1144,15-20 0,-10 12 0,-9 12 0,-1 4-2074,-2 2 3142,-9 6 0,11-3 0,-9 5 0</inkml:trace>
  <inkml:trace contextRef="#ctx0" brushRef="#br0">10164 5541 7797,'-15'0'0,"-1"0"0,1 0 0,2 0 0,2 0 4610,-1 0 1,0-2 701,0-2-4268,6 3 1,0-3-428,6 8 0,0-1 1,2 3-1,0 1-383,2-1 1,5 2 0,1 4-494,4 0 1,0-2 0,5-1 0,-1-2-276,0-2 1,2 3 0,5-4 0,1 0-164,2 1 0,-1-4 0,-3 3 1,-2-1 283,-2 1 1,2-3 0,-4 3 128,1-3 0,-2 3 1,-7 2 369,-2 0 1,-3-2 0,-7 4 296,-6 1 1,0 2 0,-9 0 0,0 2-96,-3 3 0,-6-3 1,-1 4-1,-1-1-381,-1 0 1,7 1-1,-4-3 1,1 2-1219,4-2 1,-1 3-1,6-1 165,1-2 0,8-4 1,4-4-1,6-1-408,4-2 0,9-3 0,4-3 1554,2-1 0,7-10 0,1 1 0</inkml:trace>
  <inkml:trace contextRef="#ctx0" brushRef="#br0">10895 5340 7757,'4'-12'0,"0"1"1,0 1 0,-4 6 1775,0 8 1,0 11 0,0 6-1,-1 6-964,-3 9 1,-4 0 0,-6 8 0,-3 1-814,-2 5 0,4 3 0,-2 0 0,2-4-3923,5-5 3924,0-6 0,-1 8 0,-1-4 0</inkml:trace>
  <inkml:trace contextRef="#ctx0" brushRef="#br0">9009 6366 7753,'-20'-7'0,"2"3"1208,1 3 1,1 1 1435,4 0 0,7 0 0,6 1-1132,10 3 0,8-1 0,13 3 0,10 1-1041,10-1 1,-19-4-1,2-1 1,7 1-1,3-1 1,5-2-1,3-1-360,8-1 0,1-2 0,-15 1 0,1-2 0,2 0 0,7 0 0,2 0 0,1 0 0,4 0 0,1-1 0,0 0-288,-12 2 0,0 0 0,0 0 1,-1 1-1,14 0 0,0 1 0,0 1 1,-12 0-1,1 0 0,0 0 0,0 1 1,-2 1-1,-1 0 0,1 1 1,-1 1 176,14 1 0,0 1 0,-2 1 0,-6 0 0,-2 0 0,0 2 0,1 0 0,-2 0 0,1 1 0,-1-1 0,0-1 0,-1 0 0,-1 0 0,0-1 0,-2 0 0,-5-1 0,-2 0 0,1 0 0,1-1 0,0 0 0,0-1 0,15 0 0,0 0-282,-6-1 0,-2-1 0,-9 0 1,-1 0-1,-3 0 0,-2-1 0,-3 0 1,-3-1-397,21-2 1,-10-9-1,-13 1 1,-6-2-312,-7-3 0,-6 4 0,-3-3 231,-4 3 0,-3 5 0,-2 2-617,-3 0 1,2 2 0,-6 4 1374,-1 0 0,-7 6 0,-3 0 0</inkml:trace>
  <inkml:trace contextRef="#ctx0" brushRef="#br0">11285 5210 8571,'-12'0'2395,"0"0"1,0 3-1504,0 5 1,2 4 0,1 15 0,1 13-553,-1 11 1,5-18 0,1 3 0,-1 8 0,0 2-1,0 8 1,-1 2 44,0 8 1,0 2 0,-1-20 0,1 1 0,-1 0 0,-1 7 0,1 1 0,-1 0 0,0 2 0,-1 0 0,1 1-442,-1 0 1,0 1-1,0-2 1,0-6 0,0 0-1,0-1 1,1 0-1,-1 1 1,0-2 0,0-1-1,0-1 1,0 0-46,0-2 0,0-1 0,1-1 0,-3 12 0,1-1 0,1-2 0,1-1 0,0-5 1,1-1 185,-1-4 0,2-2 0,-3 21 1,1 4-1,2-12-2442,3-10 1,0-18 901,2-8 1,2-14 0,0-6 0,2-14 1454,-1-15 0,1 0 0,3-18 0,7-2 0</inkml:trace>
  <inkml:trace contextRef="#ctx0" brushRef="#br0">11792 6083 8344,'-4'12'1078,"0"-1"1,-4-3 0,3-1 2133,-2-2-2667,4-1 1,-2-13 0,5-6-1,0-6-474,0-7 1,2-4 0,0-5-1,3-6-337,2-4 0,-3-1 0,4-10 0,0-4-17,-2-2 0,-1 31 0,-1-1 1,-1 0-1,0 0 0,3-30-35,3 5 0,-2 12 0,-1 4 1,0 7-98,-4 10 1,3 13-1,1 3 397,0 3 1,2 3 0,4 6 60,0 1 0,-4 0 0,-1 5 0,4 1-171,3 2 0,-1 0 1,3 2-1,-1 2-151,0 1 1,0 5-1,3-2 1,0 3-398,1 2 1,-7-4-1,2-2 676,0-1 0,1-1 0,-3-4 0</inkml:trace>
  <inkml:trace contextRef="#ctx0" brushRef="#br0">11615 5682 7753,'0'12'959,"0"-4"1,0-1 0,1 3-215,3 0 0,4 1 1,9-2-1,6-3-570,8 0 0,4-2 0,3-6 0,4 0-1060,4-2 0,-2-6 0,6 1 885,-5-5 0,6 1 0,-3-4 0</inkml:trace>
  <inkml:trace contextRef="#ctx0" brushRef="#br0">12393 5411 11746,'-5'-7'1853,"-3"3"0,1 3 0,-1 2 0,-1 5-678,-1 5 1,-3 8-1,-3 8 1,-5 6-541,-5 5 1,0 5 0,-5 10-1,1 6-696,15-27 1,0 1 0,2-2 0,0 0 0,-13 29 0,5-4-1599,5-7 1,8-7 0,7-14 0,6-7-1563,7-8 1,9-9 3220,3 0 0,4-13 0,8-4 0</inkml:trace>
  <inkml:trace contextRef="#ctx0" brushRef="#br0">12440 5670 7753,'0'-12'2559,"0"7"1,1 5 0,3 8-1626,4 6 1,-1 1-1,1 4 1,1 2-935,1 2 0,3 0 0,2 1 0,1 1-1135,-2 2 1,0-6 0,1 1-1,1-2-760,-2-2 0,0-3 1895,2 1 0,-3-3 0,4-2 0</inkml:trace>
  <inkml:trace contextRef="#ctx0" brushRef="#br0">12440 5977 7753,'-12'0'1950,"1"0"-273,-1 0 0,7-6 0,6-1-1267,9-4 1,7-2 0,8-3 0,3-3-1170,3-4 1,-1 4-1,0-1 1,1-1 758,-1-1 0,-4 4 0,3 1 0</inkml:trace>
  <inkml:trace contextRef="#ctx0" brushRef="#br0">12841 5399 11287,'-6'1'3161,"3"5"-1705,6 5 1,2 8 0,4 10 0,-1 7-1287,1 10 1,1 6-1,1 7 1,-3 2-231,-4 2 1,1-11 0,-1 0 0,-1-5-3774,-2-6 1,-1-13 3832,0-9 0,-5-4 0,-2-4 0</inkml:trace>
  <inkml:trace contextRef="#ctx0" brushRef="#br0">12499 6330 9256,'-12'0'2457,"1"0"1,5 0-1,8 0 1,8 0-1206,8 0 1,6 0-1,4 0 1,4 0-529,6 0 0,-1 0 1,2 0-1,-2 0-1463,-2 0 1,-1 0 0,-2 2 738,-5 2 0,3 2 0,1 6 0</inkml:trace>
  <inkml:trace contextRef="#ctx0" brushRef="#br0">9374 6731 7851,'-1'7'416,"-2"-2"39,-1 0 0,-1 2 0,3 5 1,-2-1 737,1 1 1,0 5-1,1 4 1,-2 4-771,1 2 1,-2 8 0,0-1 0,-1 4-485,1 0 1,-4 0 0,2-2 0,0 0 27,-1-6 1,4-8 0,-3-4 0,2-1 32,2-2 0,2-2 0,1-1 0</inkml:trace>
  <inkml:trace contextRef="#ctx0" brushRef="#br0">9610 7203 7699,'0'6'6556,"-1"-1"-3685,-3-5-3223,3 0-654,6 0 1,-1 0 0,6-1 0,-2-1 1005,-1-2 0,0-6 0,5 4 0</inkml:trace>
  <inkml:trace contextRef="#ctx0" brushRef="#br0">10153 6755 12740,'-7'5'695,"2"-2"1,5 4 0,0 3-407,0 0 1,-2 2 0,0 0-1,-2-1-51,1 1 0,1 4 0,-1 0 0,-1-1-153,1 2 0,2-3 1,0 1-1,-2-2-164,-1-1 1,0-4 0,4 0-1837,0 1 1187,0-4 0,2 1 0,0-8 348,2-2 1,5 2-1,-1-5 1,3 1 264,1-1 0,-5 3 0,1-2 0,1 0 117,2 4 1,-3 0-1,0 2 1,1 0 169,1 0 1,-2 2-1,-1 2 1,-1 3 54,1 4 1,-3 1-1,2 0 1,-1 1-25,-2 2 1,0 0-1,-1 3 1,2 0 360,-1 1 1,-2-4 0,-2 5-126,-3 1 0,1-4 0,-4-1-492,-3-3 0,-1-5 0,-4-2 1,-1 0-62,2-4 0,1 1 1,1-1-1,-1 2-418,-3-1 0,2-2 0,-4-2 1,0-2-348,4-1 0,1-1 0,1 1 1,2-4-114,2-2 0,-1-2 0,5 0 992,1 1 0,2-6 0,1-2 0</inkml:trace>
  <inkml:trace contextRef="#ctx0" brushRef="#br0">10188 6696 8370,'1'6'2045,"3"0"-1156,4-1 0,4-3 0,2 5 0,3-2-613,2-2 0,2-2 0,5-1 0,3 0-495,1 0 1,-4 0-1,3 0 1,-2 0-821,1 0 1,1 0-1,-5 0 1,3 0 1038,-1 0 0,-4-5 0,7-2 0</inkml:trace>
  <inkml:trace contextRef="#ctx0" brushRef="#br0">10884 7486 12838,'0'11'554,"0"2"1,0 3 0,0 4-52,0 2 1,0 3 0,0 3-1,0 3 117,0 3 1,4 1 0,-1-1 0,0-1-343,-2-1 1,1-4 0,0 5 0,2 1-162,-1-1 1,-2-6-1,-1 1 1,0-2 18,0 2 0,0-3 0,0 2 0,0-1 107,0 2 0,-4-2 0,-1 4 1,0 0-30,0 0 0,-1-1 1,2 4-1,-2 2-86,-1 2 1,-2-7 0,5 4-1,0-1-32,-1 1 0,2-5 0,-3 6 0,1-1-156,2 0 0,-2 2 1,1-1-1,1 0 87,2 1 1,0-1 0,-2-1 0,-1-1 27,1-2 0,2-7 0,1 2 0,-1 0-109,-3-1 0,3-4 0,-3-1 0,2-1-143,2 0 1,0 2-1,-1-7 1,-2-2-1118,-1-3-964,0-1 657,4-2 1,0-6-1,0-7-859,0-4 2480,0-1 0,6-5 0,0-1 0</inkml:trace>
  <inkml:trace contextRef="#ctx0" brushRef="#br0">11615 6896 7856,'-8'0'-663,"1"2"771,2 1 0,0-1 1,1 2 1102,-4-3 1,1 3-86,0 0 1,-1 5 526,-4-1 1,4-3 1714,0-1-2317,6-3 1,-4-2-759,6-3 1,6-2 0,1-5 0,4 1-348,1-2 1,1 5-1,1-6 1,2 1-84,-2 3 1,3 5 0,-1 0 0,-1 3-61,-2 1 1,-2 1-1,1 3 1,0 5 140,0 6 0,-4 3 1,-2 6-1,0 1 192,-4 2 1,-1 3-1,-2 4 1,-3-1 290,-4-1 0,-6-5 1,-3 3-1,-1-1-205,-3-3 0,2-5 0,0-1 0,-2-1-254,-2 0 0,4-6 0,0-7 1,1 0 93,0-4 1,3 0 0,0-2 0,1-2-611,3-2 1,4-2 0,2-6 452,0 0 1,3 0-1,0 1 76,4-1 0,5 1 0,5 4 1,-1 3-369,1 2 1,1 2-1,2 0 1,2 0 57,1 0 0,-2 0 1,2 0-1,1 0-761,-1 0 1,-2 0 0,2 0 0,0 2-481,1 2 1,-1-3 0,3 3 1569,-1-3 0,-1-1 0,5 0 0</inkml:trace>
  <inkml:trace contextRef="#ctx0" brushRef="#br0">12063 7250 7723,'-4'8'0,"-1"-2"1877,-2-1 1,4 1-1,-2-4-367,0 2 0,4 2-2156,-3-3 1,4-1-1,4 2-152,4-3 0,-2-1 0,1-1 0,-1-2-1891,1-1 2689,-5 0 0,9-1 0,-5-2 0</inkml:trace>
  <inkml:trace contextRef="#ctx0" brushRef="#br0">12358 6873 6938,'0'-8'7423,"0"0"-4270,0 5-2616,0-2 0,1 6 0,2 3 0,0 4-174,0 3 0,0 0 0,-1 1 0,2 1-269,-1 3 1,-2-2 0,-1 6 0,0 0-170,0-2 1,-1 3 0,-2-5 0,-2-1-77,-2 2 1,4-3-1,-4 1 1,2-2-289,2-1 0,1-1 0,-1-2-28,-1-1 0,1-7 442,7-1 0,-1-1 0,5-7 0,1-1 19,1-2 0,4-1 0,0 1 0,2-1-137,-2 0 1,-1 2-1,-1 0 1,0 4-155,0 1 0,-1 1 1,1 4-1,0 0 196,0 0 1,-1 5 0,0 3 0,-2 4 371,-1 3 1,-5 2-1,1 4 1,-2-1 170,2 1 1,-3 0 0,3 0 0,-4-2 86,-4 2 1,2-4 0,-6-1-1,-1-3-386,-2-1 1,-1 0-1,1-2-457,-1-2 0,0-3 1,0-5-1,1 0-544,-1 0 0,0 0 0,0 0 1,0 0-470,1 0 0,-1-4 0,1-1 0,2-1 364,1-4 1,2 0-1,-3-3 1,2-2 962,2 0 0,1-6 0,4 2 0</inkml:trace>
  <inkml:trace contextRef="#ctx0" brushRef="#br0">12417 6837 7724,'7'0'2049,"1"0"0,0-1 1,4-2-1,1-1-1383,3 2 0,7-3 0,9 1 0,3 0-659,4-2 1,-4 5 0,3-3 0,-2 3-1326,-3 1 1318,2 0 0,-4 5 0,4 2 0</inkml:trace>
  <inkml:trace contextRef="#ctx0" brushRef="#br0">11497 7898 7725,'-12'4'0,"0"1"1126,0 2 0,5-4 0,-1 0 318,-1-1 0,3-4-750,2-1 1,4-3-1,4-3 1,4 1-130,3-1 1,0-5 0,1-2-1,1 0-319,3-1 0,-2 4 0,6-3 1,0 3-148,-2 2 0,-12 8-66</inkml:trace>
  <inkml:trace contextRef="#ctx0" brushRef="#br0">11580 8274 20913,'-16'24'313,"-5"-1"-57,-2-3 1,5-4-1,2-8-290,3-5 1,-3 3-1,1-2 1,0-3-102,2-4 0,7-3 0,2-6 117,2 0 1,2 0-1,2 2 1,3 1-135,7 1 1,0 1 0,3-1 0,0 5-178,0 1 0,0 2 0,5 0 0,0 0-823,3 0 1,-4 2 0,-14-1 863</inkml:trace>
  <inkml:trace contextRef="#ctx0" brushRef="#br0">9256 7733 7765,'0'-12'0,"0"1"908,0-1 1,0 0 2576,0 0-2785,0 6 1,0 2 0,0 9 0,0 7-200,0 6 1,-4 6 0,-1 3 0,-1 5-376,-4 2 0,4 2 0,-2 2 1,-1 3-346,-2 1 1,0-4-1,-1 1 1,0-1-591,0 1 0,2-6 0,1 1 0,2-4-902,2-3 1,1-12-1,4-3-517,0-1 2228,0-6 0,0 0 0,0-5 0</inkml:trace>
  <inkml:trace contextRef="#ctx0" brushRef="#br0">9528 8205 8494,'-12'5'2538,"1"-2"0,2 3-772,1-1 0,4 3-1024,-4-4 1,6-1-1159,-2-7 0,3 1-1668,1-5 0,4 4 1,1-2 2083,1 1 0,2 1 0,4 4 0</inkml:trace>
  <inkml:trace contextRef="#ctx0" brushRef="#br0">10129 7674 7795,'-1'-12'668,"-2"1"116,-1-1 1,-1 1-1,2 2 362,-1 1 0,-1 6-828,1-2 1,1 9 0,-3 7 0,-1 6 84,1 4 0,2 9 1,-3 3-1,1 5-136,-1 3 0,-1 1 1,-3 3-1,-1-2-618,0 0 0,4-5 0,2 2 0,-1-5 126,0-6 225,5-9 0,-3 2 0,5-5 0</inkml:trace>
  <inkml:trace contextRef="#ctx0" brushRef="#br0">11344 7886 7657,'-7'0'3168,"0"0"-2000,3 0 0,3 2 863,-3 2-262,3-3-475,1 4-465,0-5-544,5 0 1,2 0-1,3-1 160,-2-3 1,3 1-314,-4-5 0,4 2 0,-1-3 0,0 2 110,-3 2 1,1 0-1,4 1-326,0-4 0,-4 3 0,0-1-3,1 1 1,0 3-1,0-5 124,-1 2 0,0 1 0,2 3 122,-2-3 0,-1 2 251,-3-2-311,2 3 1,2 2-45,0 3 1,-4 2-1,2 3 111,0-1 0,-1-6 1,-3 3-94,2 1 0,2-1 1,-4 4 164,2-1 1,1-4-125,-1 4 1,-1-4-28,5 4 0,-4-1 12,4 5 0,-6-4 53,2 0 0,1 0 88,-1 4 1,0-1-180,-4 1 1,4 0 0,0 0-72,-1 0 1,-2-5 0,-1 1-1,0 1 48,0 2 0,0-3 0,0 0 0,0 1-30,0 1 0,0-2 0,0 0 1,0 1 6,0 2 1,0 0 0,0 1 0,0 0 58,0 0 0,0-4 0,0-1 0,-1 3 8,-3 0 0,3 2 0,-3 0 1,1-2-58,-1-2 1,3 3 0,-3-4-1,1 4-114,-1 1 0,3-4 0,-3-1 0,1 3-11,-1 0 1,3-2 0,-4 0 64,0 1 0,3 1 1,-3 1-1,1-2-15,0-1 0,-1-2 0,2 4 0,-1-3 112,2 3 0,-3-4 1,-1 2-63,0 1 0,2-2 0,-3 1 86,2 1 0,-4-4-26,1-1 1,2-1 0,-2-1-5,-2 2 0,0 0 1,-2-4-279,0 0 1,5-4-1,-1-1 110,-1-2 0,2 3 0,-1-3-4,-1-3 1,2 4 0,1-2 9,1-1 1,-3 2 0,4-1 158,1-1 0,2 3 0,1-2 66,0-1 0,0 2 0,0-1-82,0-1 1,1 3 178,3-2 1,1 4 0,5-3-144,-3 2 1,1-3 0,4 4-37,0 2 1,-4 0 0,0 2 93,1 0 0,1 0 0,2 0 0,0 0 93,0 0 1,-5 2-1,1 0 1,3 3-93,3 2 0,-3-3 0,3 4 0,1 0-149,-2-2 0,4 5 0,-2-5 0,0 1-184,-2-3 0,3 1 0,-1-1 0,0 0-521,-2 1 0,-5-4 0,0 3 0,1-2-986,1-2 1,-2 0-318,0 0 1,-5-6-3829,0-2 5853,-1-2 0,3-2 0,2 0 0</inkml:trace>
  <inkml:trace contextRef="#ctx0" brushRef="#br0">12110 8299 8737,'-12'0'4213,"4"0"-1588,0 0-1922,1 0 0,0-1-939,3-3 0,4 1-1177,4-5 0,-1 6 0,5-2 1413,1 2 0,1 2 0,2 0 0</inkml:trace>
  <inkml:trace contextRef="#ctx0" brushRef="#br0">12452 7733 7872,'0'-12'1086,"0"1"0,0-1 3699,0 0-4356,0 5 0,0 4 0,0 6 0,0 8 220,0 7 0,0 3 0,0 11 0,0 3-259,0 7 0,-1-1 0,-3 10 0,-4 2-1006,-3 4 0,4-2 0,-1-3 1,0-2-4776,1-4 5391,2-7 0,0 2 0,-2-6 0</inkml:trace>
  <inkml:trace contextRef="#ctx0" brushRef="#br0">8867 8629 7778,'0'-12'2162,"0"1"-876,0 4 0,-5 3 1,-2 8-378,1 4 1,-3 11 0,3 6 0,0 5-451,-3 7 1,-2 4 0,-1 6 0,1 1-169,-1 3 0,0-1 0,0 4-904,0-2 1,1-2 0,-1-7-1,1-6 1,2-7-2637,1-6 0,6-5 3249,-2 1 0,3-3 0,1-5 0</inkml:trace>
  <inkml:trace contextRef="#ctx0" brushRef="#br0">9056 9230 7778,'0'12'915,"-1"-4"1,-2 0 4437,-1 1-3234,0-4 0,4-1-1945,0-8 0,0-2-259,0-6 1,4 4-1,1 0-2306,2-1 0,-3 4 1,4 0 2390,1-1 0,1 0 0,2-6 0</inkml:trace>
  <inkml:trace contextRef="#ctx0" brushRef="#br0">9598 8829 6330,'7'-11'280,"-3"-1"1,1 4 0,-1 0 0,-1-1 825,-2-1 0,0 2 0,2 0 3574,1-1-3109,0 3 1,-10 1-1015,-1 5 0,0 1 1,-1 3-1,-1 6 1,-2 4-169,0 6 1,-2 2-1,-2 1-355,-1 1 1,-3 5-1,3 2 1,0 3 0,1 2-432,-1-1 1,0 0 0,6 0 0,2-4-543,4-4 1,4-3 0,4-4 0,5-6 462,5-5 1,5-3 0,6-9 0,1-4 358,1-4 1,2-9 0,-3-1 0,2-4 225,-2-2 0,-2-5 0,-5 5 0,-3-1-93,-3-1 0,-6 7 0,-3-4-347,-3 0 0,-1 3 0,0 5 0,-1 2 0,-3 5-542,-4 1 0,1 8 0,-1-2 117,-1 2 1,0 8-1,0 3 1,2 4 755,2 3 0,-4 5 0,2-3 0</inkml:trace>
  <inkml:trace contextRef="#ctx0" brushRef="#br0">10176 8676 7778,'0'-8'2402,"0"1"1,0 1-1073,0 2 0,0 16 0,0 16-505,0 4 1,-1 6 0,-2 3 0,-2 6-1474,-2 6 0,-2-5 0,-5 11 1,-2-3 461,2-2 1,4-7 185,3-8 0,-6-7 0,-6-3 0</inkml:trace>
  <inkml:trace contextRef="#ctx0" brushRef="#br0">10695 9065 14057,'0'13'660,"0"3"0,-1 4 1,-2 7-1,-1 6-567,1 5 0,1 5 0,-1 10 1,-2 4-1020,-2 5 1,5-3 0,-3-6 0,1-2-162,0-5 0,0-8 0,4-9 1087,0-4 0,0 1 0,0-7 0</inkml:trace>
  <inkml:trace contextRef="#ctx0" brushRef="#br0">11332 9030 7331,'-12'1'1023,"0"3"1,0-3 1732,1 3 1,3-2-1780,0-2 1,5-6 0,1-1 0,4-4-27,6-1 0,3-5 0,2-1 0,2-2-608,5 1 0,-2-1 0,2-2 0,1 1-323,1 1 0,1 10 1,-3-2-1,-1 3-225,-2 2 1,3 2 0,-5 6 0,0 4-385,-2 7 1,-5 5 0,-2 8 109,-1 3 1,-1 2 0,-4 5 0,-1 1 378,-3-1 0,-2 4 0,-8 2 0,0-2 0,-3 0 206,-1-1 0,-2-8 0,-4 5 1,1-5 500,-1-4 0,1-5 0,-1-3 0,1-1-537,-1-2 0,0-4 1,1-3-222,-1-4 0,6-3 1,3-2-1,5-1 244,2-2 1,5-6-1,0 3 136,1-4 1,4-1-1,1 2 1,5 1-126,3 1 1,2 4 0,1-3-1,3 1-389,2-1 0,-4 5 0,5-2 0,1 1-828,1-1 0,2 3 0,-1-3 0,1 3-756,0 1 1,-1 0-1,1 0 1869,-1 0 0,6 0 0,1 0 0</inkml:trace>
  <inkml:trace contextRef="#ctx0" brushRef="#br0">11839 9277 7781,'-7'6'1365,"1"-5"0,3 4 917,-1 0 1,0-2-1,3 4-472,-3-2-2970,3-1 0,-3-4 779,8 0 1,2 0 0,6-1 380,0-3 0,0-3 0,-1-5 0</inkml:trace>
  <inkml:trace contextRef="#ctx0" brushRef="#br0">12287 8971 7880,'0'-12'909,"1"2"1,2 1 870,1 1 1,0 0-1,-4-4-1136,0 0 1,4 4 0,0 0 713,-2-1 1,-2 4 0,-4 2-665,-4 6 1,-2 5 0,-2 8 0,-1 5-499,-3 5 1,2 0-1,-5 5 1,2 4-412,3 2 1,2-4-1,3 1 1,3-4-322,0-3 1,2-2 0,6-3-597,2-3 0,6-7 0,7-8 0,1-4 834,3-4 0,-2-8 0,-1-6 0,0-2 201,1 1 0,-5-1 1,1-3-1,-5-1 192,-2 0 1,-4 2 0,2 1 0,0 3-295,-4 1 1,0 1 0,-2 4-830,0 1 0,0 5 325,0 6 0,-4 6 0,0 5 0,1 1 1,2 1-874,1 3 1,-1-3 1575,-3 3 0,2-3 0,-3-1 0</inkml:trace>
  <inkml:trace contextRef="#ctx0" brushRef="#br0">12865 8723 9047,'-8'-1'1743,"1"6"0,2 8-39,2 7 1,1 9 0,-1 6 0,-2 8-1725,-2 7 1,3 1 0,-3 6 0,-1 0-1157,1 0 0,-3-10 0,3-4 0,1-6 1176,2-7 0,-3-12 0,1 4 0</inkml:trace>
  <inkml:trace contextRef="#ctx0" brushRef="#br0">8513 9784 7793,'4'-11'255,"0"-1"0,0 0 474,1 0 1,-3 0 0,2 1 361,-3-1 1,3 4 1328,0 0-1639,0 5 1,-4 0 0,0 8-300,0 7 0,0 2 0,0 10 0,-3 6-364,-5 6 1,0 8 0,-9 5 0,2 5-402,-1 4 0,-5 3 1,12-26-1,0 0 1,-1-1-1,0 0-550,0 0 1,0-1-1,-3 24 1,0 0-1,5-8-781,3-7 1,1-13-1,5-8 1614,3-7 0,8-4 0,6-10 0</inkml:trace>
  <inkml:trace contextRef="#ctx0" brushRef="#br0">8820 10409 7793,'-12'8'519,"0"-1"0,1-1 6115,-1 1-6158,0-5 1,7-2 0,4-8-1,6-1-884,5 1 0,-1-2 0,7 2 0,-1-2-1334,0-2 1,0 1 1741,4 3 0,-4-2 0,2 3 0</inkml:trace>
  <inkml:trace contextRef="#ctx0" brushRef="#br0">9339 9902 7793,'-11'-5'1362,"4"-3"1,-3 2 0,5-1 774,-1 2 0,-2-3 0,-4 4-1685,0 1 0,4 7 0,0 4 1,-1 5-442,-1 7 1,-2 1 0,0 10-1,0 2-441,1 1 0,4 1 0,2 0 0,1-3-147,0 0 0,4-10 0,6 0-157,5-3 0,-1-9 1,10-6-1,1-4 0,1-4 476,2-4 0,-1-9 0,1-5 1,0-6 540,-1-2 1,-4 3 0,-4-5 0,-2 0-91,-1-2 1,-4 2-1,-1 2 1,-2 1-120,-3 3 1,-2 5 0,-3 4-529,-5 4 1,1 4 0,-1 10-1,-1 4-529,-1 7 1,-2 5 0,0 7 0,0 1-1214,0 2 2196,6-2 0,-10 9 0,3-4 0</inkml:trace>
  <inkml:trace contextRef="#ctx0" brushRef="#br0">9811 9855 7793,'0'-8'1107,"0"0"2615,0-1 0,-6 4-2601,-2 1 0,2 3 0,-2 2 0,-1 3-653,-2 4 0,-2 8 0,-1 4 0,-2 7-435,2 4 0,1 1 1,1 0-1,0 2-699,0-1 0,6 0 0,2 0 0,2-3-273,2-3 0,7-11 0,3 1 0,6-8 285,3-4 0,2-6 1,5-7-1,1-4 486,-1-3 0,-5-5 0,-2-6 1,-2-2-18,-3 2 0,-1 0 1,-2 0-1,-3-2 60,-4 2 0,-3 0 1,-1 0-1,-1-1-253,-3 5 1,-3 0 0,-5 8 0,1 3-265,-1 6 0,0 3 0,0 4 0,0 3-1216,1 7 1858,-1 0 0,-5 10 0,-2-4 0</inkml:trace>
  <inkml:trace contextRef="#ctx0" brushRef="#br0">10329 9773 8388,'-7'3'1995,"0"3"1,0 0-1405,1 3 0,3 3 0,-2 4 0,1 5 31,0 5 0,-1 9 0,1 10 0,-3 6-1319,1 8 1,-5-4-1,4 1 1,-3-5-1134,3-5 0,-3-10 1830,6-1 0,-5-13 0,3 1 0</inkml:trace>
  <inkml:trace contextRef="#ctx0" brushRef="#br0">10601 9619 7998,'0'-11'1465,"0"3"31,0 0 1,0 8 0,0 2-753,0 9 0,0 14 0,-2 2 1,0 7-488,-2 6 0,-5 7 0,1 8 0,-3 5-217,5-27 1,0 1-1,0 0 1,1 0-1,-1 4 1,0 0 0,0-2-1,0 0-1478,-6 29 1,4-16-1,2-10 1438,1-7 0,1-2 0,4-12 0</inkml:trace>
  <inkml:trace contextRef="#ctx0" brushRef="#br0">11237 10185 7793,'-5'-6'244,"3"-4"0,-5 5 0,0-1 562,1-4 1,3 4-1,-1-3 1,4-3-346,4-2 0,7-7 0,6 1 0,1-2-367,3-2 1,5 1 0,3-1 0,1 0-54,3 1 0,-4 4 0,-2 4 0,-2 2-31,-1 1 1,-6 5 0,-2 5 0,-3 4-36,-1 6 1,-6 9-1,-2 5 1,-2 7 119,-2 5 0,-6 0 0,-2 8 0,-2 0 275,-2 0 1,-1-3 0,-1 3 0,-3-1 103,-2-3 1,0-3 0,-5-3 0,0-5-223,1-2 0,-1-8 0,1-4 0,-1-5-355,1-3 1,4-1 0,3-5-1,5-3 133,3-4 0,-1-6 0,5-2 0,1 0-537,2-1 1,6 0-1,3-4 1,2 3-67,2 1 0,1 1 0,2 4 0,2 2-402,1 2 0,-2-1 0,2 5 0,0 1-2552,1 2 3527,0 1 0,10 11 0,1 2 0</inkml:trace>
  <inkml:trace contextRef="#ctx0" brushRef="#br0">11780 10338 8195,'-12'0'1508,"0"0"1,4 0 181,1 0 1,4-1-2387,-1-3 1,8 2-1,4-6 1,2 0-3564,2 1 4259,0-3 0,5-2 0,1-6 0</inkml:trace>
  <inkml:trace contextRef="#ctx0" brushRef="#br0">12263 9867 7793,'-18'1'399,"1"2"0,1 2 588,0 2 1,1-3 0,3 3 0,-1 3-242,-3 0 0,3 7 0,-3 3 0,2 3-718,-2 5 0,6-2 1,-3 5-1,1 2-139,3 1 1,5-4 0,0-2 0,4-5-330,4-3 0,2-3 0,7-6 1,3-4-243,4-3 1,-2-4 0,2-5-1,1-7 444,1-6 0,2-2 0,-1-2 0,1-4 161,-1-3 0,-4 2 0,-4-4 1,-2 1-137,-1 0 1,-5 4-1,-2-2 1,-1 4-354,0 0 1,-1 10-1,-7 3 289,-4 5 1,-3 2 0,-1 6-1,1 6 277,-1 8 0,0 0 0,0 11 0,0-2 0</inkml:trace>
  <inkml:trace contextRef="#ctx0" brushRef="#br0">12664 9926 7793,'0'-8'377,"-1"1"1,-2 1 1490,-1-1 0,-1 5-775,1-2 1,-2 2-1,-6 2-520,0 0 1,-4 7 0,-1 5 0,0 6-330,0 4 1,-4 2 0,3 1 0,-2 1-498,1 2 0,4 4 1,1-2-1,5 1-372,5-4 0,4-2 0,4-3 0,5-3-90,5-8 1,6-4 0,6-7 0,3-3 672,1-5 0,-4-1 1,2-10-1,-3-4 84,-2-3 1,-4 0 0,-4-4 0,-2 1-219,-1 3 1,-5 1 0,-3 3 0,-3 1 58,-1 1 1,-1 6 0,-3-1-1008,-4 6 0,-3 5 0,0 8 0,-1 4 1124,0 2 0,0 7 0,0 2 0</inkml:trace>
  <inkml:trace contextRef="#ctx0" brushRef="#br0">13148 9714 7793,'-15'4'723,"3"-1"1,5 3 0,-3-4 0,4 5 300,1 3 1,-3 2-1,4 10 1,0 5-731,-1 1 1,3 10-1,-3 8 1,1 7-454,0 4 1,-4-2 0,3 4-1,0-6 10,0-5 1,1-10 148,4-3 0,-5-7 0,-2 1 0</inkml:trace>
  <inkml:trace contextRef="#ctx0" brushRef="#br0">2558 7073 7793,'0'-12'942,"6"0"1,-5 5-262,3-1 1,-3 4-71,-1-4 1,2 4 83,1-4 0,-1 4-90,2-4 1,-3 4-93,-1-3 0,0 3-214,0-4 1,0 4 0,-1-4 279,-3-1 0,1 2-271,-5-1 1,0 2 0,-3-3-110,-1 1 1,4 5 0,0-1 0,0 2-13,2-2 0,-5 2 1,3-1-1,-2 1-31,-2 2 0,0 0 1,1 0-1,-1 0-43,0 0 1,-1 4 0,-2 1 0,0 1 89,0-1 1,2 4 0,1-1 0,1 2-20,-1 2 1,0-3-1,0 0 1,0 3-8,1 1 0,0-5 0,2 7 0,1-1-163,-1-1 0,2 0 0,1-1 0,1 0 21,2 0 1,2 1-1,1 1 1,0 2 39,0-2 0,0-1 0,0 0 0,0 2 6,0 1 0,1-1 1,2-3-1,2 0-33,1 0 0,1 1 0,2 0 0,-1 0-155,1-3 1,2 0-1,0 1 1,1 1 45,0 0 1,0-4 0,0-2 0,-1 1 99,1-1 0,1-3 0,2 1 0,0-3-45,0-1 1,-1-1 0,2-3 0,4-4-85,2-2 0,-2-3 0,-2-3 0,0-4-119,1-2 1,-4-7 0,4-1 0,-2-1-414,-3-1 1,-1 3 0,-2-3-1,-3-2 107,-5 1 1,-1 9-1,-4 2 1,-1 2 17,-5 2 1,-3 8 0,-2-1-1,-1 4-256,-2 5 1,-5 2-1,3 4 1,-1 4 752,4 2 0,-4 7 0,1 2 0</inkml:trace>
  <inkml:trace contextRef="#ctx0" brushRef="#br0">2087 7875 7732,'0'-12'877,"0"0"1,0 4-1,-2 2 1,-1-1 302,-5 1 0,1 3 0,-1-2-412,-1-1 0,-1 5 1,-2-3-1,0 4-327,0 4 0,0 3 1,1 4-1,-2 1 57,-3 0 1,1 5 0,-3 3 0,0 3-76,-1 5 1,5 2-1,-2 5 1,3 2-264,1 2 1,6-1 0,2 4 0,3 0-108,1 0 1,6-8 0,5 0 0,6-4-18,5-4 0,0-10 1,8-5-1,0-5-349,1-3 1,0-7 0,3-5 0,-2-6 47,-5-4 0,2-5 1,-2-2-1,0-3 16,-3-1 1,-5 1-1,-3-5 1,-3-3 62,-2 1 1,0-2 0,-3 1 0,-4-1-250,-3 0 1,-6 8 0,-3-3 0,-4 6 183,-4 4 1,2 12-1,-4-1 1,1 3 132,2 2 1,-2 2 0,1 5 0,2 1-377,1 3 1,5 1-1,2 5 1,0-3-327,4 3 1,0 0 0,2 2 0,0 1-309,0 3 1,6-2-1,1 4 1128,4-1 0,6 4 0,1-2 0</inkml:trace>
  <inkml:trace contextRef="#ctx0" brushRef="#br0">2570 8358 8271,'-6'5'2889,"-5"-3"-1878,3 1 1,3 0-1,0 0 1446,0 1-1019,3 0-1214,-8-4 1,9-6-277,-3-2 0,4 2-380,4-2-422,-3 5 400,9-2 0,-8 6-1526,2 3 0,-2-2-516,2 2 2496,-3-3 0,10 4 0,-5 2 0</inkml:trace>
  <inkml:trace contextRef="#ctx0" brushRef="#br0">3113 7981 7657,'0'-8'1131,"0"0"-20,0-1 0,0 2 0,0-1-54,0-1 0,1-1 0,2-2-239,1 0 0,-1 4 0,-3 0 18,0-1 0,0-1-131,0-2 0,0 0 0,0 0-18,0 1 1,0 3 0,0 0-264,0-1 0,-3 2 0,-3 1 0,0 0-171,-3 4 1,2 1 0,-1 1 0,-1 0-99,-1 0 0,-2 0 0,0 0 0,0 0-51,0 0 0,-1 5 0,-1 3 1,-3 2-75,-2 2 0,4 1 0,-4 1 0,1 3-135,0 2 1,3-4 0,0 4 0,1-1-32,3 1 1,-1-4 0,1 4-1,2-1 131,1 0 1,6-3 0,-2 0-1,2 0-40,2 0 0,0-4 0,2 2 0,2-1 36,4-3 1,2 0 0,2 2-1,0-3 166,-1-5 1,1 3 0,0-2 0,1-2 14,3 0 0,-3-4 0,3 0 0,-2-4-62,2 0 1,-2-2 0,5-4 0,-1 0 17,0 1 0,-3-5 0,0-1-160,-1-1 1,0 3 0,-1-2 0,-2 1 0,-1-1 5,0-1 1,2 4 0,-1-2-1,-3 3 196,-4 1 0,-2 2 0,1 0-170,1 2 0,-2 6 0,-6-2 0,2 8 0,-5 4 0,2 4 0,2 3 0,-2 4 0,0 5 0,0 4 0,-1 3 0,-3 1 0,3 2 0,-1 4 0,3 2 0,-1 2 0,1 2 0,0-4 0,-1 1 0,4-8 0,-3 1-2276,2-4 1,2-8 0,0-6 2275,0-3 0,6-1 0,0-1 0</inkml:trace>
  <inkml:trace contextRef="#ctx0" brushRef="#br0">2818 7321 7770,'-1'6'1193,"-3"-2"0,1 1-631,-5-1 0,6 1 0,-4-2 59,1 1 1,2 1-48,-4-1 0,3-3 525,-4 3-809,5-2-345,-2-2 0,5-2 1,1 0-190,3-2 0,-1-4 48,5 4 0,0-4 269,3 4 1,-3 0 339,0 4 1,-5 2-6,1 2 0,-3-2-225,-1 6 0,-1-5 0,-2 2 83,-1 0 1,-5-4-479,1 3 0,-1-1 1,0 0-698,1 1 669,5 0 0,-2-6 1,6 0-354,3-2 1,3-2 0,5 4 78,-1-2 1,0-1 0,-2 2 0,-1-1-64,1 1 577,1 2 0,2 1 0,0 0 0</inkml:trace>
  <inkml:trace contextRef="#ctx0" brushRef="#br0">2452 8405 8165,'0'-12'1741,"0"4"-933,0 1 0,0 3-41,0-4-492,0 0 0,2-3-93,2 4 0,-2 0 0,6 4-196,1 0 0,-2-1-6,1 4 0,-1 0 37,5 0 1,-5 5 0,-3 3 62,-3 2 1,-1-2 0,0 0 0,0 1 45,0 2 1,0-4 0,0 1 0,-1 0 78,-3-1 0,1 2 0,-5-4-9,-1 2 0,3-5 0,-2 2-6,-1-3 1,2-1 0,-1 0-7,-1 0 1,2-1 0,1-3-114,1-4 0,1 2 1,4-2-78,0-1 1,0 2 0,1 1-151,3 0 1,-1 1 0,4 3 105,3-2 1,-4 0 675,2 4 1,-1 1-351,0 3 1,-1-1-1,-6 4-506,0 3 1,0-4-2029,0 2 1714,0 0 544,-6-2 0,5 0 0,-4-6 0</inkml:trace>
  <inkml:trace contextRef="#ctx0" brushRef="#br0">6025 11529 7581,'-1'-7'213,"-3"2"2065,-4 0 0,2 4-1439,-2-3 1,5 8-1,-1 4 1,3 3-453,1 5 0,0 4 1,0 6-1,-1 4 2,-3 4 1,2 0 0,-2 9-1,2 3-385,-2 4 1,1 0-1,-3 2 1,-1-2-520,1-4 0,3-10 0,-1-3 0,3-9-464,1-6 1,1-10-913,3-12 1,3-4 0,4-10 1890,1 1 0,5-9 0,2 1 0</inkml:trace>
  <inkml:trace contextRef="#ctx0" brushRef="#br0">6214 11753 7742,'0'8'105,"-1"-2"0,-2 1 580,-1 0 0,0-4 0,3 5 0,-2 3 405,-1 3 1,-1 2-1,2 6 1,0 3-735,0 0 0,-2 5 1,1 0-1,1 0-348,2-2 1,1-3 0,0-3 0,0-2-988,0-5 1,1-7-1,3-4-337,4-3 1,-2-7 0,2-6 0,0-8-1017,-1-6 2332,3-4 0,-3-10 0,5-2 0</inkml:trace>
  <inkml:trace contextRef="#ctx0" brushRef="#br0">6273 11576 7742,'-5'-6'1007,"2"-5"0,-5 3 488,-1-2 0,2 2 0,0 1 1285,-3 2-2794,5 1 0,0 9 0,5 5-530,0 4 0,1-3 0,2 3 1,2 0-793,2-1 0,1 1 0,2-3 1336,-2 1 0,8 5 0,-3 1 0</inkml:trace>
  <inkml:trace contextRef="#ctx0" brushRef="#br0">6450 11800 7742,'0'16'0,"0"0"169,0-2 1,-1 0 0,-2 1 0,-1 1 942,1-2 1,1 4 0,-1 1-1,-1 0-527,2 1 1,-1-4 0,0 2 0,-1 0 398,2 1 1,0-9 0,2 2-119,0-2-770,0-4 0,0-2 1,2-8-1,0-4 95,2-3 1,4-4 0,-3-2 0,2-2-583,2-2 0,0-1 0,0 0 0,-1 1-181,2 1 1,0 0-1,2-2 347,0 3 0,-5-1 0,1 7 1,0 2-1,0 2-91,0 3 1,-4-4 0,2 8 299,0 3 1,-2 6 0,-4 7 0,0 3 347,0 1 1,0 2 0,0 2 0,1-1-77,3-1 0,-3-6 0,3 2 1,-3-3-151,-1-1 0,6-4-233,1 0 1,4-7-1,1-1 1,-1-8-98,1-6 1,0-1 0,0-3 0,1 0 20,3-1 0,-3 4 0,3-4 1,-2 2 113,2 3 1,-6 5-1,5 2 157,-1 2 0,-1 2 0,-4 8 0,-2 7 109,-2 7 0,-1 3 0,-4 3 0,0 1-477,0 1 1,0 5 0,0-5 0,0 1-250,0 1 1,-1-8 0,-2 1 0,-1-4-457,1-3 0,2-2 0,0-1-1627,-3-1 2632,3-4 0,-10 3 0,5-3 0</inkml:trace>
  <inkml:trace contextRef="#ctx0" brushRef="#br0">5731 12755 7742,'-8'1'183,"0"2"641,-1 1 0,-2 4-69,-1-4 0,4 0 0,2-3 2137,1 3-2317,1-3 1,4 3-1,1-7 1,2-2-163,1-1 1,3-2-1,-1-5 1,0-2-22,3 0 1,1-5 0,-1 3-1,-1-1-317,1-3 0,1 1 1,2-1-1,0-1-190,0 1 0,-1 4 0,1-2 0,-1 2 98,-3 3 0,2 5 0,-2 2-292,2 2 0,1 2 0,-2 9 1,-1 5 189,1 8 1,-2 4-1,1 4 1,1 1 1,1 2 0,2-2 0,0 3 1,0 2-240,-1 1 1,2-8-1,2-3 1,1-4-340,-2 0 0,-1-6 0,-1-1-1,0-7 1,-1-4 0,0-2-1,-2-3-249,-1-4 1,-4-4 0,2-2 0,0-2 944,-4 2 0,5-5 0,-1 1 0</inkml:trace>
  <inkml:trace contextRef="#ctx0" brushRef="#br0">5813 12896 7742,'-7'6'310,"1"-5"2871,2 3-2663,3-3 1,-5-2 0,8-3 0,2-4-171,4-2 0,6-7 0,3-3 0,1-4-76,3-3 1,6-3 0,1-6 0,2 0-416,3-4 1,-3 4 0,1-2 0,-3 4-347,-1 2 1,-8 7-1,-3 2 1,-3 6-2693,-1 4 2413,-6 6 1,0 7-1,-6 8 1,0 3 248,0 0 1,-2 1 518,-2 0 0,3 0 0,-4-1 0</inkml:trace>
  <inkml:trace contextRef="#ctx0" brushRef="#br0">6355 12672 7784,'-5'-6'4642,"4"-1"-3292,-3 3 1,1 3 402,-1-3-19,3 3 0,-5 1-860,2 0 0,2 1-630,-2 3 1,4-3-80,4 3 1,3-1 0,5 0-447,-1 1 1,1-1 0,0-3 0,0 0-285,0 0 1,1 0 0,1 0 0,2 0 415,-2 0 1,-1-1 0,-1-1 0,0-4 148,0 0 1,-4 3-1,0-2 56,1 0 0,-3 2 0,1-5 1,-1-1 54,1-1 1,-5 2 0,2 0-39,-2-1 0,-1 2-426,3-1 199,-3 6 1,5-2 105,-6 8 1,0-2-1,0 6 1,0 1 136,0 2 1,0 2-1,0 1 1,0 2-217,0-2 1,-2-1 0,0-1 0,-2 0-265,1 0 1,0 0-1,1-1 1,-2 1-520,1 0 1,-2-4 0,0-2-1120,-2 0 1,3-1 271,-4-1 0,6-4 1757,-2 0 0,8-5 0,2-7 0</inkml:trace>
  <inkml:trace contextRef="#ctx0" brushRef="#br0">6910 12413 6319,'0'-6'4605,"1"-4"-3256,3 7-239,-3-1 0,4 9 0,-5 3 0,0 5-475,0 6 1,0 4-1,0 11 1,0 4-560,0 2 0,0 4 1,0 1-1,0-1-721,0-5 1,0-8 0,2-4-1,0-6 645,2-6 0,6-7 0,-4-3 0</inkml:trace>
  <inkml:trace contextRef="#ctx0" brushRef="#br0">7995 11729 7240,'-4'8'-1130,"-2"0"1920,0 1 1,2-2 704,-4 1 0,5-4 0,-2 2-397,0-1 1,4 1-198,-3-2 0,2-4-451,2 0 0,6-6 1,0-7-1,2-1-432,0-2 0,1-5 1,6 0-1,2-4-44,1-2 1,-2-2 0,2 3 0,-1-2-122,-3 2 1,3 5 0,0 3-1,0-1-93,1 1 1,-3 9 0,-3 1 0,0 6-19,0 2 1,-5 6-1,1 6 1,2 6 145,0 4 0,-2 3 0,0 3 0,1 3-68,1 3 1,3-2-1,1-2 1,0 0-148,0 0 1,-2-4 0,7 1-1,-2-5-251,-3-3 0,0-9 1,1-3-1,1-4-142,-2-3 1,-1-1 0,-1-4 0,0-7-962,-1-7 1681,-4-3 0,9-7 0,-3-1 0</inkml:trace>
  <inkml:trace contextRef="#ctx0" brushRef="#br0">8207 11918 8206,'-12'7'1581,"0"-3"1,6-4-1200,2-4 1,4-8 0,5-8 0,7-2 366,6-2 0,6-6 0,3-5 0,5-7-761,2-4 0,2 0 0,1 2 0,1 0-1031,0 0 0,-12 7 1,4 5-1,-3 4-676,-6 6 0,-3 6 1719,-6 0 0,-6 3 0,0 1 0</inkml:trace>
  <inkml:trace contextRef="#ctx0" brushRef="#br0">8808 11069 14239,'5'-6'250,"2"-1"1,5 5-196,0-2 1,-1 0-1,1 4-70,0 0 0,0 0 1,0 0-128,-1 0 1,-3 1 206,0 3 0,-5-1 0,-1 3 28,-4-1 1,-1 5 0,-5-4 0,-1 2-103,-1 0 0,-2-2 1,1 4-1,2-4-273,1-1 0,0 3 0,-2-3 0,2 2-371,4 2 1,-1-2 0,1 1 309,1 1 1,2-3-1,2 1 1,3-2-39,4-2 0,3 2 0,0-1 0,2 0-129,3 1 0,-3-2 0,4 3 0,-1 1 510,0-1 0,0-3 0,1 7 0,1-3 0</inkml:trace>
  <inkml:trace contextRef="#ctx0" brushRef="#br0">8891 11612 7742,'-8'7'720,"0"0"0,-1-1 1736,-2 1 1,5-3-1516,2 4 1,4-6 0,4 2-612,4-2 0,3-2 0,5 0 0,3-2-780,-1-2 0,4 3 0,-2-4 1,2 1-887,2 0 1,-1-1-1,1 2 1,-1-1 1335,1 2 0,0-5 0,-1 1 0</inkml:trace>
  <inkml:trace contextRef="#ctx0" brushRef="#br0">9598 11223 7742,'-5'11'0,"4"-3"0,-5 0 0,3 3 1806,-1 3 0,-4 2 1,3 7-994,-2 6 0,0 9 1,-3 7-1,-1 4 1,-3 8-942,-3 4 0,3-4 0,-2-1 1,3-6-1028,1-8 0,5-10 1,4-6 861,1-5 293,2-9 0,5-7 0,2-5 0</inkml:trace>
  <inkml:trace contextRef="#ctx0" brushRef="#br0">8289 12260 8590,'-5'12'1812,"-3"-1"1,4 1 0,6-1-1196,8-3 1,14-2-1,12-3 1,12 1 335,9-2 1,-20-3 0,2-3 0,6-1 0,2-2 0,5-1 0,2-2-509,6-1 1,1 0 0,-4 1-1,0 1 1,3 1 0,0 1 0,-1 0-1,-1 2-787,-3 1 0,-2 0 1,-3-1-1,-1 1 0,-3 2 1,-1 0-1,-1 0 1,-2 0-728,-3-1 1,-2 1 0,20 0 0,2-3-1,-9 1-1919,-7 0 0,-7-4-1732,-9 5 4720,-12-1 0,-5 4 0</inkml:trace>
  <inkml:trace contextRef="#ctx0" brushRef="#br0">8254 12802 9212,'-7'-5'1576,"2"2"1,5-5-817,0-1 1,0-1 0,2-2 0,0-1-468,2-3 1,5 3-1,-1-3 1,3 2-105,0-2 0,1 7 0,0-3-104,0 2 0,0 5 0,-1 1 0,1 2-120,0 2 0,0 7 0,-1 3 0,1 6-150,0 2 1,0 2 0,0 4 0,-1-1 0,5 5 1,0-1-1,-2-2 1,1-3-552,0-2 1,0-6-1,3 2 1,1-4-781,-1-4 1,-2-3 0,3-5 1514,2 0 0,-4-10 0,0-4 0</inkml:trace>
  <inkml:trace contextRef="#ctx0" brushRef="#br0">8348 13003 7742,'2'6'1565,"2"-2"0,2-8 0,7-5 0,3-7-1149,4-7 0,4-7 0,7-8 0,5-2-921,5 2 1,-6 2 0,2 2 0,-2 2-727,-2 5 0,-9 8 0,-2 7-33,-4 7 0,-6 4 1264,-4 1 0,-5 5 0,2 2 0</inkml:trace>
  <inkml:trace contextRef="#ctx0" brushRef="#br0">9009 12708 14588,'11'0'17,"1"0"0,0 0-270,0 0 0,0 0 0,-1 0 0,1 0-471,0 0 0,1 0 0,2 0 0,0 0 724,0 0 0,3-5 0,0-2 0</inkml:trace>
  <inkml:trace contextRef="#ctx0" brushRef="#br0">9528 12449 7742,'0'11'1746,"0"1"1,-2 0-734,-2 0 1,3 1 0,-3 2-1,3 6-691,1 6 0,0 5 0,0 9 0,-2 5-843,-1 2 1,0-2-1,-4 5 1,2-4-3719,2-3 4239,2-14 0,-4-3 0,-2-8 0</inkml:trace>
  <inkml:trace contextRef="#ctx0" brushRef="#br0">10671 12130 7742,'-17'12'216,"3"-4"1,-4 0 0,1 0 2328,2-2 0,6-1-1659,1-5 0,7 0 1,2 0-1,8-1-338,6-3 1,6-1 0,-2-4 0,4 1-513,0-1 1,2 0 0,1-1-1,3 4-233,1 1 1,-4-3 0,3 4-1,-1 0-914,-1-1 1,2 3 0,-3-2 0,3 3-548,1 1 0,-4 0 1,2 0-670,-3 0 2327,-2 5 0,-4-3 0,-2 3 0</inkml:trace>
  <inkml:trace contextRef="#ctx0" brushRef="#br0">10671 12390 7742,'0'7'2181,"0"1"1,2-1 0,2 1-1053,3-4 0,5-2 1,4 1-1,4 1-669,2-2 0,1 0 0,2-2 0,3 0-562,3 0 0,-1 0 0,2-2 0,-1 0-1166,0-2 1,3-4 0,-4 3-1,1-2-951,1-2 1,-5-1 2218,5-2 0,-1-5 0,4-2 0</inkml:trace>
  <inkml:trace contextRef="#ctx0" brushRef="#br0">12086 11965 8187,'-11'0'627,"-1"0"0,0 0 614,0 0 1,2-5-1,2-4-589,4-6 0,3 1 0,2-6 0,4-1-287,7-1 1,1-1-1,7 0 1,2 2-283,4 2 1,-1 4-1,4 1 1,0 3-253,2 3 0,-1 6 0,0-1 0,1 7-46,-1 8 1,-3 10 0,2 11 0,-1 5 64,-2 5 0,-8 8 1,3 4-1,-5 6 295,-10-28 0,-2 0 0,0 30 1,-1-28-1,-2 1 0,-1-1 0,-1-1 46,-2 1 0,-2 0 0,-1-1 0,-2-1 0,-5-2 0,-1 0 0,-14 28 203,-3-5 1,0-12 0,-4 0 0,-1-7-60,1-3 1,3-11 0,2-2 0,0-6-199,0-5 1,4-2-1,-2-6 1,5 0-303,3 0 1,3-7 0,7-5 0,2-7 165,4-8 1,2 1 0,4-4 0,2 3 361,4 4 0,3 4 1,4 6-1,2-1-223,1 4 1,2 6-1,3 0 1,2 3 344,3 1 0,-2 6 0,5 5 1,3 5-550,4 2 0,0 3 0,4 5 0,0 2-1258,0-2 0,0-1 0,0-2 0,-5-1-4148,-4-2 5470,-7-3 0,3-5 0,-6 0 0</inkml:trace>
  <inkml:trace contextRef="#ctx0" brushRef="#br1">21626 5670 8213,'-4'-8'-35,"0"0"1,-4 5 327,4-5 0,-3 4 174,3-4 0,0 4-27,4-4 0,0 4-76,0-4 1,0 0-189,0-3 0,0 3-105,0 0 1,1 5-397,3-1 1,3 3 280,4 1 0,0 1 0,-2 2 0,-2 2 143,-2 2 0,3 1 0,-4 3-30,-2 1 1,0 0 0,-2 0-1,0 0 161,0-1 0,0-3 0,-2 0 0,-2 0 52,-4-1 0,-2 2 1,-2-5-1,0-2-160,1 0 0,-3-2 0,0-2 0,-2 0-116,2-2 0,1-9 0,2 1 0,2-3-21,1-2 1,2 3-1,-2-4 1,4-1-37,3 1 0,6 0 1,3-3-1,2 2 71,2 2 0,4 2 0,-1 3 0,1 1 57,1 3 1,-2 2 0,3 3 0,-1-1-6,-3 2 0,0 6 0,-3 4 0,1 2-15,0 2 0,0 4 1,-2-1-1,-1 1 2,-1 1 0,-4-4 0,3 3 0,-2-3 47,-2-1 0,-2-1 0,-1 1 0,-1 0 45,-3 0 0,-3-6 1,-5-2-1,0-2-67,1-2 1,-5 0 0,-1 0 0,-1-2-88,-3-2 1,2-2 0,1-6-1,0 0 26,-1 0 1,5-1-1,-2-1 1,4-2-104,4 2 1,-1 1 0,5 1 0,2 0 45,0 0 0,8 1 0,2 0 1,2 2 210,2 1 1,4 5 0,-1 0 0,1 1-19,1 2 0,-3 0 1,5 0-1,-2 2-100,-3 1 1,1 0-1,-1 5 1,2 1 2,-2 2 0,-5 0 0,-2 1 0,-2 0 57,-2 0 1,-2 0 0,-1-1-1,0 2 124,0 3 0,-5-5 1,-3 2-1,-4-1-194,-4-3 1,-1-4-1,-4 1 1,2 0 23,-2-4 0,0 0 1,1-2-1,3 0-127,0 0 1,4-6-1,-3-1 1,5-4-195,3-1 0,-2-3 1,7-1-1,0 1 212,2 2 1,6 3 0,4 1 0,4 1 46,3-1 0,4 3 0,-3 2 0,1 3 3,3 1 0,-3 0 1,1 0-1,-2 1 78,-3 3 0,2-1 1,-3 5-1,-3 2 159,1 5 0,-5-2 0,1 3 1,-2-2-24,-2 2 1,-2-3-1,-1 4 1,-1-1-20,-3-1 1,-7 1 0,-6-4-1,-1 0-24,-3-1 0,-1-4 0,-2-2 0,1-1-193,-1 0 1,0 0-1,1-5 1,-1-5-130,1-5 0,4-1 1,5-5-1,3 0-100,4-3 1,4 2-1,-1-2 1,4 0 51,4 2 1,2 1 0,8 5 0,0 1 104,2-1 1,3 4 0,-2 1 0,2 2 177,2 2 1,-3 2-1,2 1 1,-1 1 50,0 3 1,2 2-1,-6 3 1,1-1-34,1 1 1,-4 1 0,3 3 0,-4 2-21,-4 1 1,1-1 0,-5-3 0,-2 0 270,0 0 1,-2-1 0,-2 1 0,-2 0-170,-3 0 0,-8-6 0,-2-2 0,0-2-161,0-2 1,-4 0 0,3 0 0,-2-2-106,0-2 0,5-2 1,-2-6-1,2-1-76,5-3 1,2 2-1,0-5 1,3 1-164,0 0 0,3 2 1,0-2-1,4 1 249,6 2 1,3 6 0,2 3 0,1 0 43,2 4 1,5 0-1,-3 2 1,2 0 19,-1 0 0,-3 6 0,3 0 1,-2 2 215,-3 0 1,0 0 0,-1 4-1,1-1 43,-4 1 1,-5 0 0,2 0 0,-2-1-110,-2 1 0,-2 0 0,-2-1 0,-3-2 275,-4-1 0,-3-6 1,0 3-1,-1-1-375,0 0 0,-4 0 1,-1-4-1,0 0-592,0 0 0,0-1 0,3-2 0,-2-2 274,2-2 1,1 0 0,2-5 0,3 0 158,4 0 1,3 0-1,1 1 1,0-1-25,0 0 1,5 0 0,3 1-1,4-1 263,4 0 1,-3 4 0,2 2 0,0 0-16,1 4 0,-3 0 1,2 2 76,-2 0 1,-2 6 0,-2 1 0,-2 5-24,-2 4 1,-1-3-1,-4 4 1,-1-1 333,-3 0 1,-3-1 0,-5-3 0,-1 0-58,-3 0 1,2-2 0,-4-2-1,-1-4-383,1-3 0,-2-1 0,-2-1 0,2-3-68,5-4 0,2-6 0,1-3 0,1 0-669,3 0 0,3 0 1,5 2-1,2-1-1723,1 2 0,7 5 1,8 2 2390,6 2 0,17 1 0,3 4 0</inkml:trace>
  <inkml:trace contextRef="#ctx0" brushRef="#br1">3266 4810 9256,'-41'0'0,"-2"0"604,-3 0 0,10 5 1,4 1-1,9 2-117,7 0 0,5 0 0,14 2 0,7-2 146,14-4 0,14-4 0,24-5 0,-23 0 1,3-2-334,8-1 1,2-2 0,5-3 0,3-2-1,-16 5 1,2 0 0,1-1-340,2 0 1,2 0 0,0-1 0,6-1 0,3-1 0,0 0 0,-12 4 0,1-1 0,1 0 0,-1 0-1,3 0 1,0 0 0,0-1 0,1 2 0,1-1 0,1 0 0,0 1 0,1 0 125,0 0 1,1 1-1,-1 0 1,-1 1-1,9-1 1,-1 0-1,1 1 1,-14 3-1,1 1 1,0 0-1,-1 0 1,13-1-1,-1-1 1,0 1-80,0 0 1,-1 0 0,-2 1 0,-4 1 0,-2 2 0,1-2 0,-1 0 0,1-1 0,0 0-1,-4 0 1,-1 1 0,0-1-224,18-1 0,-2 0 1,-10 1-1,-1 1 1,-4 1-1,-1 0-121,-6 1 0,-2 1 0,-3 0 0,-4 0 0,8 0 0,-16 1-279,-18 3 1,-23 3 0,-30 6 0,-19 1 496,24-6 0,-3 0 0,-5 0 0,-2 0 0,-7-2 0,-1-1 0,-6 2 1,-1-1 275,19 0 1,-2-1 0,1 0-1,0 0 1,1-1 0,-1 0-1,-6 2 1,-1 0 0,-1-1-1,1 1 1,-1 0 0,-1-1-115,-2 2 0,0-1 0,0 1 0,2-1 0,1 1 0,-2 0 1,-3 0-1,-1 0 0,0 1 0,-1 0 0,0 0 0,0 1 70,1-1 1,-1 0 0,2 1 0,3-1 0,1 0 0,1 1 0,2-2 0,0 1 0,1-1 0,3 0 0,1-1 0,2 0 15,-17 3 1,4-2 0,13-1-1,3 0 1,3-2 0,2 0 504,-18 0 0,26-6 1,22-4-1,24-7-230,24-4 0,23-4 1,-20 8-1,2 0-379,5-1 0,2 0 0,-8 2 0,1 0 0,1-1 0,2 1 0,0 0 0,0 0 0,4-1 0,1 0 0,1-1 0,3 1 1,1-2-1,1 2-32,3-2 1,0 1-1,0 1 1,0 1-1,-1 1 1,1 0 0,-12 2-1,0 0 1,1 1-1,0 0 1,0 0-1,1 0 1,0 1 0,0 1-65,-1 0 0,0 0 1,0 1-1,-1-1 1,13 0-1,0 0 1,-2 1-1,-3 2 1,0 1-1,-2 0 1,-4 0-1,-1 1 1,-1 0-596,19-1 1,-5 2 0,-18 3 0,-3 1-1,-3 0 1,-3 2 0,18 10 158,-22 2 1,-21-2-1,-24 4 1,-24 3 659,-21 7 1,20-13-1,-4-1 1,-10 5-1,-4 0 1,-5 0-1,-3 0-39,17-7 0,-2 0 0,1 0 0,-2 0 0,-1-1 0,-1 1 0,-6 1 0,-2 0 0,0 0 0,-4 2 0,0-1 0,-1 0 231,14-4 1,0 0 0,0 0 0,1 0 0,-16 4 0,1-1 0,0 0 0,13-4 0,0 1 0,0-1 0,0 0 0,-1 0 0,0 1 0,0-1 0,1 1-194,-1-1 0,1 0 1,1 0-1,1 0 1,-8 2-1,2 0 1,0-1-1,2 0 1,1 0-1,1-1 1,-10 4-1,4-1 34,13-1 1,5-1 0,-1 3 0,15-5 0,22-3-229,20-5 0,27-3 0,-7-3 1,3-1-1,11-4 0,2-2 41,10-2 0,2-3 0,-18 4 0,-1-2 0,3 1 0,6-1 0,2 0 0,0 0 0,1-1 0,0 1 0,0-1 0,2-1 0,0 0 0,0 0 0,-6 2 0,-1 1 0,2-2 0,8-1 0,1 0 0,0-1 0,1 0 0,0 0 0,-1 0 40,-15 4 1,1 0 0,-1-1 0,-2 1 0,10-3 0,-3-1 0,1 0 0,-3 1 0,0 1 0,-2-1 0,-5 3 0,-1 0 0,-2 1-391,13-2 1,-5 1 0,13-3 0,-20 4-1,-26 7-43,-25 4 0,-18 6 1,-24 4-1,17-2 1,-2 1-112,-7 1 1,-1 1 0,-1 2 0,-1 0-1,-9 1 1,-1 0 0,-2 2 0,-1 0-1015,-2 2 0,1 0 0,2-1 1,0 1 1517,14-4 0,-1 0 0,1 0 0,-17 6 0,1-1 0,-5 0 0,-1-1 0</inkml:trace>
  <inkml:trace contextRef="#ctx0" brushRef="#br1">8065 4645 7831,'0'11'-265,"0"1"317,0 0 0,0-4 0,0 0 315,0 1 0,0-3-143,0 2 1,0-4-170,0 4 1,0-4 131,0 4 166,0-6-190,0 9 0,0-8 962,0 4 1197,0-4-948,0 8 1,0-5 370,0 6-761,0-6-398,0 5-122,0-5 0,0 2 615,0 0-210,0-5-80,0 2 36,0-5-575,0-5 1,0-2 0,0-5-1,0 1-55,0-1 1,-4-5 0,0-3-1,2-5-252,1-6 1,1-3 0,0-12 0,0-6-129,0-9 0,0 0 0,0 23 0,0 0 0,0-1 0,0 1 52,0 0 1,0 1-1,0-26 1,0 11 0,0 8 160,0 9 1,3 11-1,3 3 52,0 7 0,-2 6 0,3 12-328,-2 4 0,4 2 0,-1 2 1,4 0-137,4 0 0,-2 1 0,4 1 1,2 3-74,2 2 0,-5-4 1,7 4-1,-2-2-198,0-3 1,-2-1-1,0-1-830,1 0 0,-8-4-2173,-1 0 3658,-9-6 0,3 9 0,-6-5 0</inkml:trace>
  <inkml:trace contextRef="#ctx0" brushRef="#br1">7877 4562 7806,'-19'12'3063,"4"0"0,5-6-1076,3-2 0,5-4 0,4-2-2007,8-2 1,3-4 0,7 3 0,2-1-1230,4 1 0,4 0 0,7 2 1249,2-1 0,3-5 0,5 3 0</inkml:trace>
  <inkml:trace contextRef="#ctx0" brushRef="#br1">8254 4656 7999,'0'-11'-1074,"0"-1"829,0 0 1,0 0 0,0 0 0,0 1 316,0-1 0,0 0 0,0 0 86,0 1 0,0-1 1,0 0-91,0 0 0,-1 4 1,-2 0-102,-1-1 1,0 3-156,4-2 1,0 0 6,0-4 1,2 4 0,1 0 180,5-1 0,-2 3 0,-1-1 0,-1 1 0,0-1 0,4-1 0,-3-4 0,1 1 0,2-1 0,3 0 0,-3 0 0,2 2 0,-3 1 0,0 1-31,1-1 1,-4-2 0,4 1 0,0 1 31,-2 1 0,4 0 0,-5-4 153,1 0 0,-2 0 1,4 1-27,1-1 1,-2 0-1,-1 0 1,1 2 71,0 2 1,-3-3 0,2 4-1,1-4 78,-1-1 1,-2 1 0,3-1-1,-1 0 114,1 0 0,-1 4 0,3 0 0,-2-1 71,-2-1 0,3-2 0,-3 2 1,1 0 4,-1 3 1,4-1 0,-2-4 1037,-1 0 154,5 6-1063,-10 0 1,-5 19 0,-8 4-278,-1 3 0,-4 2 0,0 6 0,-1 3-113,-3 3 1,2-1 0,1 1 0,0 4-118,-1 3 1,1 1 0,-3 7-1,3 9-340,1 5 0,5-4 0,5 1 0,2-1-539,2-3 0,2-8 0,2-5 1,5-8 140,6-9 1,-1-11 0,5-2 0,-2-3 182,2-4 0,-3-4 0,3-2 0,-2-1-38,2-3 1,-7-1 0,3-4 0,-1 1-673,-1-2 0,-3 4 1175,-3-2 0,2-5 0,1-5 0</inkml:trace>
  <inkml:trace contextRef="#ctx0" brushRef="#br1">7959 4597 7872,'-12'0'0,"5"0"0,-1 0 310,-1 0 1,2 0 0,-1 0-1,-1 0 366,-2 0 0,4 0 1,-1 0-29,-1 0 0,-1 2 0,1 0-113,1 2 1,4 0-1,-2-2-104,1 1 1,2-1-1,7 2-32,4-3 0,2-1 0,3 0 0,2 0-237,1 0 1,4 0-1,0 0 1,1-1-250,-1-3 0,2 2 0,-2-3 0,2 1 183,2 0 0,-2-1 0,-1 3 0,-2-2-1211,2 1 0,-2-2 1,-1 0-1,-1-1-1014,-2 1 1,-5-4 2128,2 1 0,-3-8 0,8-2 0</inkml:trace>
  <inkml:trace contextRef="#ctx0" brushRef="#br1">8773 4173 8084,'-5'-6'1844,"-2"-4"-1405,-5 6 0,2 2 0,2 6 0,3 4 202,-1 2 1,5 7 0,-3 3 0,3 2-430,1 2 1,-4 4 0,0 4 0,1 3-359,2 5 1,1-4 0,0 2 0,0-4 257,0-2 1,0-6-1,0 1 1,0-3-1435,0-4 1,0-3-2235,0-6 3556,0-4 0,5 3 0,2-3 0</inkml:trace>
  <inkml:trace contextRef="#ctx0" brushRef="#br1">8903 3949 7862,'0'-12'272,"0"4"1,0 1 1102,0-3 1,1 5 0,3 1-304,4 3 0,3 1 0,4 1 0,1 4-560,-2 7 0,3 7 0,-1 7 0,-2 4-234,-1 4 0,-1 0 0,0 9 1,0 3-186,-1 4 0,-4 0 0,-3 5 1,-3 0-61,-1-2 0,-5 1 0,-3-5 1,-4-1-703,-3-2 0,0-7 1,-3-1-1,0-4-438,-1-2 0,5-10 0,-2-1 0,3-5-2757,1-6 3864,0-6 0,1-4 0,-1-7 0</inkml:trace>
  <inkml:trace contextRef="#ctx0" brushRef="#br1">9398 4267 7840,'-12'11'0,"2"-2"624,2-1 0,-1 0 0,5 4 906,1-1 0,3-4 0,4-3-1313,4-3 0,2-1 1,3 0-1,2-1-533,0-3 1,6 3-1,-2-5 1,0 2 185,1 0 0,-4-3 1,2 3-1,-1 0-2955,-2-1 3085,-2 3 0,4-8 0,1 3 0</inkml:trace>
  <inkml:trace contextRef="#ctx0" brushRef="#br1">9398 4456 7840,'-12'18'859,"0"-2"0,0-3 687,1-1 0,4 0 0,3 0-171,3-1 1,6 0 0,3-3 0,2-4-994,2-3 0,5-1 1,2-1-1,2-3-666,2-4 0,-2-3 0,8 0 284,0-1 0,1-5 0,5-2 0</inkml:trace>
  <inkml:trace contextRef="#ctx0" brushRef="#br1">10164 4185 7853,'-5'-12'650,"4"4"0,-3 0 568,3-1 0,1 3 0,0-2 2214,0-1-2631,0 3 1,3 2 0,1 8-379,-1 4 1,-2 3 0,-1 2-1,0 1-270,0 2 1,0 1-1,0-1 1,-1 3-287,-3 4 1,3-4-1,-3 0 1,3-1-273,1 0 0,0-2 1,0 4-1,0-1-123,0 0 0,0-2 0,1-7 0,1-1 181,2-1 0,6-1 0,-3 1 0,4-5 226,1-1 0,-1-2 1,3-2-1,0-1-382,2-5 0,1-3 1,-3-1-1,3 1-493,2-1 1,-5 0 0,3 0 995,0 0 0,-4 1 0,4-1 0</inkml:trace>
  <inkml:trace contextRef="#ctx0" brushRef="#br1">10436 4055 7893,'0'-12'2202,"0"1"0,0-1 1,0 0-1433,0 0 0,0 7 0,0 5 0,0 9 711,0 10 1,0 8 0,0 18 0,-2 11-1378,1-23 1,-2 2 0,0 1-1,0 1 1,-3 4 0,0 0 0,0 0-1,1 1-2792,1 0 0,1 0 2440,-1-2 1,2-1 0,2-3 0,0-1 0,0 29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12912 1768 24575,'0'0'0</inkml:trace>
  <inkml:trace contextRef="#ctx0" brushRef="#br0">14516 2240 7811,'7'-17'0,"1"5"0,0 11 0,4 7 0</inkml:trace>
  <inkml:trace contextRef="#ctx0" brushRef="#br0">6344 5199 7722,'5'-12'803,"-4"4"-100,3 0 0,-3 4 152,-1-4 44,0 6 1,0-5 383,0 3 1,0-2 588,0-6 930,0 5-2291,0 2 1,0 16 0,0 6-244,0 8 1,-1 5-1,-3 8 1,-2 4-61,-1 5 1,-3 9 0,2 2 0,-3 5-793,0 2 0,-1-7 0,0-2 0,1-6-1273,4-8 1,-3-10-2746,6-4 861,1-8 3741,3-9 0,5-11 0,1-6 0</inkml:trace>
  <inkml:trace contextRef="#ctx0" brushRef="#br0">6497 5482 7751,'0'7'1009,"0"1"1,0 0-1,0 4 1,0 0-1,0 1-717,0 3 0,0 2 0,0 5 1,0 1-418,0 0 0,0-1 0,0-1 0,0-2 76,0-4 1,0-3-3355,0-1 3403,0-6 0,0 0 0,0-6 0</inkml:trace>
  <inkml:trace contextRef="#ctx0" brushRef="#br0">6603 5163 8476,'0'-11'3181,"0"-1"-1733,0 0 0,0 4-1006,0 0-2021,5 6 0,1 2 1579,1 7 0,4 9 0,-5 3 0</inkml:trace>
  <inkml:trace contextRef="#ctx0" brushRef="#br0">6780 5470 7734,'0'12'623,"0"-5"0,0 1 397,0 1 0,0 2 0,0 1-587,0 0 0,-4-1 0,0 1 0,2 0-83,0 0 1,2 1 0,0 1 0,-1 3 57,-3 2 1,3-5 0,-3 2 0,2-2 179,2 2 1,-4-7 0,1 3 80,0-2 1,2-3-255,1 1 0,1-11 1,2-2-269,0-8 0,7 0 0,-2-4 0,1 0-516,-1-3 1,2 2 0,-2-2-1,2-1-141,2-1 0,4 2 1,0 0-1,-2-1 165,-1-1 0,-1 4 0,0 2 1,-1 3 104,1 1 1,0 2 0,0 2 258,0 4 1,-4 4-1,-2 4 1,-1 4 145,-2 2 0,-2 3 1,1 2-1,0 2 130,2 1 0,0 0 0,-4 2 1,0-4 278,0-3 1,0-1-1,0-1-182,0 1 1,0-4-1,1-1-244,3-2 1,-2-2 0,3-6 0,0-2-116,3-2 0,-2-5 0,2-3 1,2-1-119,0-1 1,2 2 0,0-3-1,-1 0-71,1-1 0,1 5 0,2-2 0,0 3 57,0 1 1,-2 2 0,-1 1 0,0 2-52,-1 2 1,-3 2 0,0 7 0,0 5 340,-2 6 0,4 3 1,-6 6-1,-2 1 317,-1 2 1,-1-1-1,0 6 1,0-1-332,0-1 0,0 1 0,0-7 0,-1 1-603,-3-2 0,3-8 0,-3 1-2231,3-3 1,1-8-2391,0-5 5047,0-5 0,5-12 0,1-1 0</inkml:trace>
  <inkml:trace contextRef="#ctx0" brushRef="#br0">5990 6413 7766,'-8'6'8,"0"0"761,-1-1 1,2-4 1730,0 3-1736,4-3 0,-2-2 0,5-3-473,0-4 0,4 2 0,1-2 0,0-3 143,0-3 1,5 1-1,-4-4 1,2 1-142,0 0 1,0-3-1,2 2 1,-1 0-51,-1 0 0,-1 0 0,2 4 0,-1-2 57,1 1 1,-2 7 0,0-5-141,3 2 0,0 1 0,2 1-284,0 4 1,-4 4 0,-2 4 0,1 4 103,-1 2 1,2 7 0,2 3 0,0 2 5,-2 2 1,-1 1 0,4 1 24,-3 1 0,2 5 0,-2-3 0,3-2 0,-1 1-273,-2-2 0,2-8 0,-2 4 1,3-3-275,1-5 1,-5-5 0,1-2-296,1-2 1,2-1 24,1-4 0,-4-1 1,-2-3-1,-1-4 41,-2-2 765,-2-2 0,5-5 0,0-2 0</inkml:trace>
  <inkml:trace contextRef="#ctx0" brushRef="#br0">6143 6601 7837,'-8'0'266,"1"0"1,4 2 1327,-1 2-979,3-3 1,1 3-335,0-8 0,4 1 0,1-3 0,1-1 138,4 1 1,-4-3 0,3-6 0,3-2-248,2-1 0,3-3 0,-1-5 1,4-4-140,2-5 1,3 1 0,1-7-1,3-1 18,1 0 0,-8 4 0,1 1 0,-5 7-1267,-3 6 0,-6 9 560,-1-1 0,-6 9 0,2 7 39,-3 7 0,-5-1 1,1 2-1,-1 1-358,-2 2 1,4 2 974,-6 3 0,0 2 0,-4 6 0</inkml:trace>
  <inkml:trace contextRef="#ctx0" brushRef="#br0">6568 6366 7837,'-2'-7'1005,"-2"3"1,3 2 2060,-3-2-279,-2 2-1421,-1-3 1,-1 5 210,0 0-950,6 0 1,-3 1 25,5 3-528,0-2 1,0 4 171,0-2 1,5-3-88,3 3 0,-2-2 0,2-2-99,1 0 0,-2 0 1,1 0-58,1 0 0,1 0-19,2 0 0,0 0 0,0 0-538,-1 0 0,1 0 0,0 0 218,0 0 1,-4 0 0,0 0 179,1 0 1,-3 0 0,2 0 0,0 1 164,-1 3 1,3-3-27,-2 3 1,-2-2 0,2-2-46,2 0 0,-4 0-3,2 0 1,-4 0 257,4 0-93,-6 0 1,5 0 64,-3 0 221,-3 0 3,4 0 366,-5 0-531,-5-6-227,4 5 0,-6-4 0,5 3 21,-2-2 0,-2 2 55,3-6 1,0 4-109,-5-4 0,5 4 0,-2-2-73,0 0 1,2-3-1,-5 1 0,-1-2 0,3 2 0,-1 0 35,2-1 0,-3 3 0,3-1 23,-2 2 0,3 0 99,-3 1 0,3 2 12,-4-2 0,4 3 113,-4 1 31,5 0-142,-2 0 0,5 1 42,0 3 0,0-1-130,0 5 0,5-6 0,2 4-20,-1-1 1,5-4-1,-3 4-131,2 1 1,2-5-1,0 3 1,0-1-61,-1 0 0,1-1 0,0 2 0,0-2 64,0 2 0,-1-2 1,1 1-1,0 0 84,0 1 0,0-3 1,-1 5 104,1-1 1,0-4 0,0 4-10,-1 1 1,-4-4-1,-2 5-45,1-2 0,-5 4 0,3-1-21,-3 3 0,-2-4 1,-2 1-1,-2 1-186,-2 2 1,1 2 0,-3 1 0,1 2-367,-1-1 1,-3-2 0,-3-2 0,0 1-162,0 0 1,2 0 0,1-2 0,2-1-610,2-1 0,-2-5-76,2 1 0,2-4 1,4-4-1549,4-4 2953,10-8 0,7 3 0,4-4 0</inkml:trace>
  <inkml:trace contextRef="#ctx0" brushRef="#br0">7322 6248 8402,'0'-8'1407,"0"0"1,-1 5 0,-2-2 860,0 0-1694,-1 4 1,2-5 0,0 5 353,-2-3 1,-1 3-575,1-3 1,-3 3 0,-5 2-143,0 3 1,5-1 0,-1 3 0,-1 1-293,-2-1 1,3 2 0,0 4 0,-1 0-143,-1-1 0,-2 3 1,1 0-1,2 2-60,1-2 1,4-1 0,-2-1 0,-1 0 126,1 0 1,3-1-1,-1 1 1,3 0 20,1 0 1,0-4 0,0-1 60,0 3 1,4-4 0,1 1-1,2-2 189,2-2 1,1-2 0,2-1 5,0 0 0,0 0 0,0-1-103,-1-3 1,1-2 0,0-3 0,0 1 21,-1-1 1,-3 3-1,0-2 1,0-1 21,-1-2 0,3-1 0,-3 1 0,0-1 18,1 0 0,-1 0 1,2 0-1,-2 1 90,-2-1 0,3 4 0,-4 0 0,0-1 88,1-2 0,-4 4 759,3-1-125,-3 0-816,-1 1-179,0 2 0,0 14 59,0 3 0,0 2 1,0-2-1,0 0 39,0 0 0,0 3 0,0 1 0,0 0-41,0 1 0,0-3 0,2 5 0,0-2-669,2-3 0,1 1 0,-1-1-920,4 2 1,-1-2 0,1-5 1633,1-1 0,1-5 0,2 2 0</inkml:trace>
  <inkml:trace contextRef="#ctx0" brushRef="#br0">8136 6330 7859,'0'12'1446,"1"-1"0,2-2-911,1-1 1,1-4 331,-1 3 0,-1-4-178,5 1 1,-4-3 0,2-2 119,-1-3 1,1-8 0,-4-7-1,3-5-563,2-3 1,0-5 0,2-6-217,-1-1 1,-2-10-1,3 1 1,-2-4 0,-1-5 180,1 0 1,-4 0 0,2 1-1,-1-3-760,0-1 0,1 7 0,-2 1 0,0 9 345,0 7 0,-2 13 0,1 0 0,0 5 221,2 4 1,1 6-101,-1 4 0,3 3 0,5 1-67,0 0 0,-1 1 0,1 3 0,0 4-250,0 2 1,1 3 0,1 2-1,3 0 213,2 0 1,-1-2 0,3-1 0,-1 0-30,1-1 0,-4 0 0,0-2 0,-2-1-120,1 1 0,0-4 0,-4-1-1262,-1-3 1,-3 3 1597,0 0 0,-5 6 0,2-4 0</inkml:trace>
  <inkml:trace contextRef="#ctx0" brushRef="#br0">8065 5941 7832,'-11'6'297,"3"-4"0,1 6 0,1 0 2742,-1-2 0,4 5-2052,-1-3 0,8 1 0,6 0 0,3-2-571,2-2 1,6-1-1,-1-4 1,4 0 8,3 0 0,-2 0 0,3 0 1,-2 0-886,1 0 1,2-1 0,3-2 0,-4-2-1884,1-2 0,-7 3 0,5-4 2343,-1-1 0,0-1 0,-2-2 0</inkml:trace>
  <inkml:trace contextRef="#ctx0" brushRef="#br0">9020 5576 7822,'12'-16'0,"-1"0"2,-3 2 0,1 5 4211,-5 1 1,-2 7-2684,-6 1 0,-2 6 0,-6 9-941,0 0 0,-1 2 1,-1-1-1,-3 4 1,-2 3-120,-2 5 0,-1-2 0,-1 4 0,-1 2-309,0 2 0,-1 1 1,-1 11-1,-1 4-612,1 2 0,2 3 0,4 3 1,6-3-638,5-4 1,4-8 0,5-5 0,1-4-378,3-3 0,6-13 0,7-3 0,0-4 998,0-5 1,4 0 0,-1-8 0,2-3-2276,2-7 2742,-6 0 0,10-10 0,-3 4 0</inkml:trace>
  <inkml:trace contextRef="#ctx0" brushRef="#br0">9091 5988 9771,'-8'-3'1924,"1"-1"0,4-6-1125,-1 3 1,3-4-1,1-1 84,0 1 1,5-1-1,3 1-532,2 3 1,-2 2-1,0 3-444,1-1 0,2 0 0,0 4 0,1 2-176,0 2 0,0 1 1,0 5-1,-1 1-85,1 2 1,0 3 0,0-2-1,0 3-48,-1 1 0,1 1 1,0 0-1,0-2-162,-1 0 1,1-6 0,0 2 0,0-1-530,0-3 0,-4-1 1,-1 0 1092,3-4 0,0-3 0,2-1 0</inkml:trace>
  <inkml:trace contextRef="#ctx0" brushRef="#br0">9103 6201 8388,'-12'6'2090,"6"-1"1,0-10 0,8-3 0,2-2-1814,4-2 0,3-2 0,4-5 0,3-4-457,4-2 1,1-5 0,7 0 0,-1 0-482,-3 2 1,-1 2 0,-3 1-1,-1 0-1122,-1 3 0,-6 5 1783,2-3 0,-3 6 0,-1-3 0</inkml:trace>
  <inkml:trace contextRef="#ctx0" brushRef="#br0">9469 5470 7761,'11'-5'160,"-3"-2"0,0-5 876,1 0 0,2 6 1,1 2-1,1 3-428,2 1 0,-2 5 1,3 4-1,-1 5 413,0 6 0,-2 8 0,2 3 0,-5 4-306,-2 5 1,-5 2-1,1 6 1,-3 3-368,-1 4 0,-5-1 0,-3-2 0,-3-1-188,0-1 0,-1-9 1,0 1-1,-1-7-1018,-3-4 0,7-8 1,-3 0-1,2-2-1116,-1-2 0,0-1 0,-1-4-1921,0 2 3895,5-5 0,-3-1 0,3-3 0</inkml:trace>
  <inkml:trace contextRef="#ctx0" brushRef="#br0">10117 5823 7827,'-12'-3'548,"1"-1"0,-1 1 744,0 2 1,0-3 0,0 0 4025,1 1-4718,4 2 0,3 1 1,8 0-1,5 1-331,6 3 0,3-3 0,7 3 1,2-2-304,5-2 1,-1 0 0,3 0-1,3 0-811,0 0 0,-1 0 0,-2 0 1,1-2-458,0-2 0,-2 3 0,5-3 0,-4 3-680,-3 1 1,-9 0 1981,2 0 0,-8 0 0,1 0 0</inkml:trace>
  <inkml:trace contextRef="#ctx0" brushRef="#br0">10200 6024 10318,'-12'6'0,"0"0"1794,0-1 0,4-4 0,2 4-37,1 1 1,2-5-971,7 3 1,6-3-1,7-2 1,2-2-485,2-1 0,6-5 1,3 1-1,3-2-829,3-2 1,-6 0 0,8 0 0,0 1-736,-2-1 1,1 0-1,-3 2 1,-1 2-688,-2 4 0,-4-1 0,-1 1 1948,-5 1 0,1 2 0,-4 1 0</inkml:trace>
  <inkml:trace contextRef="#ctx0" brushRef="#br0">11379 5446 10317,'-12'0'5294,"4"2"-3963,0 1 0,6 4 0,-2 5 0,3 0-556,1-1 1,0 2-1,0 3 1,0 5-323,0 5 0,-2 1 0,0 4 1,-4 2-234,0 1 0,2 2 0,-4 2 0,-2 3-207,-5 1 0,-2 1 0,-4 3 0,1-1-222,-1-2 1,3-5 0,1 1 0,3-4-606,3-3 1,6-3 0,-2-7 0,2-1 715,3-1 0,4-6 0,3 2 0,3-5 402,5-3 0,0 1 1,7-5-1,1-1 83,1-2 0,3-1 1,1-1-1,3-2-812,1-1 0,-3-3 0,0 3 0,-2 1-2796,-1 2 1,-6 1 3220,-2 0 0,-3 5 0,-1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6627 3914 8426,'0'-12'908,"0"4"0,0 0 832,0-1 1196,0 4-2581,0 0 1,0 15 0,0 4-515,0 3 1,0 2 0,1-5 0,2 3 285,1 2 1,3-5 0,-1 2 0,-1-3-1871,0-1 0,4-1 793,-1 1 0,3-5 0,0-3 0,1-3-1177,0-1 2127,-5-5 0,8-7 0,-2-6 0</inkml:trace>
  <inkml:trace contextRef="#ctx0" brushRef="#br0">6804 3902 7818,'0'-12'1484,"0"6"1,0 7-1,-2 9 1,0 6-1030,-2 2 1,-5 3 0,1 6-1,-3 0-62,-1-1 0,1 4 0,-1 1 1,1 0-663,3 0 0,-2-4 0,3-1 0,1-5-1834,2-5 1,3-3 2102,1-2 0,10-9 0,3-4 0</inkml:trace>
  <inkml:trace contextRef="#ctx0" brushRef="#br0">6992 3961 7986,'-8'4'2238,"2"1"1100,1 2-3044,1-5 0,9 2 0,3-6 0,2-4-529,2 0 0,0 2 0,0-3 0,1 1-111,2-1 0,-1 5 0,1-2 346,-2 2 0,4-3 0,2-1 0</inkml:trace>
  <inkml:trace contextRef="#ctx0" brushRef="#br0">6992 4079 7778,'-8'12'1479,"1"-1"1,3-3 463,-4 0 0,5-4-1501,-1 4 1,8-6-1,5 1 1,4-4-803,3-3 0,1-4 0,-2 3 0,2 0-2802,1-1 3162,-4-3 0,14 3 0,-3-6 0</inkml:trace>
  <inkml:trace contextRef="#ctx0" brushRef="#br0">7429 4138 7747,'-7'12'729,"-2"-5"486,5 1 0,0-6-657,4-2 1,0-6 0,0-7 0,0-3-412,0-3 0,0-3 1,1-2-1,2-1-104,1-2 0,1-4 0,-2-4 1,1-2-183,-2-2 0,1 2 0,-1-2 0,4 1-131,0-1 0,-3 7 0,1 2 0,-3 8 396,-1 6 0,5 5 72,3 3 0,-1 2 0,-1 8 0,1 2-238,-1 4 1,2 2 0,4 2 0,0 0-45,0-1 0,1 1 0,1 0 0,2 0-271,-2 0 1,-1-2 0,-1-2-1,0-3-512,0 0 0,-4-3 0,0 3 867,1 0 0,1-4 0,2 5 0</inkml:trace>
  <inkml:trace contextRef="#ctx0" brushRef="#br0">7393 3890 8082,'-8'4'262,"2"1"218,1 2 0,2-1 0,7 2 569,4-4 0,2-2 0,2-2 0,1 0-1063,3 0 0,-2 0 0,5 0 1,-1 0-1379,0 0 0,2 0 1392,3 0 0,1-6 0,0 0 0</inkml:trace>
  <inkml:trace contextRef="#ctx0" brushRef="#br0">7853 3702 7783,'-12'1'0,"0"1"0,1 4 616,-1 0 0,0 2 0,2 4 0,-1 1 941,-1 3 0,7 2 0,-7 6 0,2 1-1211,-1 2 1,3-1 0,2 4 0,1 0-683,2 1 0,2-5 1,1 0-1,1-5 142,3-5 0,3-3 1,4-3-1,2-2-4159,3-4 4353,-3-3 0,10-1 0,-5 0 0</inkml:trace>
  <inkml:trace contextRef="#ctx0" brushRef="#br0">7888 3878 7783,'0'12'1278,"0"0"0,2-2 1,2 0-1,4-3-935,2 3 1,-2 0-1,1 2 1,3 0-798,2-1 0,2 1 1,-4-1-1,1-2-591,3-1 0,-6-4 1,4 2 1044,1-1 0,-1 5 0,-2-4 0</inkml:trace>
  <inkml:trace contextRef="#ctx0" brushRef="#br0">7936 4032 7783,'-8'0'2817,"0"0"-2249,5 0 0,-1 0 0,8-2 0,4-2-813,3-3 1,0-4 0,3-1 0,0 0-1399,2 1 1643,-1-1 0,2-5 0,2-1 0</inkml:trace>
  <inkml:trace contextRef="#ctx0" brushRef="#br0">8148 3702 8533,'8'0'1874,"-2"1"0,1 3-1064,-1 4 0,1 9 1,2 6-1,-2 9-196,-2 6 0,3 4 1,-4 5-1,-2 0-678,0 0 0,-4-5 0,0-3 64,-2-2 0,-5-7 0,2-1 0</inkml:trace>
  <inkml:trace contextRef="#ctx0" brushRef="#br0">3632 9207 7767,'0'12'760,"0"-1"-2,0 1 1,0 0 151,0 0 1,0-4 1120,0-1-1493,0-4 0,0 1 0,0-9 0,0-6-256,0-3 1,0-8 0,0-1 0,0-4-417,0-3 1,1-3-1,1-5 1,2-3-97,-1-1 0,2-1 0,-1-5 0,0-2-197,1-1 1,-3-4-1,2 5 1,-2 3 139,2 2 1,-3 13 0,3 0-1,-2 6 748,-2 2 1,4 10 0,1 2-196,1 2 0,2 4-130,4 3 1,0 1 0,0 4 0,-1 0-335,1 2 1,0 5 0,0 0 0,1 5 0,1 1-278,2 0 1,0-2-1,-4 0 1,-1 1-376,1 2 1,0 0 0,0-4-1,-2-1 82,-2 1 0,1 0 0,-5 0 768,-1-1 0,-2 1 0,-1 0 0</inkml:trace>
  <inkml:trace contextRef="#ctx0" brushRef="#br0">3431 8936 7767,'-5'6'5768,"5"3"-4961,0-5 1,5 0 0,7-3 0,1 2-280,3 1 0,3 0 1,8-4-1,1 0-1153,2 0 1,2-1 0,3-2-1,1-1-872,-1 1 1,-2-3-1,0-1-2071,-1 1 3568,0-5 0,-9 5 0,1-6 0</inkml:trace>
  <inkml:trace contextRef="#ctx0" brushRef="#br0">4174 8629 7767,'7'-8'0,"-2"2"1074,0 0 1,-4 1 5312,3 1-4995,-2 3 1,-4 0-1,0 6 1,-4 3-698,0 5 1,-2 0 0,-4 5 0,-1 2-483,-3 2 1,2 0-1,-4 10 1,-1 2-31,1 4 0,2 0 0,-3 5 0,-1 2-1373,2 1 1,0-3 0,8-1 0,1-2-195,1-2 1,5-6 0,-1-5 339,3-2 1,6-12-1,3-5 1,3-5 346,0-3 0,3 0 1,0-2-1,3-2 208,1-3 0,-2-5 1,2-3 488,-1 0 0,10-6 0,-2 2 0</inkml:trace>
  <inkml:trace contextRef="#ctx0" brushRef="#br0">4398 8936 7767,'0'-12'442,"0"0"0,0 0 320,0 0 1,0 1 0,0-1 401,0 0 1,0 4-1,0 0 1062,0-1 1,-5 4-1689,-3 1 1,-3 3 0,0 1-478,-1 0 0,0 1 1,0 3-1,0 4 113,1 2 1,3 2 0,0 0 0,-1 0-689,-2-1 1,1 1-1,1 0 1,2 1-194,2 3 0,0-3 1,2 3 302,-1-3 1,0-1-1,5-1 266,3 1 1,4-5 0,7-3 214,0-3 0,1-2 1,-4-2-1,0-2 373,-1-2 0,1-1 0,0-3 0,0-1-459,0 0 1,-1 0 0,1 0-1,0 1-75,0-1 1,-4 0 0,-2 0 0,1 0 7,-1 1 0,-3 3 0,2 1 51,0 2 1,-3 2-150,2 7 0,-3 3 1,-2 6-1,-2 1-113,-1 2 0,0 5 1,3-3-1,-2 1-72,-1-4 1,0 2-1,4-1 1,0-1-258,0-2 1,0-2 0,0 1-3102,0 0 3109,0-5 1,6-3 0,0-8 607,1-4 0,3-3 0,-3-1 0</inkml:trace>
  <inkml:trace contextRef="#ctx0" brushRef="#br0">4540 8629 7767,'0'-8'828,"0"0"0,0 1 1284,0-5 1,1 5-1656,3 3 1,2 4-1,7 4 375,3 4 0,-3 9 0,3 5 1,-2 7-328,2 5 0,-3 2 0,3 8 0,-3 3 310,-1 2 1,-6-6 0,-2 5-1,-2 0-765,-2-4 0,-6-9 0,0-2 0,-3-5-815,-3-6 0,3-5 0,-7 1 765,3-1 0,-4-1 0,-2-4 0</inkml:trace>
  <inkml:trace contextRef="#ctx0" brushRef="#br0">5035 8841 7315,'-4'-8'5856,"0"1"-5320,0 4 1,9-2-743,3 5 1,3 0-1,2 0 1,1 0-1,2 0-273,-2 0 0,-1 0 1,-1 0-1,1 0-452,3 0 1,-3 0 0,3 0 0,-3 0-775,-1 0 1705,-6 5 0,10-4 0,-3 4 0</inkml:trace>
  <inkml:trace contextRef="#ctx0" brushRef="#br0">5058 8936 7767,'-11'1'0,"-1"2"510,0 0 0,0 1 1,0-2 1063,1 2 1,3-3 0,1 4-315,2 0 1,2-2-837,7 5 0,3-6 0,5 2 0,-1-2-144,1-2 0,4 0 1,1 0-1,1 0-760,3 0 0,-2 0 0,0-2 1,2 0-991,1-2 0,-2 0 1,0 3-1,1-2 1470,1-1 0,-4 0 0,-1 4 0</inkml:trace>
  <inkml:trace contextRef="#ctx0" brushRef="#br0">5837 8606 7767,'6'-2'2691,"-2"-2"1,-1-1-724,1-3 0,-3 4-1496,3 8 0,-3 3 0,-1 5 0,0 1-23,0 2 0,-4 5 1,-1 6-1,-2 2-234,-2-2 0,-2 4 0,-4 0-215,-1 0 1,1 4-1,2-2 1,-2 0-1,-1 1-63,2-1 0,1-1 0,1 3 0,2-2-123,2-5 1,3-2 0,5-3 0,0-2-79,0-4 0,1-3 1,3-3 266,4-2 0,3-3 0,4-5 0,2-1 552,1-3 0,-2-2 0,2-6 0,1 1-668,-1 3 0,0-1 0,2 4 40,-4-2 1,2 5 72,2-2 0,-3 8 0,0 2 0</inkml:trace>
  <inkml:trace contextRef="#ctx0" brushRef="#br0">7334 8782 7919,'7'-5'-579,"-3"-3"1,-2-1 1203,2 1 1,-2-2 620,1 2 1,-1 1-1,-2-1-65,0-1 0,0 3-456,0-2 1,-2 5 0,-1-1-313,-5 3 1,-3 1 0,-1 0 0,1 1-198,-1 3 1,-1 3 0,-2 5-1,-2 1-238,-1 2 0,2 0 0,-2 4 1,1 2-202,2 2 1,2-4 0,2 1 0,-1 1-219,0 1 0,5-3 0,3-4 1,3-2 121,1-1 0,1-1 0,3-4 0,6-3 315,4-2 1,4-4 0,5-3 0,-1-5 96,1-5 1,-5-4 0,4 2-1,-3 0-65,0 0 0,-5-3 0,2 4 0,-4 0-75,-4-1 1,1 4 0,-4-1-349,2 5 1,-6 5 203,-1 8 1,-4 6 0,-5 7 0,1 2-112,-1 2 1,0 1 0,-1 1 0,4 1-502,1 0 0,-3-5 1,4 0-1,1-2-355,2-3 0,1-1 1158,0-1 0,5 0 0,2-1 0</inkml:trace>
  <inkml:trace contextRef="#ctx0" brushRef="#br0">7511 8829 9189,'-8'12'0,"2"0"1491,0 0 0,3 0 0,1 1 0,0 1-1228,-2 2 1,0 4 0,2-5 0,0 0-584,-2-2 0,0-1 459,4-1 1,1-4 0,3-5-387,4-4 0,-1-6 0,0-8 0,3-2 0,0-3-253,2-3 1,0 7 0,-1-6 305,1 1 1,0 1 0,0 0 0,0 2 0,-1 2 8,1 3 1,-4 5 0,0 2 111,1 2 1,-4 8 0,-1 7 0,-2 6 192,-2 2 0,0 2 0,0 3 0,0 1-401,0-1 1,0 0 0,0-4 0,0-3-1448,0-3 1,1-2 497,3-4 1230,-3-1 0,15-17 0,-3-2 0</inkml:trace>
  <inkml:trace contextRef="#ctx0" brushRef="#br0">8042 8393 10389,'0'8'1659,"0"0"0,0 3-875,0 3 1,0 0-1,0 6 1,0 2-401,0 4 1,0 5 0,0 4 0,0 2 83,0 2 0,0-2 0,0 1 1,0-6-10,0-4 0,0-7 0,1-3-109,3-1 0,-3-8 0,3-9 26,-2-6 1,1-6 0,1-2-1,-1-3-185,-2-2 0,-1 0 0,0-4 1,-1 2-333,-3 2 1,1 0 0,-4 0 0,-3 3-37,0 3 0,-3 2 1,-2 4-1,-2 3 200,-1 2 0,-2 8 1,-3 3-1,-1 5-150,1 6 1,4 3 0,5 4 0,5 1-62,5 2 1,4-2 0,5 1-1,8-4-208,9-7 1,3-7-1,7-5-273,1-1 1,-1-1-1,0-4 1,-5-1 0,-2-3-1255,-1-4 0,-2 2 1,-2-2 1922,-5-1 0,-2-2 0,-1-1 0</inkml:trace>
  <inkml:trace contextRef="#ctx0" brushRef="#br0">2877 9737 7919,'-12'-1'917,"0"-3"1,0 3-1,1-3-189,-1 2 0,5 4 1,2 2-1,1 5 48,0 5 0,0 6 0,4 7 0,0 6-672,0 5 0,0 4 0,0 5 0,0 2-603,0 2 1,0-7-1,0 1 1,0-7-347,0-8 0,0-5 1,2-7-550,2-6 1394,2-6 0,6-6 0,0 0 0</inkml:trace>
  <inkml:trace contextRef="#ctx0" brushRef="#br0">3007 9997 7785,'0'23'53,"-4"1"0,-2-1 1,1 2 896,0 3 1,-3-2 0,4 3 0,0-3-503,-1-4 0,4-6 0,-3 0-700,2-3 1,8-8 0,1-5-951,4-7 0,-3-8 0,-2-5 0,1-4 1202,-1-3 0,2-3 0,4-6 0</inkml:trace>
  <inkml:trace contextRef="#ctx0" brushRef="#br0">3066 9761 7919,'0'-12'408,"-2"4"1,0 0 1433,-2-1 1,-2 4-1,4 2-1126,-2 6 0,0-1 1,3 6-1,-2 3-1165,-1 3 0,0 1 0,5 3 0,2-1-1787,1-3 0,5 3 0,-2-1 2236,-1-1 0,5 3 0,-5 0 0</inkml:trace>
  <inkml:trace contextRef="#ctx0" brushRef="#br0">3231 9938 8557,'-4'11'1292,"0"1"0,-4 0 1,4 0-1,0 1-446,-1 3 0,2-2 0,-3 4 0,0 1-448,4-1 1,-4-2 0,3 2 0,0-1 100,2-3 1,1 0-88,0-3-352,0 1 0,1-9 1,2-5-1,0-4-236,0-7 0,4 0 1,-1-6-1,2 1-193,0 0 1,0-2-1,4-4 1,-1 1 270,1-1 1,1 5 0,0 0-257,-1 2 1,3-1 0,-8 5-1,4 4 1,-1 1 135,-2 1 1,1 6 0,-3 2 629,0 10 0,-3 2 1,1 7-1,-3 0-53,-1 3 0,0 0 0,0 0 0,-1-4-170,-3-3 0,3 1 0,-3-1-246,2-2 0,4-6 1,2-5-2,3-6 1,4-8 0,1-6 0,-1 0 3,1 0 0,1-4 0,2 3 0,1 0 26,-2 2 0,-1 3 0,-1 2 0,0 2 26,-1 1 1,-3 7 0,0 2-40,1 10 1,-3 2-1,-3 7 1,-1 2-546,-2 4 0,0-1 1,0 3-1,0-4-582,0 0 0,0-4 0,0-2 1,0-1-1328,0-3 2495,0 0 0,-5 3 0,-2 1 0</inkml:trace>
  <inkml:trace contextRef="#ctx0" brushRef="#br0">2511 10810 7919,'-12'0'317,"1"0"1,-1 0 1368,0 0 1,4 0-1,2-1-717,0-3 1,3 1 0,4-5-1,3-1-286,4-1 1,2-4 0,2-1 0,0-4-433,-1 1 1,3-4-1,0 3 1,2 0-160,-2-1 1,1 4 0,-1-2 0,2 1-172,-2 3 1,3 2 0,-1 3 0,-2 2-241,-1 2 1,-1 1 0,0 5 0,0 5-21,0 5 1,-1 6-1,1 7 1,1 1 85,3 2 0,-3 2 0,3 4 1,-3-3-381,-1-1 0,-1-2 1,1-4-1,1-2-133,3-2 1,-3-4-1,3-1 1,-3-5-245,-1-5 1,-4-4 0,-2-4-1,1-4-811,-1-2 1821,-3-7 0,7-1 0,-3-6 0</inkml:trace>
  <inkml:trace contextRef="#ctx0" brushRef="#br0">2676 10904 7919,'-7'4'1655,"-1"0"1,1-1 0,1-7-771,6-4 0,5-8 1,8-5-1,4-5-694,7-5 1,4-6 0,8-4 0,-1-3-613,0-1 0,1 6 1,-2 2-1,-3 6-675,-3 3 1,-8 14 0,-5-3-1082,-2 5 1,-6 6 2176,-3 10 0,-3 2 0,-1 6 0</inkml:trace>
  <inkml:trace contextRef="#ctx0" brushRef="#br0">3160 10645 7919,'-12'0'2314,"0"1"282,0 3 1,1-3-1167,-1 3 1,4-2-1,1-1-106,2 3 1,1-1-433,4 4 1,2-3-869,2 4 0,-2-5 0,6 1 0,3-2-187,3 2 0,-1-2 0,4 2 0,-1-3-82,-1-1 1,5 0-1,-3 0 1,0 0-138,0 0 1,3-1 0,-4-3 0,-2-4-5,-1-3 0,-1-1 1,0 1 666,0-1 1,-5 0 0,0 0 223,-2 1-721,-1-1 0,-4 7 188,0 5 1,0 5-1,0 7 1,1-1-486,3 1 1,-2 1-1,2 2 1,-2 0-119,2 0 0,-3-2 0,3-1 0,-2-1-710,-2 1 1,0 0-1,0 0-868,0 0 1,0-5 2208,0 1 0,-6-5 0,5 7 0,-4-3 0</inkml:trace>
  <inkml:trace contextRef="#ctx0" brushRef="#br0">3797 10610 7919,'0'-8'1992,"0"0"1,0 4-28,0-4 0,0 0-811,0-4 0,0 5 0,-2 0-483,-2 2 1,2-1 0,-6 4-553,-1-2 0,-2 0 0,-1 4 0,1 0-90,-1 0 0,0 5 1,0 3-1,0 3-203,1 0 0,-2 2 1,-2 3-1,-1 4-379,2 2 0,5-2 0,2-1 0,1 2 69,-1 2 1,5-5-1,-2-2 1,4-3 165,4-1 0,2-6 1,6-2-1,0-3 483,0-1 1,1-5 0,1-3 0,2-4 166,-2-3 0,1 0 1,-1-4-1,2-1-283,-2 2 1,-1-5-1,-1 5 1,-1 0-90,-4 2 1,4 3-1,-5 1 1,1 0-271,-3 1 152,-3 4 1,-1 8 0,0 10 0,0 5-80,0 2 0,-1 2 0,-2 3 0,-2 2-528,-2 2 0,4-2 0,-4 3 0,0-3-3765,1-2 4530,3 1 0,-7 0 0,3-1 0</inkml:trace>
  <inkml:trace contextRef="#ctx0" brushRef="#br0">4386 10739 9494,'0'-8'1918,"0"0"0,0-1 0,0-6 1,0-6-1812,0-6 0,4-3 0,1-6 0,2-4-144,2-3 1,-2-8 0,-1-5 0,-1-5-355,-2-1 1,-2 28 0,1-1 0,0-29 0,2 0 100,-1 1 1,-2 16 0,-1 1 0,1 12 422,3 11 1,-1 10 77,5 9 0,-4 4 0,2 4-122,0 3 0,3 4 0,-1 2 0,2 1-97,2 2 1,1 5-1,1-1 1,3 2-280,2 2 0,-1-5 1,3 0-1,-3-1-625,-1 0 1,-1-5 0,-4 0 0,-2-3-699,-2-1 1,-2-3 1609,-6 2 0,-11 0 0,-2 4 0</inkml:trace>
  <inkml:trace contextRef="#ctx0" brushRef="#br0">4221 10374 7919,'-10'8'1878,"0"-1"-27,3 3 0,5-1 0,4-1-800,8-4 1,5-3-1,7-1 1,3-1-812,0-3 1,1 1 0,1-5-1,3-1-1178,1-1 1,3-2 0,-4 0 0,3 0-2180,2 0 0,-6 1 3117,6-1 0,-2 0 0,2 0 0</inkml:trace>
  <inkml:trace contextRef="#ctx0" brushRef="#br0">4964 10067 7919,'-12'-1'1356,"0"-3"1,5 3 0,-1-3 0,-1 2 875,-2 2 1,-1 0-1,0 2-846,1 2 0,-1 8 0,0 7 0,-1 6-615,-3 6 0,2 4 0,-6 10 0,1 6-771,0 6 0,1-5 0,5 4-1145,1-6 0,-1-3 0,9-10 0,1-5 0,3-6-1112,4-8 0,4-9 0,8-5 0,3-3 763,4-1 0,2-10 1,1-6 1493,1-5 0,6-13 0,-3-2 0</inkml:trace>
  <inkml:trace contextRef="#ctx0" brushRef="#br0">5070 10197 7919,'-10'1'4669,"2"3"-3335,4 4 1,3 4 0,1 4 0,0 3 0,1 3-580,3 2 0,4 5 0,6 1 0,3 1-1170,1 1 0,1-6 0,2 0 0,-3-3-655,-1-4 0,0-3 0,-2 1-2605,0-4 0,-3-4 3675,-4-9 0,-5 0 0,2 0 0</inkml:trace>
  <inkml:trace contextRef="#ctx0" brushRef="#br0">5023 10503 8695,'-12'0'1816,"0"0"1,6-1 0,2-3-809,3-4 0,7-2 1,6-3-1,8-3-872,6-4 1,0-2-1,4-1 1,0-1-1209,0 0 0,-2 5 1,2-1-1,-2-1-1528,-6-1 2600,-4 9 0,-1-8 0,2 8 0</inkml:trace>
  <inkml:trace contextRef="#ctx0" brushRef="#br0">5424 9997 10368,'-7'1'2457,"3"3"1,4 4-1,4 7 1,4 8-841,3 7 0,0 4 0,0 13 0,-3 5-1753,-4 5 1,-3-2 0,-1-2-1,-1 0-1247,-3-3 1,-4-7 0,-6-5-1,-3-4 742,-2-3 0,0-8 0,-5-1 0,2-5-2575,2-7 0,3-3 1,5-10 3215,0-5 0,6-5 0,1-10 0</inkml:trace>
  <inkml:trace contextRef="#ctx0" brushRef="#br0">5789 10244 7919,'-11'4'4557,"-1"0"0,8 4-3963,8-4 1,2-2-1,11-4 1,-1-2-1233,0 1 0,5 1 0,-3-1 1,2-1 483,0 1 0,-5 2 0,4 1 0,-2 0-5815,-3 0 5969,4 0 0,-5 0 0,5 0 0</inkml:trace>
  <inkml:trace contextRef="#ctx0" brushRef="#br0">5825 10374 7919,'-11'12'2457,"3"-1"1,3-3-1,7-1 1,1-2-1583,5-2 0,8-2 0,2-1 0,3-1-1183,3-3 1,-3 1-1,6-5 1,-2 0-1403,-1 2 1,0-5 0,-1 5 1709,1-1 0,5-3 0,1 3 0</inkml:trace>
  <inkml:trace contextRef="#ctx0" brushRef="#br0">6627 9890 7919,'0'-7'4915,"0"-1"0,0 6-3524,0 2 0,0 6 1,0 5-1,0 3-784,0 1 1,-2 0 0,-2 6 0,-3 2-310,-4 3 0,3 7 0,0-1 0,-2 2-627,-5 1 0,1 6 0,-4 1 0,1 1 128,2 0 0,2-5 0,1 0 1,2-4 139,2-3 1,3-10 0,5-1 0,1-6 211,3-2 0,4-5 0,8-3 1,3-3 122,4-1 1,-4-5-1,1-2 1,1-1-583,1 1 0,2 0 0,-2-2 1,-1 2-2221,-1 2 1,-1-3 0,4 4 2527,-4 2 0,3-5 0,-3 0 0</inkml:trace>
  <inkml:trace contextRef="#ctx0" brushRef="#br1">2016 11128 7975,'0'12'627,"-1"0"1,-2 0 0,-2 1 194,-2 2 1,3 1 0,-3 8-1,-3 6-492,0 6 1,2 8 0,0 5 0,0 5-377,2 4 0,-3-7 0,3 4 0,1-7-701,0-4 0,1-9 0,4-9-3245,0-5 3992,0-9 0,-5-17 0,-2-8 0</inkml:trace>
  <inkml:trace contextRef="#ctx0" brushRef="#br1">1603 11317 8475,'-11'1'0,"-1"2"1851,0 1 0,4 0-726,0-4 1,11-2 0,3-2 0,11-3-224,11-4 0,7-6 0,9-4 1,7-4-780,5-2 0,-26 11 0,2 0 1,-1 2-1,2 1 0,0 0 0,-1 1-718,29-9 0,-5 4 1,-9 6-1,-2 4-348,-7 3 0,-11 2 0,-3 4 0,-6 0-1012,-1 2 0,-8 1 1955,3-1 0,-3-2 0,3 3 0</inkml:trace>
  <inkml:trace contextRef="#ctx0" brushRef="#br1">2323 11223 7436,'0'11'1020,"-4"-3"1,-2-1 0,1-1 455,0 1 1,-3 1 0,3 5 0,0 1-751,-1 2 0,-1 6 0,1 0 0,1 6-291,0 2 1,-3 2-1,4 2 1,0 0-388,-1 1 0,4-8 0,-3 5 0,2-6-95,2-2 0,6-10 1,1-3-1,5-5 36,4-3 1,-3-7 0,4-5 0,-1-6-152,-1-4 0,3 0 0,-4 0 0,3-2-20,1-2 0,-7 4 1,1 0-1,-2 1 2,1 0 1,-1 7 0,-1-1 235,-1 2 0,-4 5 114,4 1 1,-6 8 0,2 4 0,-1 2-14,1 2 1,-1 0 0,3-1 0,1 1 108,-1 0 1,1-4 0,2-2 0,-1 0-159,1-4 1,1 0-1,2-2 1,0-2-149,0-2 1,-4 0 0,0-6-1,-1-3 8,0 0 1,2-4 0,-5 1 0,-1 0 213,-2-1 1,-1 4 0,0-3 432,0 3 1,-5 7 0,-3 3-314,-3 6 1,0 7 0,0 7 0,2 2-526,1 2 1,4 2 0,-2 2 0,0 0-929,4-3 0,0-1 0,2 1 0,0-1 430,0-1 0,6-9 1,3 0-1,4-2-985,3-2 1,1-2 0,-2-7-1,5-5 1706,2-5 0,2-7 0,0 0 0</inkml:trace>
  <inkml:trace contextRef="#ctx0" brushRef="#br1">2971 11376 7975,'-12'0'737,"1"0"1,-1 0 958,0 0 0,4 0 1,0 0-1,-1 0-374,-1 0 0,2 4 0,1 1 0,1 1-685,-1 4 0,3 0 0,-2 2 0,0 0-562,4 0 1,0-1 0,2 1 0,0 0-572,0 0 1,2 1 0,2 1 0,2 2-171,1-2 0,3 1 0,-2-1 524,3 2 0,-4 0 0,0-5 103,-2 1 1,-1-4-1,-5-1 225,-3-2 1,-3 3 0,-4-4 0,-1-2-646,0-1 1,-4 3 0,1 0-138,0-1 0,6 2 0,2 0 290,2 2 0,1-3 0,6 2 0,2 0 215,3-4 0,5 0 0,4-2 0,4 0 172,2 0 0,3-7 0,1-3 0,1-5 329,0 1 0,1-5 1,0 1-1,-2-2 122,-1 1 1,-5-1 0,-2-3 0,-1-1-62,-2 0 0,-4 5 0,-2-1 1,-2 1 144,-2 0 0,-1 2 0,-5 7-115,-3 2 0,-3 4 0,-4 8-427,-1 4 0,0 3 0,0 5 0,0 5 150,1 5 0,3 1 0,0 3-1033,-1-2 1,2 1 0,1-3-1,0 2 1,4-2-1163,1-1 0,1-5 0,0-2 0,1-1 423,3-3 1548,8-6 0,6-2 0,5-6 0</inkml:trace>
  <inkml:trace contextRef="#ctx0" brushRef="#br1">3997 11246 7975,'12'-6'133,"-4"-4"1,-2 5 0,1 0 1151,-1 0 0,-2-1 345,4 2 1,-1 4-1,1 0-595,-4 7 1,-3 5 0,-1 5 0,0 5-392,0 4 1,-4 7-1,-1-1 1,-2 3-395,-2 4 1,2-1-1,0 4 1,-1 0-195,1 0 1,-3-8 0,3-1-1,1-6-654,2-5 1,1-7 279,-1-3 1,3-7 0,-3-10 0,2-7 206,2-6 0,0-6 1,0-2-1,0-2 22,0 2 1,-1 0 0,-3 1 0,-4 0 450,-2 3 1,-2 6 0,0 2 0,-1 5-35,-2 5 1,-3 2 0,-2 5 0,0 5 47,-1 7 1,4 6 0,1 3-1,4 0-191,4-1 1,3 1 0,5-2 0,2-1-168,1-1 1,9-2-1,7 0 1,2-5-547,2-3 0,-1-4 0,9 2 1,-1-4-1508,0-3 1,-3-1-1,5-1 1,1-3-212,1-4 0,2-4 0,1-2 2246,-2-2 0,3-5 0,-7 3 0</inkml:trace>
  <inkml:trace contextRef="#ctx0" brushRef="#br1">4386 11505 7975,'-8'-7'610,"0"0"1,-1 2 649,-1 2 0,1 2 1,-2 1-1,-2 0-130,0 0 1,-1 5-1,-1 3 1,-1 4-508,2 3 1,1 3 0,1 2-1,0-1-283,1-2 0,4 4 0,3-3 1,3 0-671,1-2 0,9-4 0,4-4 0,5-4-545,7-3 1,0-6-1,7-4 34,0-6 0,1 1 0,0-7 1,-4-1-1,-3-2 53,-4 2 1,-6 2 0,-2-1-1,-5 3 318,-5 1 0,-4 0 1,-5 4-1,-7 0-156,-6 2 0,0 7 0,-2 2 1,0 4 625,2 6 0,-4 8 0,3 2 0</inkml:trace>
  <inkml:trace contextRef="#ctx0" brushRef="#br1">5330 11564 7700,'0'12'-207,"0"0"0,0 0 0,0 0 1297,0-1 0,0 2 1,0 2-1,0 2 177,0 1 0,-4-3 0,0 0 0,1-2 120,2-1 1,1 0 0,1-2-596,3-2 1,3-8 0,4-9-1,1-7-50,0-7 1,1-10-1,1-7 1,2-2-387,-1-3 1,-2-1 0,-3-1-1,-1 0-640,-1 0 1,-1 2-1,2 1 1,-3-2-110,0 1 1,2 10 0,-4 1 0,-2 4-538,-1 4 858,-1 6 1,0 9 0,0 11-62,0 7 0,0 10 0,2 5 0,0 6 40,2 2 0,5 3 1,-2 5-1,1 2 250,0 2 1,1 1 0,4 2 0,1-3-55,1-3 0,-3-10 0,6 2 0,0-6 18,1-5 1,-5-8-1,2-11 1,-2-8 271,2-8 0,-3-9 0,3-6 1,-3-7-326,-1-3 1,-1 0-1,1-1 1,-1-1-490,-3 0 0,-2 6 0,-3 0 0,1 0-592,-2 4 0,0 4 0,-2 2-356,0 5 0,0 10 134,0 11 1,-2 7 0,0 9-1,-2 5-618,1 5 1,-2 0 0,1 4 1852,1-1 0,-3 9 0,-1-1 0</inkml:trace>
  <inkml:trace contextRef="#ctx0" brushRef="#br1">6108 11234 7284,'-5'-10'0,"-3"1"598,-3 1 1,3 1 0,1-1 1651,-3 4 0,0 3 0,-1 4 0,1 3-1293,-2 6 0,7 4 0,-7 0 0,2 5-813,-1 5 0,-1 0 1,2 4-1,1 0-598,1 0 1,5 0-1,-1 2 1,3-5 461,1-2 1,5-6 0,4-4-880,6-2 0,-1-6 0,5-3 0,-1-4 0,0-5 583,3-7 1,-2-5 0,-1-7 0,-1 1 334,-3-1 0,-1-1 0,-1-1 0,-1-3-157,-3-1 1,-2 6 0,-3 0 0,1 0-623,-2 3 0,-2 7 1,-4 2-135,-4 7 0,2 3 0,-1 4 0,1 3-1847,-1 7 2713,5-1 0,-9 12 0,5-5 0</inkml:trace>
  <inkml:trace contextRef="#ctx0" brushRef="#br1">6485 11034 13452,'0'17'1065,"0"3"1,-1 7-662,-3 5 1,-1 3-1,-4 4 1,1 4 0,-1 3-1017,-2 1 0,4-3 1,2-4-1,1-3-1421,0-7 1,0-13 1383,4-5 1,0-15-1,0-5 649,0-9 0,0-10 0,0-3 0</inkml:trace>
  <inkml:trace contextRef="#ctx0" brushRef="#br1">6202 11081 7975,'-12'0'3099,"1"0"0,5 4-1340,6 0 1,12 0 0,12-5 0,7-2-952,7-1 1,4-5 0,7 1 0,2-3-799,4 0 1,-5-1-1,-2 1 1,-3 4-649,-9 3 1,0 2 0,-10 4 637,-4 2 0,2 2 0,-6 6 0</inkml:trace>
  <inkml:trace contextRef="#ctx0" brushRef="#br1">5235 11883 8984,'16'0'0,"1"0"1868,1 0 1,3 0-1,6 0 1,4 0-177,7 0 1,4-6-1,17-1 1,-26 2-1,1-1-1224,3 0 1,2 0 0,-1 0 0,1 1 0,4-1 0,0 0 0,2 0 0,0 0-469,0 0 0,0 0 0,-5 2 0,-1 2 0,0-1 0,0 2 0,25-1-507,-13 2 1,-13 4-1,-1 0 1,-4-1 506,-8-2 0,-6-1 0,-7 0 0</inkml:trace>
  <inkml:trace contextRef="#ctx0" brushRef="#br1">7688 11187 12980,'7'-5'4587,"-2"2"-3006,-5-5 0,0 5-1285,0-5 1,-5 5-1,-3-1 1,-3 3-439,-1 1 1,1 4 0,-1 1 0,0 2-244,0 2 0,4 1 0,1 2 0,-1 0-228,1 0 1,-2 1-1,5 1 1,1 2 199,2-2 0,1 3 1,0-1-1,1-2 193,3-1 1,-1 1 0,5-1 0,1 0 272,1-3 1,2-2 0,-1 1 528,-3-1 1,1-4-1,-5 4-267,-2 1 0,-6-2 0,-3-1 0,-4 1-574,-1-1 0,-3-3 1,-3 2-1,1-1-940,0 0 0,2 0 0,3-4 1,0 0-511,0 0 0,7 0 931,5 0 0,7 0 1,8-1 777,5-3 0,8-8 0,2-6 0</inkml:trace>
  <inkml:trace contextRef="#ctx0" brushRef="#br1">8136 11116 7975,'-1'-10'2457,"-3"2"1,-3 3-1,-6 5 1,-1 0-1648,-2 0 0,-5 6 0,3 5 1,-2 3-474,0 1 1,6 2 0,-2 0-1,5 0-107,3 0 1,-2 2-1,7-3 1,0-1-1068,2-2 0,6-2 1,3 0-1,4-2 87,3-1 1,0-5 0,4 1-1,1-4 413,-2-4 1,1-3 0,-5-5-1,2 0 118,-2 1 0,-1 0 0,-2 2 1,-2 1-965,-1-1 677,-6 4 1,4 1-1,-8 8 185,-2 4 0,2 2 0,-5 2 0,1 0-52,-1-1 0,5-3 0,-2 0-294,2 1 0,4 1 0,2-3 1,3-4 666,4-6 0,6-3 0,1-11 0,6-2 0</inkml:trace>
  <inkml:trace contextRef="#ctx0" brushRef="#br1">8348 11081 7975,'0'12'257,"-1"0"1,-2-1-1,-1 3 520,2 1 0,-3-2 0,1 4 0,1-1-203,2 0 1,1 1 0,2-3-573,6 2 1,5-6 0,11-7 0,1-6 37,2-4 0,3-9 0,5-4 0,-1-3 60,1-5 0,-8 2 0,5-3 0,-6 3 93,-2 4 0,-9 5 0,-1-2 0,-3 4 19,-1 4 0,-7 6 0,1 9-120,-2 4 0,-8 9 1,-1 5-1,-4 7 59,-1 5 1,-5 5-1,-1 12-117,0 4 1,-5 7 0,13-30 0,1 0 0,-14 31 0,1-2-1962,2-3 0,3-12 1927,6-3 0,4-10 0,2-4 0</inkml:trace>
  <inkml:trace contextRef="#ctx0" brushRef="#br1">1768 12260 7975,'0'12'891,"0"-1"0,-1 3 470,-3 1 1,3 0-1,-3 4 1,1 4-271,-1 3 0,-2 7 0,-6 10 0,0 9-1070,0 8 1,-3-1-1,0 0 1,3-6-1071,3-5 0,3-11 0,-2-7 383,4-8 1,3-11 0,1-11-4054,0-7 4719,0-3 0,-11-7 0,-2-2 0</inkml:trace>
  <inkml:trace contextRef="#ctx0" brushRef="#br1">1462 12590 7602,'0'12'993,"0"0"0,0-1 0,1 1 1087,3 0 0,5-6 1,10-2-1,7-4-1511,7-4 0,5-6 1,10-7-1,2-1-410,1-3 0,1-2 0,-3 0 0,-1-1-1306,-2 1 0,-7-1 0,-1 2-3010,-5 2 0,-5-1 4157,-9 6 0,-2-6 0,-5 2 0</inkml:trace>
  <inkml:trace contextRef="#ctx0" brushRef="#br1">2110 12342 8133,'-11'11'1036,"0"-2"1,2-1 327,1 1 0,1 3 0,-2 2 0,3 3-495,1 2 0,-3 3 0,4 8 1,0 5-210,-1 2 1,2 1 0,-4-1 0,2-1-289,3-2 1,0-6 0,2-2-1,0-5-471,0-5 0,0-7 88,0-1 0,0-11 1,2-1-1,0-6-90,2-6 1,4-2 0,-3-6-1,2-1-565,2-2 0,1 2 1,2-3-1,0 4 106,0 0 0,-4 6 0,-1 2 1,1 3 299,-1 1 1,3 5 0,-2 5 112,3 4 1,-3 10-1,-2 8 1,1 3 382,-1 5 1,-1-3 0,6 2 0,2-3 64,0-4 1,2-3-1,0-7 1,5-2-328,2-4 0,3-13 1,1-7-1,2-6 282,-2-6 1,-5 2 0,-3-4 0,-1 0-37,-2 0 1,-7 5 0,-4 1 0,-3 7-112,-1 4 0,-1 7 0,-3 2-162,-4 2 1,1 8-1,1 3 1,-1 5-569,1 6 1,3 2 0,-2 2 0,1-1-538,0 1 0,0 1 0,5 1 0,3 1-318,4 0 0,3-6 1476,0-2 0,6 1 0,2 3 0</inkml:trace>
  <inkml:trace contextRef="#ctx0" brushRef="#br1">4021 12437 7975,'-20'-12'0,"2"0"0,-1 0 827,1 1 0,4-1 0,-3 1 0,1 2 135,0 1 0,0 6 1,5-2-1,-3 4-342,-1 4 1,0 2 0,-3 7 0,0 2-281,-1 0 0,4 6 0,-4-1 1,4 2-21,4 2 0,1-4 0,6-1 1,2 2-692,5 1 1,5 2 0,8 0-1,3-1 30,3 1 1,3-3 0,2 0 0,1 1 420,3-1 0,-7-4 0,0 1 0,-7 1 351,-4-1 0,-2-6 0,-4 2-273,-3 0 0,-13 0 1,-7-5-1,-6-3-219,-5 0 1,-3-3 0,-4-3-1,-1 0-545,0 0 0,8 0 1,-5-1-1,7-3-433,6-4 0,7 2 0,9-2 0,7-1-127,8-2 1,6-2 0,10 0 0,4-1-1058,6-1 2223,-1 5 0,9-7 0,-4 5 0</inkml:trace>
  <inkml:trace contextRef="#ctx0" brushRef="#br1">4351 12484 7975,'0'-8'2916,"0"0"-1464,0-1 1,-5 4 0,-3 1-1,-3 3-849,-1 1 0,-5 2 0,-2 5 0,-3 6 900,-2 4 1,0 4 0,1 5 0,-1 3-1032,1 1 0,4-3 1,4 4-1,3-1-1102,4 0 1,3-5-1,6-2 1,4-6-67,7-4 1,5-6 0,7-3-1,0-4 101,4-4 0,-2-8 0,4-8 0,0-2 171,1-1 1,-5-6 0,1-1-1,-3-2 142,-4 1 1,-3 1-1,-6-2 1,0 5 32,-3 2 0,-3 7 172,-5 2 0,-5 9 0,-3 9 1,-1 8 62,1 8 1,-3 5-1,3 2 1,-2 1-308,-2 1 1,4 5 0,2-5 0,1-1-327,2-1 0,2-1 0,1-1 0,0 0-208,0-4 855,0-2 0,5-5 0,1 0 0</inkml:trace>
  <inkml:trace contextRef="#ctx0" brushRef="#br1">4634 12484 8594,'-4'12'1120,"0"-1"1,-4-3 0,3 0 0,-2 3-51,-2 3 0,3 0 1,-1 6-1,1 1-424,-1 1 0,3 2 0,-4-1 0,0 1-315,2 0 0,1-6 1,5-2-1,0-3 43,0-1-414,0-6 0,1-6 0,3-8 0,4-4-107,2-3 1,3-4-1,2-4 1,0-1-266,0 1 0,-1-2 0,1 0 1,0-1 57,0 0 1,-2 7 0,-1-3 0,-1 4-94,1 3 1,-4 3 547,0 5 1,-4 3 0,2 9 0,0 5 75,-4 5 1,-2 10 0,-2-2 0,-2 2-95,1 0 1,2-1-1,1-2 1,0-1 158,0-2 0,-4-3 1,0 2 526,1 0 0,3-8-695,4-6 0,-1-8 1,5-4-1,1-2-322,1-2 0,-2-4 0,0 0 75,1 2 0,2-3 0,1 1 1,-1 2-1,0 1-246,-3 1 1,2 4 0,-2 2 432,2 0 1,-2 2 0,-1 6 81,-2 2 0,0-2 1,-2 6-1,2 1 13,2 2 0,-3 1 0,2-1 0,1 1 27,-1 0 0,-2 0 0,4-2 0,1-1 21,2-1 0,-3-5 0,0 1 0,1-3 80,1-1 1,2-1 0,0-2 0,0-2 62,-1-2 0,1-4 0,-1-5 0,-2 0 2,-1-1 0,-4 4 0,2-3-122,-1 3 0,-2 8-179,-7 5 0,1 6 1,-4 10-1,-3 5-484,0 5 0,2-1 0,0 3 1,0-3-1266,2-2 0,1 1 1,5-2-1,0-2-2046,0-5 3794,0-1 0,5-3 0,1 1 0</inkml:trace>
  <inkml:trace contextRef="#ctx0" brushRef="#br1">5978 12272 7975,'0'-12'-1588,"-1"0"2977,-3 0 0,1 7 0,-3 5 0,-1 7 0,1 6 152,-4 6 1,4 6 0,-2 12 0,-1 4-1022,-2 6 0,4 2 0,-1 9 1,0 4-846,1 2 0,-2-7 1,4 0-1,0-7-1953,-1-9 1,2-8-1,4-7-1858,0-5 4136,-5-9 0,-1-12 0,-6-6 0</inkml:trace>
  <inkml:trace contextRef="#ctx0" brushRef="#br1">5719 12555 7975,'-6'-12'2457,"5"5"1,1 2-1,9 5 1,7-1-1506,8-3 1,2 2 0,8-1-1,4 0-1465,3-1 0,-1 3 1,6-5-1,4 3-685,2-1 1,-2-4 0,0 2 0,-4 0-2569,-3-3 3766,-10-2 0,11-11 0,-7-3 0</inkml:trace>
  <inkml:trace contextRef="#ctx0" brushRef="#br1">6462 12272 7975,'-8'0'281,"0"0"1,-1 0 1296,-2 0 0,3 0 0,1 1-580,-3 3 1,5 4 0,1 8 0,3 3-195,1 3 0,0 7 0,0 3 0,0 2-368,0 1 0,0 6 0,0 1 0,-1 0-414,-3-3 1,-2-6-1,-3-5 1,1-1-694,-1-5 1,4-6 0,0-2-397,-1-5 1,5-5-1,-3-8 394,3-4 0,5-6 0,1-3 0,2-1 269,2-3 0,1-2 1,2 0-1,1-1 129,3 1 1,-2 3 0,5 0-1,-2 1 129,-3 0 0,-1 2 0,-1 7 0,0 2 104,0 4 1,-2 4-1,-2 5 1,-3 7-331,0 6 1,-3 9 0,2 1 94,-3 2 0,-1-5 0,1 0 0,2-5 0,1-2-1113,-2 1 1390,5-5 0,0 3 0,4-5 0</inkml:trace>
  <inkml:trace contextRef="#ctx0" brushRef="#br1">6756 12507 7975,'-1'12'596,"-3"0"1,2 0 0,-5 0 0,0 1 313,1 2 1,3 0 0,-1 3 0,2 1-880,-2-1 0,2-2 0,-1 2 0,1-1-360,2-3 1,0-1-1,2-2 329,1-3 0,4-8 0,5-7 0</inkml:trace>
  <inkml:trace contextRef="#ctx0" brushRef="#br1">6792 12260 8730,'-12'0'1193,"5"1"1,4 3-1160,1 4 1,4 2 0,1 2 0,5 0-4,3 0 0,2 0 1,1 1-32,2 2 0,5-1 0,-3 3 0</inkml:trace>
  <inkml:trace contextRef="#ctx0" brushRef="#br1">7051 12531 8726,'-4'16'0,"0"-1"530,2 0 0,-4 2 0,1-1 1,0-2 501,0-1 1,0-1-1,2 0 488,-1-1 0,0-3-1082,4 0 1,0-6-1,0-2-822,0-7 1,1-5 0,3-2 0,4-3-191,3-2 1,-4 1 0,1-2 0,2 3 208,0 0 0,-2 4 0,0-2 1,1 1 62,1 3 1,-2 3 0,0 1 86,1 2 1,-2 1-1,1 5-2,1 3 0,-3 3 0,1 6 0,0 1-363,-1 2 0,2 0 0,2-4 0,0-2 155,-3-2 1,1 1 0,4-5 0,1-1 264,3-2 1,-3-2 0,4-3 0,-1-5 654,-1-6 1,5 1 0,-4-5 0,-2 1 365,-1 0 1,-1 2 0,-1-2 0,-3 1 663,-5 2 0,-1 2 0,-4 3-992,-1 2 0,-4 3 0,-5 5 0,0 1 289,1 3 1,-1 4 0,0 6-1,0 2-330,0-2 0,5-1 0,0 0 0,2 2-867,2 1 1,2-5-1,1-3 254,0 1 0,5-3 0,3-2-98,2-3 0,2-2 1,0-3 338,0-4 0,0 2 0,-1 1 0,1 1-327,0 0 0,0 0 0,0 6 47,-1 2 0,0 4 0,-2 7 218,-1 5 0,-2 3 0,4 5 0,-4 3 0,1 5 65,-1 3 1,-3-1-1,2 4 1,-1-1 795,0-3 1,0-2 0,-4-2 0,-1-1-307,-3-2 0,-4-4 0,-8-1 1,-4-4-319,-2-2 0,1-6 0,0 1 0,-1-6-295,1-5 0,1-3 0,1-1 0,3-1-571,3-3 0,2-3 1,3-5-1,5-1-1887,1-2 0,9-4 1,5-4-1,6-1-3505,4 1 5963,2-1 0,5-5 0,1-1 0</inkml:trace>
  <inkml:trace contextRef="#ctx0" brushRef="#br1">7971 12107 8298,'0'-7'2511,"0"3"1,0 8 0,0 5-1697,0 6 0,0 3 0,0 7 1,0 2-706,0 5 1,-4 3 0,-1 3 0,0 1-1066,-1-1 0,-2-1 1,5-4-1,0-3 955,2-2 0,1-11 0,0 5 0</inkml:trace>
  <inkml:trace contextRef="#ctx0" brushRef="#br1">8030 12755 7975,'-12'0'0,"0"0"0,1 0 2741,-1 0 1,4 4 7088,0 0-9713,5 0 0,0-4 0,5-2 0,3 0-2572,2-2 2455,1-5 0,4 2 0,-1-5 0</inkml:trace>
  <inkml:trace contextRef="#ctx0" brushRef="#br1">13655 4998 8852,'6'0'1836,"0"0"-1241,-6 0-43,5 0-424,-4 0-350,4 0 1983,-5 0-1052,6 0-56,-5 0-473,4-5 0,-5 2 8,0-4 0,0 3-20,0-4 0,0 4-53,0-4 1,0 4-130,0-4 0,0 4 84,0-4 1,0 4 45,0-3 0,-4 3 38,0-4 1,0 4-37,4-4 1,0 4-1,-1-2 75,-3 0 1,3 1-66,-3 1 0,3 2-105,1-6 0,-2 5-1,-2-1 0,3 1 140,-3 0-181,-3 1 1,5-3 106,-6 5 0,4 0-58,-4 0 1,4 0 69,-4 0 1,5 4 79,-5 0 1,4 0 0,-3-3 10,2 3 1,0-3-96,1 3 0,1-1-108,-5 1 1,4-2-26,-4 6 0,6-4 104,-2 4 0,-1-4 192,1 4 0,0-4 0,3 2-6,-3 0 0,2-1-154,-2-1 0,2 1 1,-1 4 58,-1-1 1,0-4 61,4 4 1,0 0-3,0 3 1,0-3 9,0 0 0,0 0-124,0 4 1,0-4-83,0 0 1,0-1-36,0 5 1,0-4-1,0 0 28,0 1 0,0-2 0,2-1 0,0 1 43,2-1 1,0-2 0,-3 3 44,3-2 0,-2 4-126,2-1 0,2-1 62,2 0 0,-2-4 48,2 1 1,-4 1-44,4-1 0,0 0-158,4-4 0,0 0 59,-1 0 1,-3 0 0,0 0-36,1 0 0,-2-1 0,1-2 12,1-1 0,-3 0 0,1 3 1,-1-2-1,1-1 1,-3-1 0,4 3 106,1-2 1,-4-2-1,0 4 13,1-2 1,-4-4 0,6 3-34,1-2 0,-3 3 0,-1-2-22,0 1 1,-4-5 0,5 4 0,-2-2 105,0 0 1,-1 4-1,-1-2 95,2 0 1,-3-3-1,3 1-3,-3-2 0,-1 2 0,0 0-30,0-1 1,0 2-1,0 0 89,0-3 0,-1 4-14,-3-2 0,1 1 0,-3-2 54,1 1 0,-3 4 0,2-2 5,0 1 0,3-4 295,-1 1-664,-2 2 0,3-3 0,-3 4-33,0-2 0,1 5 0,1-2-316,-4 3 1,2 1-611,-2 0 1,4 0-169,-4 0 1,2 1-1019,-2 3 0,1-2 2225,3 6 0,3 0 0,-4 4 0</inkml:trace>
  <inkml:trace contextRef="#ctx0" brushRef="#br1">13572 6071 10941,'2'-7'1013,"1"4"0,-1 0 1,3 0-527,0-1 1,-3-1 0,3 3-324,0-2 1,-2 0 0,5 4-177,1 0 1,-3 0-1,2 0 96,1 0 1,-2 0 28,1 0 0,-2 5 261,2 3 1,-3 2 0,-5 2-4,0 0 0,0-4 0,-1-2-138,-3-1 0,1-1 0,-3-2 0,-1 0-27,1 2 0,-2 0 1,-4-4-168,0 0 1,5-1 0,-1-3-3,-2-4 0,5 2 0,0-2 172,0-2 0,3 4-145,-1-2 1,5 0-1,3-2 1,2 1-18,2 1 0,2 0 1,0-3-1,1 4-200,0 3 0,0-2 1,0 2 197,-1 2 1,1 0 72,0 2 0,-4 6 0,-2 2-68,0 2 0,-3 2 1,-3 0-1,-1-1 27,-3 1 1,3-4 0,-4 0 0,-1 0 148,-1-2 1,0 4 0,-1-5-24,-1 1 0,-1-3 1,-2 1-87,0-3 1,0-2-24,0-3 1,5-1-1,0-4 1,2 1 12,2-2 1,2 4 0,1-2 0,1-1-81,3-2 0,-1 4 1,5 0-1,1 0-126,1 1 0,-2 3 1,0-1-1,1 2 91,2-2 1,0 3 0,1-3 0,0 2 6,0 2 0,-1 6 0,1 0 0,0 2 96,0 0 1,-6 0 0,0 3 0,-2 1 306,0 0 0,-1-4 1,-3 0 62,0 1 1,-1 1 0,-3 1-293,-4-3 1,-2-3-1,-2-5 1,0 0-403,0 0 1,1 0 0,-1-1 0,0-2 11,0-1 1,2-5 0,1 2-1,2 0-394,2-1 0,-3 0 118,4-4 0,0 4 493,4 0 0,5 0 0,2-3 0</inkml:trace>
  <inkml:trace contextRef="#ctx0" brushRef="#br0">10660 9077 8112,'0'8'-209,"-2"-2"0,0 1 464,-2 0 1,0-4 0,4 5 330,0 2 0,0 0 0,0 2 0,0 0 55,0-1 1,0-3 0,0 0 0,0 1 245,0 2 0,0 1 0,0-1 1537,0 1-1349,0-5 1,0-3-241,0-8 0,1-8 0,2-8 0,1-3-507,-2-5 0,3-3 0,-1-7 0,0-3-341,2-1 0,-4-2 1,5-5-1,-1-2 106,1-3 1,-3 7 0,2-8-496,0 5 0,-2 7 1,-3 5 247,3 7 0,-3 9 0,4-1 140,1 10 0,-4 7 1,5 7 36,-2 3 0,4-2 0,-1 5 0,2 0-364,2-1 1,1 1 0,2 2-1,2-1-472,1 1 0,-2-3 1,4 1-1,1 0 197,1-1 1,-3-3 0,0 1 0,-1-2-1116,0 2 1,-3-3 149,1 3-279,-9 3 1,-3-4 1859,-8 4 0,-7-4 0,-8 2 0</inkml:trace>
  <inkml:trace contextRef="#ctx0" brushRef="#br0">10447 8900 8112,'-11'5'899,"3"-2"0,0 4 0,0-1 257,1 1 0,2-3 0,6 2 278,3-1 1,4 1 0,8-4-1,4 2-866,2-1 0,5-2 0,2-1 0,1 0-908,3 0 0,-3-1 0,2-2 1,0-2-551,3-2 0,0 4 0,-1-5 0,-1-2-577,-2 0 1,-1 0 1466,2 2 0,-3-8 0,-6 3 0</inkml:trace>
  <inkml:trace contextRef="#ctx0" brushRef="#br0">11332 8535 10447,'0'-7'3276,"-6"2"1,-1 6 0,-5 5-1766,-4 5 1,2 2-1,-6 7 1,-2 2-1116,-4 5 0,1 3 0,-3 6 0,3 2-344,2 2 0,-1 5 0,2 0 0,1 3-878,1 2 1,10-9-1,-1 2 1,5-5-664,3-3 0,2-8 0,2-5 0,3-4 615,4-3 1,2-2 0,2-3 0,1-2-211,3-4 1,-2-3 0,5-1 0,-1-1-2782,0-3 3865,-3-2 0,12-12 0,-2 0 0</inkml:trace>
  <inkml:trace contextRef="#ctx0" brushRef="#br0">11497 8865 8112,'0'-12'2305,"0"0"1180,0 0 1,0 1-2187,0-1 1,-2 4 0,-1 2-644,-5 0 1,-3 4 0,-1 6 0,1 3-291,-1 4 0,-1 1 1,-2-1-1,0 3-487,0 1 0,2 0 0,1 3 1,1 0-325,-1 1 1,4-4-1,1 4 1,1-2-395,-1-3 1,5-1 0,-2-1 342,2 0 0,4-4 0,2-2 1,3 0 380,4-4 1,1-2 0,1-4-1,1-4 378,2-2 1,1-2-1,-3-1 1,2-1-274,-1-2 0,-1-1 0,0 2 0,2-2-105,-2-1 1,-4 4 0,-2-2 0,-1 3-135,0 1 1,-1 4 364,-2 0 1,-2 7-1,0 1-125,-4 7 0,0 4 0,-3 4-263,0 1 0,2 3 1,-3-2-1,1 2 0,1 0-547,-2-1 0,5 3 0,-3-5 0,3-1-326,1-2 1145,0-2 0,0 1 0,0 0 0</inkml:trace>
  <inkml:trace contextRef="#ctx0" brushRef="#br0">11662 8653 8249,'5'-12'445,"-4"4"1,5 1 633,-1 2 0,-2 1 0,4 6 1134,3 2 0,0 3 0,2 9 0,0 6-1418,-1 9 0,1 0 1,0 10-1,0-1-144,0 3 0,-5 3 1,0 1-1,-2 1-306,-2-1 1,-2-8-1,-2-2 1,-4-2-1354,-7-2 0,0-8 0,-5-2 0,1-2-1739,1-4 1,-5-5 0,4 4-3158,2-3 5904,-5-7 0,1 0 0,-5-6 0</inkml:trace>
  <inkml:trace contextRef="#ctx0" brushRef="#br0">10447 6189 7982,'-1'-7'2420,"-3"3"-1444,3 3 1,-8 0 798,5-3 80,0 3-642,4-5-1023,0 6 1,4-1 0,1-2-1,1-1-196,4 2 0,-4 1 0,2 1 0,1 0-297,2 0 1,-3-4-1,-1 0 1,3 1-64,0 2 0,-2 1 1,0 0 242,1 0 0,1 0-74,2 0 0,-4-2 687,0-1 0,-7 1-211,-1-2 0,-1 3 0,-7 1 0,-2 0-40,-5 0 1,2 0 0,-3 0-78,3 0 1,1 0-1,1 0 1,-1 0-1,0 0 203,0 0 0,1 0 121,-1 0 0,4 0 1072,0 0-1084,5 0 0,-1 4 0,8 0 0,4-2-224,3 0 1,-3 2-1,-1 0 1,3-2-200,0 0 0,2-2 0,0 1 1,1 1-307,3 2 1,-3 0 0,4-4-614,0 0 1,-8 0 0,3 0-1714,-2 0 0,1-1 842,0-3 1,-4-2 1738,-3-6 0,2 0 0,1 0 0</inkml:trace>
  <inkml:trace contextRef="#ctx0" brushRef="#br0">9327 5988 8189,'-6'-5'3192,"0"4"-2707,1-4 1,4 10 0,-3 3-1,2 2-298,2 2 0,0 0 0,0 1 0,0 1-6,0 2 1,4 5-1,0-1 1,0 2 31,2 2 0,-5-5 0,4 1 0,-1-1-174,0 0 0,1 2 0,-2-6 455,1 0 0,0-5 80,-4-6 0,0-14 0,0-14-325,0-1 1,0-5-1,0 0 1,0-1-175,0-1 1,0 5 0,0-3 0,0-1-356,0 1 1,0 4 0,0-1 0,0 2-27,0 1 1,0 5 0,0 0 107,0 2 1,5 1 107,3 5 0,2 4 0,2 4-53,0 6 1,0-2-1,-1 5 1,1-2 116,0 0 1,0 3-1,0-1 1,-1-1 218,1 0 1,0 3-1,-2-3 67,-2 2 0,1-3 0,-3 2 0,-1 1 96,0-1 0,-1 2 1,-4 4-28,0 0 0,0-4 0,-1-1 0,-2 3-290,-1 0 0,-4-2 0,3 0 0,-1 1-268,-4 1 0,0-2 0,-2 0 0,0 1 135,1 2 0,3-3 1,0-2-1,-1 1-32,-2-1 0,3-3 0,2 2 282,1 0 0,-1-3-33,2 2 1,4-3 34,0-1 0,6-1 0,5-2 0,1-2-69,0-2 1,-4 5 0,0-2-1,1 2 37,1 2 1,2 0 0,0 0-138,0 0 1,0 0-1,-1 2-60,1 2 0,-4-2 1,-1 6-1,-2 1 34,-3 2 0,0-3 1,-2 0-1,0 1-183,0 1 1,-2 2 0,-2 0 0,-3 0-285,-4-1 0,-1 1 0,-1 0 0,-1 0-129,-2-1 1,0-3-1,5 0-296,-1 1 0,0 2-27,0 1 0,7-6-32,5-2 1,5-4 0,7-4 0,0-4 987,0-2 0,5-2 0,1 0 0</inkml:trace>
  <inkml:trace contextRef="#ctx0" brushRef="#br0">9740 5894 7855,'0'-12'4569,"0"1"-2672,0 4-1177,0 2 0,-2 6 0,0 3-273,-2 4 0,-1 0 1,2 2-1,-1 3-241,2 0 0,-1 2 1,0-1-1,-1 3-141,2 2 0,-4-4 0,3 5 0,0 1-167,2 1 1,1-2-1,0-2 1,0 1-929,0-1 0,0-4 1,1 2 451,3-3 1,2-6 0,6-3 674,0-3 1,0-6-1,0-5 1,-1-3-21,1-2 0,-1-6 0,-2 1 0,-1-2-137,1-2 0,-4 2 0,0 1 0,-1 1-121,0-1 0,0 3 0,-4 0 0,0 1-148,0 2 0,-1 3 1,-3 5 3,-4 3 0,1 2 0,0 4 0,-1 2-261,1 3 1,-2 4-1,5 1-709,1 0 0,1-1 1295,-2 1 0,3 0 0,-5 0 0</inkml:trace>
  <inkml:trace contextRef="#ctx0" brushRef="#br0">9999 5847 12121,'0'12'384,"0"-4"0,0 0 1,0 1-147,0 1 1,0 2-1,0 0 1,0 0 17,0-1 1,0 5 0,2 1 0,0 0-86,2 0 1,0 0 0,-4-2 0,0 0-42,0 0 1,0-2 0,0-1 0,0-1 223,0 1 1,0-4 662,0 0-819,0-6 1,4 2-1,0-7 1,-2-5-35,0-3 0,-2-2 0,0-1 1,0-3-347,0-2 0,1 4 1,2-4-1,1 1 58,-2 0 0,0 2 0,-2-4 0,0-1 14,0-1 0,0 2 0,0 1 0,0-1-35,0 2 0,0-3 1,1 5-1,2 2 94,0 1 1,1 1 0,-2 0-81,2 0 0,-3 4 0,4 2-42,0 0 1,-2 3 55,5 3 1,0 1 293,4 3 0,-5-2 293,1 6 1,0 0-268,4 4 1,-6-4 0,0-2 0,-2 1 51,0-1 1,0-2 0,-4 4 103,0 1 1,1 2-1,1 1-250,2-1 0,0 1 0,-4 0-162,0 0 1,-1 0-1,-2-1 251,-1 1 0,-5 0-104,1 0 1,-2 0-54,-2-1 1,4-4 0,2-2-1,-1-1 141,1 0 0,2 0 625,-4-4-296,5 0 16,-2 0-413,5-5 0,1-1-440,3-1 0,-1-3 37,5 6 0,-4 1 308,3 3 0,-3 0 236,4 0 1,0 0-6,4 0 1,-4 0-122,0 0 1,-4 5-1,2 3-89,-1 2 0,1-2 0,-4 0 0,2 1-155,-1 1 0,-1 2 0,1 0 1,1 0 121,-1 0 1,-2-3 0,-1 1 0,0 3-2,0 0 0,0 1 0,0-3 1,-1 1 123,-3 0 0,1-2 0,-5 0 0,-1-3 10,-1 3 1,-2-4-1,0 1 1,0-1-125,0 1 1,-1-5 0,-2 2-234,-5-2 0,3-2 0,1 0-2471,3 0-2338,1-6 5026,6 5 0,0-9 0,6 3 0</inkml:trace>
  <inkml:trace contextRef="#ctx0" brushRef="#br0">12310 8818 8076,'-11'-12'513,"3"5"0,0 2 157,-1 0 1,-2 4 0,-1-3 1306,1 2 1,-1 2-370,0 0 0,2 2-383,2 2 1,3-2-1,6 5-865,3-2 1,2-1 0,6-4 0,1 0-85,3 0 0,-2 0 1,6 0-1,1 0-768,1 0 0,-1-4 1,0-1-1,1 0-692,-1-1 1,0 2 0,3 3-1,0-2-114,-1-1 0,-3 1 0,-2 3 1,-1-2 651,-2-2 1,-1 3 645,2-3 0,-8-2 0,2-1 0</inkml:trace>
  <inkml:trace contextRef="#ctx0" brushRef="#br0">12275 8983 7767,'-5'6'0,"2"0"0,-5-5 1593,-1 3 0,3-3 6003,-2 3-7101,5 3 0,3-6 1,9 3-1,4-3-645,3-1 1,5 0 0,-1 0-1,2-1 66,2-3 0,1 3 0,1-5 0,3 2-3748,1 0 1,-3 1 3831,5 3 0,-6-6 0,3 0 0</inkml:trace>
  <inkml:trace contextRef="#ctx0" brushRef="#br0">13018 8771 7817,'-5'17'170,"-2"-4"1,-3 2 0,2-2 725,4-1 1,1 1 0,1 2 0,-2 2-395,1 1 0,2 2 0,1 2 0,0-1-213,0-1 0,0-1 1,0 4-1,-2-2 346,-1-2 0,1-4 1,-2 0 374,3-2 0,1-5-481,0 0 1,0-10 0,0-2 0,1-7-254,3-5 1,-2-2-1,3-6 1,-1 0 5,0-4 1,4 1 0,-5-6-1,1-3-308,2 0 1,-1 2-1,3-7 1,-3 1-210,0-4 1,0 2-1,5-1 1,-4 1 148,-1 4 1,3 0 0,-2 12 0,-1 2 116,0 4 1,4 6 156,-1 3 0,3 4 0,-1 8 0,-1 2-354,-1 1 1,0 5 0,4-1 0,-1 2-199,1 2 0,0 4 0,0 0 0,0-1 118,-1 2 0,-3-3 1,0 3-1,1-2 681,2 1 1,-3 0 0,-2-4 0,-1 1-106,-2 2 1,2-2-1,-1 3 159,-1-3 0,-2-1 1,-2 0-363,-3 0 1,-3-2-1,-4-1-139,-1-1 1,0-1 0,0 1 0,0-3-182,1 0 1,-1-4 0,-1 3 0,0-1 272,1 1 1,-6-3-1,6 4 416,-1 1 1,0-5-51,1 3 1,4 1-168,0-1 1,7-1-1,1-6 47,6-1 1,1 0 0,1 3 0,1-2-269,1-1 1,2 0 0,1 4 0,2 0-17,0 0 0,1 0 0,-4 2 0,0 2-43,-1 3 1,5 0 0,0 1 0,-2 2 119,-1 5 0,-5-2 0,0 4 0,0-1-106,-1-1 1,-2 5 0,-5-4 0,0-1-14,0 2 0,-5-4 0,-3 3 0,-4-3-65,-4-1 1,3-4 0,-4 0 0,1 0-941,1-2 0,-6 1 0,2-5 0,1 2-140,2-1 0,3-2 1,1-1-1,1 0-749,-1 0 0,4 0 609,0 0 1,7 0-1,1 0 391,6 0 894,5-5 0,6-2 0,1-4 0</inkml:trace>
  <inkml:trace contextRef="#ctx0" brushRef="#br0">13560 8629 7826,'7'-8'460,"-2"0"1119,0-1 1,-3-1 1361,2-2-1535,-3 5 1,-5 3-1,-1 8 1,-2 4-709,-2 3 1,3 6-1,-2 1 1,-1 3-465,-2 3 1,-1-3 0,0 7 0,1 1-561,-1 3 1,0-2 0,2 0 0,0-1-237,3-3 1,4-1-1,-1-3 1,3-1 42,1-1 1,4-10 0,1 1 0,3-5 316,5-3 0,-1-3 1,5-5-1,-2-6 424,1-3 0,4-9 0,-5 1 0,0-4 22,-2 0 0,-1-3 0,0 0 1,-1 0-79,1 0 1,-5 2 0,-3 5 0,-3 1-713,-1 1 0,-1 7 0,-3 1-500,-4 7 0,1 4 0,-1 3 0,-1 5-286,-1 5 1,2 3-1,1 1 1,1 2 1331,-1 1 0,5 3 0,-4-4 0</inkml:trace>
  <inkml:trace contextRef="#ctx0" brushRef="#br0">13950 8641 8326,'-4'8'917,"0"0"0,-2-1 0,4 5 1,-2 0-375,1 0 0,2 4 0,0 1 0,-2 2 144,-1 6 0,-1 0 0,2 5 0,-2 0-336,-2 0 0,4-2 1,-4 1-1,0-3 130,1-4 0,2-2 0,-3-1 1596,2-3-1668,-4-8 0,8-5 0,-3-10 0,2-5 88,2-1 0,0-5 0,2-2 0,0-2-376,2-2 0,5-1 1,-2-1-1,1-1-336,0 1 0,-2-3 1,3 1-1,-1-1-209,1-3 0,2 4 0,1-6 0,0 4 170,-1 4 1,-3 1 0,0 3 0,1 2 177,2 4 0,-3 7 0,-1 3 32,3 0 0,0 4 1,2 6-45,0 4 1,-4 2 0,-2 2 0,1 0 41,-1-1 1,-3 2-1,2 2 1,-1 1 384,0-2 0,0 3 0,-4-1 307,0-2 0,0 3 0,0-1 0,0-2 0,0-1-232,0-1 1,-1 0-1,-2 0 1,-2 0-484,-2-1 0,-1-3 1,-4-1-1,1-1-36,-1 1 0,0-3 0,0 2 1,1 0-34,-1-4 0,0-1 1,0-1 488,0 0-56,1 0 1,4-1 0,3-3-65,3-4 0,2 3 0,3 1 1,4 3-271,2 1 1,-2 0-1,0 0 1,1 0 27,2 0 1,0 0-1,1 1 1,0 3 83,0 4 0,0 2 1,-1 2-1,0 0-43,-3 0 1,1 1-1,-4 3 1,0 2-31,1 0 0,-2 1 0,-4-5 0,-2 3 0,-2 1 0,2-3 0,-6 1 0,-3-3 0,-3-2 0,1 1 0,-4-1 0,1-3 0,0-4 0,-5-3 0,3-1 0,-2 0-1130,1 0 1,0 0 0,-1-1-1,1-3-26,2-4 1,1 1-1,5 1 1,-1-1-4050,0 1-516,5 3 5721,-3-2 0,9 10 0,-5 1 0</inkml:trace>
  <inkml:trace contextRef="#ctx0" brushRef="#br0">10494 9914 18233,'2'-12'-2800,"0"0"0,2 1 2635,-1-1 0,-2 4 0,1 0 1,0-1 2080,2-2 1,0 4 0,-4-1 192,0-1 1,0-2 1105,0-1-1821,0 1 1,0 11-1,0 6-1126,0 7 0,0 9 0,0 2 1,0 6-550,0 4 0,-4 3 0,-1 1 0,0 2-776,-1 2 0,-1-2 0,3 0 0,0 0-1133,-2-2 1,5-10 0,-3 3 0,3-8-1556,1-3 1,1-11 3907,3-1 1,3-6 0,4-2-1</inkml:trace>
  <inkml:trace contextRef="#ctx0" brushRef="#br0">10695 9997 18233,'0'14'-1994,"-1"-2"1,-2 0 3166,-1 2 1,0 0-1,4 5-632,0-2 0,-4 2 1,0-2-1,2 0 1,0 2-1200,2-1 1,0-6-1,0 2-1906,0 1 0,6-7 666,1-8 1947,-1-6 1,4-11 0,-3-1 0</inkml:trace>
  <inkml:trace contextRef="#ctx0" brushRef="#br0">10754 9725 18233,'0'-15'-1676,"-1"-1"1,-2 2 5225,-1 0 0,0 7 302,4-1-4768,0 5 1,0 7 0,0 8 0,1 2-506,3 3 0,-1-2 0,4 3 1408,-2-1 0,4 4 0,-3-3 1</inkml:trace>
  <inkml:trace contextRef="#ctx0" brushRef="#br0">10919 9890 18943,'-1'12'59,"-3"0"-1,1-4 1,-3 0 0,-1 2 1294,0 5 1,5 3-1,-3 6 1,1 0-797,0 4 1,0-3 0,4 2 0,0 0-842,0 0 0,0-6 1,0 1 108,0-3 0,1-5 339,3-6 1,1-4-1,4-8 1,-2-4-324,-2-2 1,3-4-1,-3-1 1,2-5-488,2-2 1,2-3 0,-1-1 0,-1-2 199,-1 2 0,0 1 1,4 2-1,0-1 235,-1 0 1,1 6 0,-1 2-21,-4 3 1,4 7 0,-5 3 531,1 6 0,-2 8 0,-5 8 1,0 2 382,0 2 0,0-2 1,0 5-1,0-3-473,0-4 1,0-4-1,0 1 1,0-3-175,0-2 1,0-3 0,2-1 123,2-2 0,2-6 1,6-7-1,0-4-239,-1-4 1,3-2 0,0-6-1,3 1-54,1-1 0,-3 5 1,0 0-1,0 2-28,1 3 0,-3 5 0,2 2 1,-1 2 143,-3 2 1,0 7 0,-2 5 0,-2 6-167,-2 4 0,-1 5 1,-4 4-1,0 2-491,0 0 1,0 0 0,-2-4 0,0 2-1206,-2-2 0,-4-1 1,3-3 1664,-2-2 0,-1 7 1,-3-2-1</inkml:trace>
  <inkml:trace contextRef="#ctx0" brushRef="#br0">10365 10810 19328,'-5'-7'2984,"-1"1"0,-3 2-1225,1-4 0,6 1 0,-2 0-1356,2-3 0,2-4 0,2-2 0,2 2-292,3 1 1,4-3-1,1-1 1,0 0-80,-1 0 0,1 0 1,0 4-1,1 0-40,3 2 1,-3 6-1,3-1 1,-3 0-80,-2 4 0,1 6 0,0 5 1,0 5-337,0 6 1,-1 2-1,1 2 1,1-1 141,3 1 1,-3-1-1,3 0 1,-2-2-556,2-2 0,-6-4 1,5 0-1,-1-1-478,-1-3 1,-3-4 0,-3-3-1095,3-3 1,-5-2-682,-1-3 2926,-3-3 1,-1-4 0,0-1 0</inkml:trace>
  <inkml:trace contextRef="#ctx0" brushRef="#br0">10459 10916 18233,'-12'0'2407,"4"0"-501,1 0 1,4-1-1,-1-3 1,4-4-1116,4-3 0,4-6 0,8-4 0,3-5-490,3-5 0,7-7 0,1-1 0,2 1-846,-1 1 0,-3 5 1,2 2-1,-1 2-700,-3 1 1,-6 8 0,-5 4 0,-2 5-2544,-1 2 1,-5 7 1419,-3 1 0,-3 1 2083,-1 7 0,0 0 0,0 3 0</inkml:trace>
  <inkml:trace contextRef="#ctx0" brushRef="#br0">10884 10668 18233,'-4'8'-177,"0"0"1,-4-4 4066,4 4 0,0-4-3103,4 4 0,0-4 1,1 2-502,3-1 0,3-1 1,5-4 42,-1 0 1,1 0-1,0 0 1,0 0 30,0 0 0,-1 0 0,1-1 1,0-3-539,0-4 1,0 2 0,-2-2 0,-1-1-177,-1-2 1,-1-1 0,2 1 597,-1-1 1,-2 0-556,2 0 280,-3 1 1,-5 5-84,0 6 1,0 6 0,0 5 0,0 1-941,0 0 0,0 1 0,0 1 1,0 2-262,0-1 1,0-1 0,0 0-1324,0 2 0,0 0 1,2-4-41,2-1 0,-2-4 2854,6-3 1,0-8-1,4-3 1</inkml:trace>
  <inkml:trace contextRef="#ctx0" brushRef="#br0">11509 10610 18161,'0'-8'-585,"0"0"1,0 4 1079,0-4 0,-2 1 0,0-2 134,-2 1 0,-4 5 0,3-4 0,-2 2 607,-2 2 0,-2 2 1,0 1-1,-1 0-534,0 0 0,0 0 1,0 1-1,-1 3-650,-2 4 1,2 2 0,-3 3 0,3 2 134,1 1 1,4 3-1,2-2 1,0 2-1118,4 2 0,0-4 0,2-2 1,0-2 548,0-1 1,2 0 0,2-2 0,3-2 837,4-4 1,1-2-1,1-4 1,1-2 12,2-4 1,1-3 0,-4-4 0,1-2-481,1-1 1,-5 2 0,6-3 0,-3-2-421,-1-2 1,-4 5-1,0 2 1,0 3-366,-2 1 0,3 1 77,-5-1 0,0 7 1,-4 5 337,0 6 0,0 9 0,0 2 1,0 1-619,0 3 1,0 1 0,0 0-1,0-1-339,0-1 0,0-4 1181,0 3 0,5-4 0,2 2 0</inkml:trace>
  <inkml:trace contextRef="#ctx0" brushRef="#br0">12145 10704 18233,'0'8'179,"0"0"1323,0-1 1,0-1-1149,0-6 0,0-6 0,2-7 0,0-4 415,2-6 1,4-2-1,-4-7 1,0 0-678,1-2 1,-4-2 0,3 1-1,-2-2-519,-2-2 0,0-4 0,0-7 0,0-3-361,0 0 1,0-1 0,0 0 0,0 6 167,0 3 1,-4 13-1,0 2 1,1 7 970,2 8 1,2 7 148,3 4 1,-1 2 0,5 4 0,1 0-290,1 2 0,3 5 1,2-1-1,2 3 91,1 1 0,2 1 0,2 1 0,-1 3-1226,-1 1 0,-2-3 1,3 1-1,-3-2-167,-1 2 1,-5-7 0,-4 3-737,1-2 1,-3 1 1822,-3 0 0,-6 1 0,-4 0 1</inkml:trace>
  <inkml:trace contextRef="#ctx0" brushRef="#br0">11992 10338 18233,'-12'6'1036,"2"0"0,1 5 0,2-2 870,2-1 0,2-6 1,7 2-749,4-2 0,6-2 0,3 0 0,2 0-890,2 0 1,1 0 0,2 0 0,1-2-347,2-2 0,-2 2 1,2-5-1,0 1-3199,0-1 0,-1 3 0,4-2 2827,-1 0 0,4-8 1,-3 1-1</inkml:trace>
  <inkml:trace contextRef="#ctx0" brushRef="#br0">12629 10103 18233,'0'-12'-4694,"0"0"8159,0 0-1008,0 0 1,-1 6-1,-3 5 1,-4 7-1315,-3 10 0,-1 5 1,1 4-1,-2 2-1149,-3 5 1,1 3 0,-3 3 0,0 3-11,-1 1 0,8-7 0,-2 2 0,1-2-169,3-2 0,5-4 1,0-1-1,4-1-2273,4-5 0,2-10 1,6-1-1,1-1 478,3-4 0,-2-1 1,6-5-1,1-2 2183,1-6 1,2-5 0,-1-11 0</inkml:trace>
  <inkml:trace contextRef="#ctx0" brushRef="#br0">12782 10256 20942,'-5'-7'2565,"5"2"1,0 6-1979,6 3 0,5 0 0,1 5 0,1 3-795,3 1 1,-3-2-1,2 5 1,0-2-1163,0 2 1,-1-3 0,1 2 0,-2-1-960,-1-3 1,0 1-1,-2 0 2274,-2 0 0,3-1 0,-5 1 0</inkml:trace>
  <inkml:trace contextRef="#ctx0" brushRef="#br0">12782 10444 7895,'-12'6'283,"1"-5"0,-1 4 1808,0 1 0,7-6-1554,5 0 0,5-2 0,7-6 0,1-1-594,3-1 0,1-3 0,4-2 1,-3-1 60,-1 2 1,3 1 0,-3 0 0,0-2-931,0 0 0,-2-1 926,-3 4 0,0-5 0,0-1 0</inkml:trace>
  <inkml:trace contextRef="#ctx0" brushRef="#br0">13089 9890 17635,'9'12'0,"1"1"699,3 3 0,7 8 1,0 8-1,2 8-245,2 7 0,-2 4 0,-2 5 0,-6-2-766,-5-2 1,-4-6 0,-5-7 0,-1-3-667,-3-5 1,-2-2 0,-6-7 0,-1-2-480,-3-4 0,3-3 1,-3-3-1,3-1-564,1-1 0,0-5 2021,1 1 0,-1-13 0,0-4 0</inkml:trace>
  <inkml:trace contextRef="#ctx0" brushRef="#br0">13537 10114 7815,'-8'2'2863,"0"0"-375,-1 2 1,4 2-1597,1-3 1,4 3-852,4 2 0,6-3 0,6-5 0,0 0-426,1 0 0,0 0 0,4 0 0,-2-2-827,2-1 0,-2 0 1,-1-4-1,-1 2-855,-3 3 0,-1 0 2067,-1 2 0,5-5 0,2-2 0</inkml:trace>
  <inkml:trace contextRef="#ctx0" brushRef="#br0">13572 10232 6124,'-12'7'582,"1"-3"0,3 1 0,1 0 2694,2 2 1,1-3 0,5 2-2122,3 0 0,4-3 0,7-3 0,2 0-1997,1 0 1,-2 0-1,3 0 1,1 0-826,-2 0 1,3 0 0,-4 0 0,0-1 1666,0-3 0,4 3 0,-2-4 0</inkml:trace>
  <inkml:trace contextRef="#ctx0" brushRef="#br0">14398 9737 8546,'5'-6'4439,"-4"0"1,4 8-3265,-5 2 1,0 4-1,0 6 1,0 3-747,0 1 1,-1 3 0,-2 5-1,-2 3-30,-1 1 1,-2-2 0,-5 3 0,-2 3-303,0 4 0,-2-1 1,2 2-82,-1-2 0,1-2 1,3 1-1,1-4 0,2-3 8,1-5 0,6-4 1,-2-1-1,4-3 95,4-3 1,2-5 0,6-2 0,1 0 421,3-4 1,-2 0-1,6-2 1,1 0-514,1 0 0,2 0 0,1 0 0,1-2-28,1-2 0,1 3 0,-6-3 0,-1 3-442,-1 1 0,-6 0 1,1 1-1,-5 2-1897,-2 1 1,-5 5 0,1-1 0,-3 2 2338,-1 2 0,-5 0 0,-2-1 0</inkml:trace>
  <inkml:trace contextRef="#ctx0" brushRef="#br0">12924 7674 6324,'0'-6'558,"0"0"0,-2 6 144,-2 0 116,3 0 379,-4-5-345,5 4 432,0-4-351,-5 5 0,3-2 684,-2-2-418,3 3-26,1-4-48,0 5-999,5 0 0,-2 0 0,5 0-29,1 0 1,-3 0-1,2 0 1,2 0-9,0 0 1,-2 0 0,0 0-179,1 0 1,1 0 0,2 0 64,0 0 1,0 0 0,0 0-43,-1 0 0,-3 0 0,0 0 78,1 0 1,2 0-79,1 0 1,-1 0 0,1 0 43,0 0 0,0 0 0,-1 0-126,1 0 1,-4 0 0,0 0 29,1 0 1,-2 0 0,1 0 73,1 0 0,-3 0 0,2 0 93,1 0 1,-2 0-57,1 0 0,-4-1 0,4-2 0,1-1 1,-3 0-9,2 4 1,-4 0-172,4 0 1,0 0 42,4 0 1,-5 0 132,1 0 1,-4-1 140,4-3 64,-5 3 463,2-5-582,-5 6 6,0 0 152,0-5 0,0 2 1,-1-4-158,-3-3 0,1 4 0,-5-2 0,0-1-24,2-2-1,-5 3 1,3 1 0,-2-3-48,-2 0 1,0 2 0,1 0-1,-1 0-33,0 2 0,0-3 1,0 5-22,1 1 0,3-2 74,0 1 0,4 0 3,-4 4 0,7 1-17,1 3 0,1-2 0,7 3 0,0 0 122,-2 3 0,5-2 0,-3 2 0,2 0-103,2-1 0,4 3 0,-1-3 0,0 1-77,-2-1 1,3-3 0,-1 3 0,1 0 51,1-1 0,-4-2 0,3 4 1,-3 0 21,-1-2 1,0 3 0,-2-3 0,-1-1 252,-1 0 0,-5 0 0,1-1-235,-3 4 0,-1-1 0,-1 1-280,-3 1 0,-3-3 1,-5 2-1,-1 0 171,-2-1 1,2 2-1,-4-4 1,-1 0-870,-1 0 0,2 5 0,0-4 1,1 1-450,0-3 0,1 1 1,4 0-160,3 2 0,4-5 0,10 1 1541,5-6 0,6-3 0,7-6 0</inkml:trace>
  <inkml:trace contextRef="#ctx0" brushRef="#br0">14280 7639 9041,'-7'-1'2496,"2"-2"-1589,0-1 0,2 0-128,-5 4 0,4 0-183,-4 0 0,4 0-292,-3 0 0,3 0 1,-4 0-131,-1 0 1,2 0 0,-1 0 0,-1 0-145,-1 0 1,0 0-1,0 1 1,-3 2-24,0 1 0,0 0 0,0-4 0,-2 0 10,-1 0 0,-3 0 0,3 0 0,2 0 61,1 0 1,-1 0-1,0 0 85,-2 0 0,1 0 0,3 0-292,0 0 1,4 0 0,0 1-163,-1 3 0,3-3 363,-2 3 1,4-1 180,-4 1 1,4-3 562,-4 3-372,5-3 0,0-1-439,6 0 0,0-3 1,4-3-1,-1 1-113,1 0 1,-3-3 0,4 3 0,1-2 68,1-2 1,-2-2-1,0 1 1,0 1 15,-2 1 1,3 0 0,-3-4 38,0 1 1,-2 0 0,3 2-47,-2 1 0,3 4-189,-4-4 168,0 6 0,-4-2 119,0 8 0,0 2 0,0 6 71,0 0 0,0-4 1,-2-1-20,-2 3 1,-1 0 0,-4 1 0,1-2-124,-1-1 0,-1-1 0,-2 4 1,0-2-37,0-1 0,0 0 0,1 4 0,-1-1 18,0 1 0,4-4 0,2 0 0,0 1-291,4 2 0,0-4 0,2 1 97,0 1 1,2-3-1,3-2 1,5-2-553,5 2 0,6-2 0,-2 1 1,5-1-1200,4-2 1,-4 0 1965,4 0 0,2-5 0,0-2 0</inkml:trace>
  <inkml:trace contextRef="#ctx0" brushRef="#br0">10530 5387 9882,'0'7'3200,"0"-2"-2983,0-5 1,4-1-98,0-3 0,0 1 0,-4-5-65,0-1 0,4-1 0,0-2 0,-2 0-111,-1 0 1,-1 1 0,0-1-1,0 0 70,0 0 0,0-4 0,0 1 1,0 0-42,0 2 1,0 1 0,0 1 135,0-1 0,2 0 45,2 0 0,-3 1 31,3-1-65,-3 5 0,1 2-19,1 5 1,-1 1 0,2 3-65,-3 4 0,0 3 1,2 0-1,1 1-18,-1 0 1,2 0 0,0-1 0,0 1 25,0 0 0,3 0 0,-4 0 1,0-1 121,1 1 0,-2-4 262,5 0-424,-5-5 1,2 0-1,-5-6 1,-2-5-58,-1-3 1,-3-2-1,-3-1 1,1-3-112,-1-2 1,-5 5 0,-2-2 0,2 3 112,0 1 1,3 2 0,-1 1 0,0 2-20,0 2 0,3 1 0,-1 4-239,-3 0 1,2 5 0,4 3-103,2 3 1,1 0-1,4 1 1,0 0-336,0 0 1,0-1 0,0 1 0,2-1-1008,2-3 1752,-3-3 0,9 0 0,-3 2 0</inkml:trace>
  <inkml:trace contextRef="#ctx0" brushRef="#br0">10530 4432 8399,'-7'0'3767,"2"2"-3494,5 2 1,0 2-1,0 6 1,0 0-50,0 0 0,0-1 0,0 2 0,0 3-72,0 4 1,0-2-1,0 2 1,1 1-80,3 1 0,-2 2 1,2-2-1,-3-1-17,-1-2 1,0-3 0,1 3-1,2-2 66,1-3 0,0-1 1,-4-1-1,1-2 470,3-2-279,-3 3 1,6-10 0,-5 2-126,2-6 1,0 0-1,-2-4 1,0-3-75,2 0 1,0-2 0,-3 0-86,3 1 0,-2-1 0,2 0 137,-3 0 0,0 4-460,3 0 1,-1 2-82,5-2 1,-5 3 326,5 5 1,-4 0 105,4 0-16,-5 0 1,2 1-33,-5 3 0,-1 3-227,-3 4 1,1-3-1,-5-1-447,-1-2 0,0 0 0,0-2 313,1 1 1,1 1 0,-2-2 350,1 1 0,6 0 0,-4-4 0</inkml:trace>
  <inkml:trace contextRef="#ctx0" brushRef="#br0">13006 5588 7993,'-6'0'1995,"-1"0"-2274,3 0 670,3 0-1908,-4 0 1517,5 0 0,0 0 0</inkml:trace>
  <inkml:trace contextRef="#ctx0" brushRef="#br0">13065 5541 7657,'-12'0'1585,"4"3"-735,1 1-2240,4 0 1135,-2-4 1,6 0 254,3 0 0,3-5 0,4-1 0</inkml:trace>
  <inkml:trace contextRef="#ctx0" brushRef="#br0">13148 5470 7657,'-12'0'2882,"4"0"-2802,0 0-1198,6 0 239,-4 0 0,8 0 879,2 0 0,-3-5 0,4-2 0</inkml:trace>
  <inkml:trace contextRef="#ctx0" brushRef="#br0">13207 5399 7657,'-12'0'531,"4"0"1,1 1-23,2 3 1,0-2-950,1 2-380,3-3 1,-3-1 819,8 0 0,-3 0 0,4 0 0</inkml:trace>
  <inkml:trace contextRef="#ctx0" brushRef="#br0">13254 5364 7755,'-8'0'830,"0"0"0,5-2-617,0-2-1395,1 3 1182,2-4 0,0 0 0,0-2 0</inkml:trace>
  <inkml:trace contextRef="#ctx0" brushRef="#br0">13301 5305 7657,'-8'0'546,"0"0"311,-1 0 1,3 0 91,-2 0-1716,5 0 0,-2 1 767,5 3 0,5-3 0,2 5 0</inkml:trace>
  <inkml:trace contextRef="#ctx0" brushRef="#br0">13348 5281 6427,'-8'0'1551,"0"0"1,4 0-1798,-3 0-1061,4 0 579,-2 0 1,6 0 727,3 0 0,-3 0 0,5 0 0</inkml:trace>
  <inkml:trace contextRef="#ctx0" brushRef="#br0">13372 5258 7827,'-8'0'2481,"0"0"-2611,0 0-1239,2 0-250,0 0 1619,6 0 0,0 5 0,0 1 0</inkml:trace>
  <inkml:trace contextRef="#ctx0" brushRef="#br0">13407 5234 7657,'-8'0'300,"0"0"0,4-1-85,-3-3-1141,4 2 926,-2-3 0,5 5 0,0 0 0</inkml:trace>
  <inkml:trace contextRef="#ctx0" brushRef="#br0">13395 5234 7663,'0'-7'-320,"0"1"-320,0 2 640,0 3 0,6-10 0,0 5 0</inkml:trace>
  <inkml:trace contextRef="#ctx0" brushRef="#br0">13442 5187 7591,'-7'0'855,"-1"0"1,4 0-1224,-4 0-1337,5 0 817,-2 0 888,5 0 0,0 0 0</inkml:trace>
  <inkml:trace contextRef="#ctx0" brushRef="#br0">13454 5187 7626,'0'-7'523,"0"1"1,-1 3-759,-3-1-819,3 0 482,-5 4 572,6 0 0,0 0 0</inkml:trace>
  <inkml:trace contextRef="#ctx0" brushRef="#br0">13454 5187 6640,'-8'-7'1978,"1"3"-3061,4 3 229,-2 1 716,5 0 1,0 5 0,0 2-1</inkml:trace>
  <inkml:trace contextRef="#ctx0" brushRef="#br0">13478 5175 7657,'-12'0'679,"4"0"-56,0 0-132,6 0-1357,-4 0 1,8 0 269,2 0 0,-2 0 596,6 0 0,0-5 0,4-2 0</inkml:trace>
  <inkml:trace contextRef="#ctx0" brushRef="#br0">13490 5140 7329,'-7'0'2141,"-2"1"-2936,5 3 795,0-3 0,4 5 0,0-6 0</inkml:trace>
  <inkml:trace contextRef="#ctx0" brushRef="#br0">14339 4550 8479,'-8'0'1536,"0"0"1,4 0-1722,-4 0 0,4 0-1734,-4 0 1919,6 0 0,-3 0 0,5 0 0</inkml:trace>
  <inkml:trace contextRef="#ctx0" brushRef="#br0">14292 4562 7734,'-12'0'0,"4"0"0,0 1 1584,-1 3 0,-2-2-1148,0 2 1,3-3 0,1 0-2013,2 3 1507,1-3 69,4 5 0,0-1 0,0 1 0</inkml:trace>
  <inkml:trace contextRef="#ctx0" brushRef="#br0">14197 4621 7741,'-12'0'381,"1"0"938,-1 0 1,4 0-891,0 0 0,4 0-430,-4 0-832,6 0-1762,-4 0 2595,6 0 0,6 5 0,0 2 0</inkml:trace>
  <inkml:trace contextRef="#ctx0" brushRef="#br0">14126 4668 7741,'-7'0'197,"-1"0"367,-1 0 0,2 0 0,0 2 245,2 1 0,0-1-992,1 2 0,1-3-1672,-4-1 638,4 5 1217,-2-3 0,10 3 0,1-5 0</inkml:trace>
  <inkml:trace contextRef="#ctx0" brushRef="#br0">14032 4727 8022,'-12'5'501,"1"-3"1,0 3-63,3 0 0,-1-2-499,5 5 1,-4-4-421,4 3 1,0-3-1349,4 4 1828,0-5 0,0 2 0,0-5 0</inkml:trace>
  <inkml:trace contextRef="#ctx0" brushRef="#br0">13973 4798 7741,'-12'1'0,"1"2"199,-1 1 0,4 1 0,0-2 288,-1 1 1,0 5 0,0-3-551,1 1 1,5 3-34,-1-2 1,3-1-531,1 1 0,0-5-270,0 5 0,1-5 896,3 1 0,-3-8 0,5-3 0</inkml:trace>
  <inkml:trace contextRef="#ctx0" brushRef="#br0">13902 4845 7741,'-7'7'88,"0"-2"436,2 0 0,-4-2-97,1 5 1,-1-5 0,-1 4-144,2-2 1,6 0-1,-3-2-860,-1 1-710,5 0-742,-4-4 841,5 0 1187,5 0 0,-4 5 0,5 2 0</inkml:trace>
  <inkml:trace contextRef="#ctx0" brushRef="#br1">21379 5116 7212,'0'-6'1844,"0"-1"-1341,0 3 1,1 3 252,3-3 0,-3 1 645,3-1-947,-3 3 1,3-6 713,0 4-238,0 1-275,-4-3-263,0 5 1,1-4 124,3 0 369,-2 0-253,3 4 305,-5 0-903,0 5-10,5-3 1,-4 4 0,5-3 153,-1 1-157,-4 0 0,8-3-9,-5 3 0,2-3-40,-2 3 0,-2-1 180,6 1-122,0-3 0,4 8-48,-1-5 1,-3 0 0,0-4 6,1 0 1,-2 0 7,1 0 1,0 0 22,3 0 0,-3 0 0,0 0-14,1 0 1,-2 0 0,-1-1 0,1-2-6,-1-1 0,-3-1 0,2 2 5,1 0 1,-4-5 0,5 2 0,-1 1-15,1 0 0,-5 0 0,2 1 5,-2-4 0,2 1 120,0-1 1,0 1 0,-4-5-68,0 0 1,0 0-1,1 2 76,3 2 1,-3-3 0,3 4 56,-3-4 1,-1 3-1,0 0-84,0-1 1,0 3-1,0-2-50,0-1 1,0 2 57,0-1-98,0 0 0,-1-2-94,-3 2 0,3 1 50,-3 4 1,1 1 0,1-3 87,-2 0 1,-2 3 6,2-1 1,3 0 0,-4 0 80,0-1 1,2 0 33,-5 4 1,4-3-109,-4-1 1,4 0-55,-3 4 1,3 0-1,-3-2 156,2-2 0,0 3-82,1-3 1,1 3 62,-5 1 0,4 0-72,-4 0 0,1 0-14,-5 0 0,4 0 31,0 0 1,0 0-13,-4 0 1,5 0 91,-1 0 1,1 1 0,-2 2-120,1 1 0,4 0 0,-4-4-26,-1 0 1,3 4 0,-2 0-21,-1-2 1,2 1 67,-1 1 1,2-2-1,-4 5 4,3-2 0,-1 4 23,-4-1 1,5-1 0,2-1 318,0-1 0,4 5-145,-3-3 1,2 0-1,1 0-183,-3-2 0,3 4-97,-3-1 0,3 2 0,1 2 0,0 0 0,0 0 0,0-1 0,0-3 0,0 0 0,1-1 0,1 2 0,2-1 0,0-4 0,-4 4 0,2-5 0,2 5 0,-3-4 0,4 3 0,0-2 0,-3 0 0,3-2 0,0 1 0,-4 1 0,5-2 0,-1 1 0,-2 4 0,4-5 0,3 0 0,0 2 0,2-1 0,0-1 0,-4-1-141,-1 2 1,1-2 0,3 3-1,-2-1-669,-1 0 0,0 0 0,3-4 38,1 0 1,-4 0-1,-1 1-653,-2 3 0,0-3-2411,-1 3-2209,-3-2 6045,5-2 0,-6 0 0,0 0 0</inkml:trace>
  <inkml:trace contextRef="#ctx0" brushRef="#br1">18572 9065 7965,'0'12'2231,"0"0"-682,0 0 1,0-1 1796,0 1-2606,-5-5 1,3-5 0,-1-8 0,1-6 261,2-1 0,0-5 0,0-3 1,0-4-910,0-3 0,4-5 0,0 2 0,-1-3-447,-2-1 1,3-2 0,0-1 0,-2-3 18,0-1 0,2 4 0,0-1 1,-2 3-247,0 0 1,-2 6 0,0 3 0,1 3 467,3 4 1,-3 7 0,4 7-1,-1-1 344,0 1 0,5 3 0,1-1-47,4 3 0,-1 1 0,4 0 0,-1 1-200,0 3 0,5-1 1,-3 4-1,2 1-442,-1-1 1,0 3 0,0-2 0,-2 3-496,0 0 0,-4-3 1,2 0-1,-5 0-987,-2-1 1,-4 3 968,4-2 971,-5-3 0,-3 6 0,-7-5 0</inkml:trace>
  <inkml:trace contextRef="#ctx0" brushRef="#br1">18454 8735 7965,'-18'12'406,"2"0"0,3 0 1527,1-1 0,6 1 1,2 0-507,2 0 0,4-2 1,2-1-1,5-2-623,5-2 0,1 3 0,4-4 1,2-1-484,1-2 0,3-1 0,2 0 0,0 0-937,-1 0 1,4 0-1,1-1 1,0-3-1232,0-4 1,1 1 0,2-1 0,-1-2 1846,-2-5 0,1 2 0,3-4 0</inkml:trace>
  <inkml:trace contextRef="#ctx0" brushRef="#br1">19209 8464 12429,'-2'-7'2457,"-1"4"1,-4 8-1,-5 7 1,0 6-1177,1 4 0,-2 3 0,-3 3 0,-4 3-959,-2 3 0,1 7 0,0 1 0,-1 2-765,1 3 0,0-6 1,-2 3-1,4-4-762,3-6 0,4-7 0,4-1 1,4-3-839,3-4 1,2-8 0,5-1 612,6-3 0,1-3 0,5-4 0,0 0 1430,1 0 0,0-11 0,5-2 0</inkml:trace>
  <inkml:trace contextRef="#ctx0" brushRef="#br1">19397 8747 7965,'0'-12'0,"0"0"0,0 1 912,0-1 1,0 4 0,0 0-1,-1-1 1486,-3-2 0,2 5 0,-6 2 0,-1 1-1446,-2-1 1,-1 3-1,0-3 1,1 3-599,-1 1 0,-4 5 1,0 3-1,1 2-191,-2 2 1,4 1-1,-3 2 1,3 2-575,1 1 0,2-2 1,0 2-402,2-1 1,6 3 0,-2-4-1,3-2 1,1-1 92,0-1 1,1-2 0,3-2 0,4-4 639,2-3 1,3-1-1,2 0 1,0-1-10,0-3 0,2-2 0,0-6 0,0-1-217,0-3 1,3 2 0,-5-5 0,1 2 188,1 3 1,-4 1 0,2 1 0,-5 0 68,-2 0 1,-4 6 203,4 2 0,-6 5 0,2 6 0,-4 6-216,-4 4 0,-1 3 0,-4 2 1,1-1-89,-1-2 0,2 1 0,1 2 1,1-2-1593,2-4 1,2-3 0,1-1 448,0-1 0,1-4 0,3-4 1290,4-6 0,2-4 0,2-15 0,0-3 0</inkml:trace>
  <inkml:trace contextRef="#ctx0" brushRef="#br1">19621 8499 7965,'2'-6'2457,"2"2"1,-2 5-1,6 6 1,1 6-921,2 4 0,1 8 0,-1 8 0,1 5-1114,0 5 0,-5 4 0,-3 1 1,-3 1-905,-1-3 0,-5-8 0,-3-3 0,-4-6-1003,-4-4 1,3-6 0,-4-2 0,0-1-1248,-3-1 1,2-10 2730,-2 3 0,1-6 0,-5-2 0</inkml:trace>
  <inkml:trace contextRef="#ctx0" brushRef="#br1">20553 8535 8323,'5'-7'-201,"-3"2"782,3 5 446,-5 0 213,0-5-86,0 3-308,0-3 1,0 4 894,0-3-1316,0 3 0,0-3 0,0 8-257,0 4 0,0 6 0,0 3 1,0 1 128,0 3 1,0 7 0,0 3 0,0 3 35,0 2 1,-4-1 0,0-1 0,0-1 338,-1-2 0,2-5 0,-3 1 0,0-6 604,4-6 1,-3-6-773,1-1 1,0-10 0,4-4-1,0-7-192,0-6 1,0-9 0,1-3-1,3-3-535,4-2 1,-2 0 0,2-2 0,1-3-269,2-1 1,2 3-1,1-2 1,2 3 145,-1 4 1,-1 3-1,-1 1 1,0 6 390,-2 7 0,-2 8 0,3 2-75,-1 2 0,-3 2 1,-1 7-1,-1 6 189,1 4 1,1 0-1,4 6 1,-1 1-160,1 1 1,0 3 0,1 3 0,0 2 212,-1 0 1,2 4-1,-6-4 1,3 2-23,0-1 0,-4-1 1,-3 3-1,-3-3 323,-1-1 0,0-2 0,-1-4 0,-4-4-515,-7-3 0,-1-3 0,-7-1 0,-1-2 0,-1-2 0,2-1 0,1-5 0,-2 2 0,-2-1 0,4-7 0,0-4 0,2-2-987,3-2 1,1 0-1,2 0 1,3 0-1472,5 1 0,3-1 1,3 0-1,7 2 1162,4 2 1,4-3 0,6 5 0,1-1 187,2 3 1,4-1 1107,4 1 0,0-5 0,1 2 0</inkml:trace>
  <inkml:trace contextRef="#ctx0" brushRef="#br1">21166 8877 7105,'-5'6'744,"4"1"0,-3-3 393,2 4 1,1-3 0,-1 0-142,-2 0 1,0 2-633,4 5 1,1-6 0,2-1 864,1 1 0,5-6 1,-1 0-545,2-7 0,-2-3 0,-2-4 0,1-1-495,0-5 0,-1-3 0,3-5 0,-1-5-245,1-5 1,-2 0-1,-1-5 1,1-1-416,0-2 1,-4-1 0,4 2 0,0 4 384,-1 6 0,-3 11 0,1 2 0,-3 4 873,-1 3-651,0 8 1,0 3-1,0 8 1,0 3 46,0 4 0,0 1 1,0 0-1,1 1-118,3 2 0,-1 4 0,3 4 0,1 1 272,-1-1 1,1 2 0,2 1 0,-2 2-28,-2-2 1,4 0 0,-2 1 0,1 0-292,-1-1 1,-3-1 0,4-4 0,1-3 85,2-2 1,-3-11 0,0 3 0,1-5-329,1-3 0,3-11 0,2-4 0,2-8 6,1-4 0,-2-4 0,4-7 0,0-3-305,3-1 0,-4 1 0,1-3 1,1-3-120,1-2 1,-3 9 0,-4-2 0,-2 6 85,-1 5 1,-5 14 267,-3 1 0,-4 12-290,-4 4 1,-1 5 0,-3 7-1,4 1-389,2 3 0,1-1 0,-1 4 0,-2 2 174,1 1 1,2 3-1,1 0 1,0 1 240,0 1 0,1-8 1,2 7 549,1 1 0,5-1 0,-3-3 0</inkml:trace>
  <inkml:trace contextRef="#ctx0" brushRef="#br1">21933 8771 8824,'-8'3'3702,"0"1"1,5-1-3004,-1-7 1,3-2 0,2-6 0,2-1-158,1-3 0,5-6 0,-2-7 1,1-1-777,-1-3 0,1-2 0,3-3 0,-2-3-382,-1-1 0,-2 4 0,2-1 1,-3 2 103,1 2 1,-5 5 0,3 2-1,-3 5 145,-1 3 1,0 7 973,0 5-61,0 5 0,2-2-161,2 5 1,2 0 0,6 0-162,0 0 0,-1 0 0,3 0 0,0 0 139,2 0 0,6 0 1,0 0-1,6 0-260,2 0 0,-3 0 0,4 0 1,-3 0-745,-1 0 1,-8 1 0,-3 3 0,-3 3-734,-1-1 1,-6 5 0,-2-3 504,-2 2 0,-2 2 0,-2 0 0,-2 0 302,-3-1 1,0 1-1,-2-1 567,-4-3 0,1 7 0,-5-2 0</inkml:trace>
  <inkml:trace contextRef="#ctx0" brushRef="#br1">21980 8511 9080,'-12'4'0,"0"1"1418,1 2 0,3-3-404,0 4 0,6-2 0,2 2-322,7-4 1,9-3 0,3-1 0,5-1-669,4-3 1,-5 3 0,2-4 0,-4 1-414,0 0 0,1 0 0,0 4 0,-2 0-391,-4 0 0,-3 0 1,-3 1-1,0 3-205,-3 4 0,-3-2 0,3 2-441,-2 1 1,-1-2 7,-4 1 1418,0-6 0,-5 9 0,-2-4 0</inkml:trace>
  <inkml:trace contextRef="#ctx0" brushRef="#br1">21945 8771 7965,'0'6'9830,"0"1"-8976,0-3 0,5 1 0,3 3 0,2-4-515,2-3 0,5-1 0,3 0 1,3 0-971,5 0 0,-6 0 0,4 0 1,0 0 630,-1 0 0,0-5 0,-1-2 0</inkml:trace>
  <inkml:trace contextRef="#ctx0" brushRef="#br1">18596 9690 7965,'-7'0'3577,"0"0"-2784,4 0 0,1 1 1,-2 5-441,3 5 1,0 6 0,-2 8 0,-2 3-185,-2 3 0,3 10 0,-4 3 0,-1 5-388,-1 1 1,2-8-1,1 3 1,1-3-1090,-1-4 1,5-14 311,-2-5 1,8-12-1,4 0 1,2-10-73,2-9 1,0-1 1067,-1-7 0,1-4 0,0-7 0</inkml:trace>
  <inkml:trace contextRef="#ctx0" brushRef="#br1">18714 9926 7965,'-11'12'0,"2"1"499,1 2 0,0 0 1,-2 4-1,0 2 224,3 2 0,0 0 1,-1 1-1,4-1-427,3 1 0,1-4 1,1-2-776,3-1 1,-1-7 0,5-6 0,1-2-306,1-2 1,2-7 0,0-5-1,-2-6 226,-2-4 0,3-3 0,-5-3 0,1-3 558,-3-3 0,2-1 0,1-1 0</inkml:trace>
  <inkml:trace contextRef="#ctx0" brushRef="#br1">18749 9690 7965,'0'-12'933,"0"0"0,0 5 2260,0-1-2620,0 5 1,0 7-1247,0 8 0,4 2 0,1-2-547,2 0 1,-3 0 0,3-1-861,3 1 2080,0 0 0,2 0 0,0 0 0</inkml:trace>
  <inkml:trace contextRef="#ctx0" brushRef="#br1">18914 9808 7965,'-5'12'569,"3"-4"1,-3-1 0,1 3 334,0 0 1,-1 2 0,2 0-1,0 1-262,0 2 1,2-1 0,1 1 0,0 0-292,0 0 1,-4-1-1,0 1 1,1-2-150,2-1 1,1-4 62,0 0 1,0-4-376,0 4 0,0-7 1,1 0-1,2-6-184,1-5 1,4 0-1,-3-7 1,1 2-81,3-1 0,2-5 1,1 3-1,0-2 122,-1 0 1,1 5 0,0-4 0,0 2 68,0 3 0,-5 1 1,1 2 239,1 3 0,-2 3 1,0 6-1,-2 3 291,-3 4 1,0 8 0,-2 2 0,0 3 21,0 3 1,0-7 0,0 6 0,0 0-77,0-1 1,-2-4-1,0-2 1,-2-3-1,1-1 1,3-6-501,4-2 1,3-8 0,4-3 0,1-5-83,0-4 1,1 2-1,2-6 1,0 0-38,0 2 0,-2-3 1,0 5-1,1 2 91,2 1 0,-4 6 0,-4 3 0,1 3 94,1 1 0,-2 1 0,-1 3 1,-2 5 253,-2 6 0,-2 3-1,-2 6 1,-2-1-313,-1 1 0,-1 0 0,2-1 0,-1 1-1058,2-1 0,-4-3 0,3 0-156,0 1 0,-2-8 1413,1-2 0,-5-1 0,2 1 0</inkml:trace>
  <inkml:trace contextRef="#ctx0" brushRef="#br1">18277 10668 7965,'-12'6'0,"5"-5"0,-1 3 0,-1-1 1400,-2 0 0,3-1 1237,0 2-2222,6-3 0,-4-2 0,6-3 0,2-4-152,2-3 0,-2 2 1,6-1-1,1-3-147,2 0 0,-1-4 0,-1 1 0,-1 0-53,2-1 0,0 4 0,2-3 0,0 3-240,-1 1 1,1 5 0,0-1 1,0-1 1,0 3 0,-1 4 0,1 3 152,0 3 1,-3 9 0,0 0-1,2 4-27,-2 4 0,0 1 0,3 2 1,-2 1-181,-2 2 0,3-2 1,-5 3-1,2-3-288,0-2 0,-4-3 1,4-3-1,0-3-845,-2-3 0,1-7 519,-3 0 1,-3-4-1,3-4 132,-3-4 711,-1 3 0,0-11 0,0 3 0</inkml:trace>
  <inkml:trace contextRef="#ctx0" brushRef="#br1">18360 10810 7965,'-12'0'3910,"0"0"-3145,0 0 1,6-5-1,3-3-449,6-3 1,5-2 0,7-2-1,5-5-184,2-2 1,2-3 0,0-1-1,0-2-476,4 2 0,-3-3 0,1 3 0,-4 2-447,-2 3 1,-6 7-1,2-1-954,-3 6 509,-6 4 1,-2 10 0,-6 3 1235,-3 3 0,2 0 0,-8 6 0,3 2 0</inkml:trace>
  <inkml:trace contextRef="#ctx0" brushRef="#br1">18714 10574 8913,'-6'7'1778,"4"-2"1,-5-4 1049,2 3-1784,1-2 1,4 4 706,0-2-1135,0-3 1,1 6-469,3-3 1,3-3 0,5 3-145,-1-3 0,-3-1 0,0 0 0,1 0-97,2 0 0,0 0 1,1 0-1,0 0 48,0 0 0,0-4 0,-2-1 0,-1-1-34,-1-4 0,0 4 1,4-1-1,-2 1-22,-2-1 0,3 1 0,-5-3 0,2 1-88,0-2 1,-4 5-1,2 0-98,0 0 1,-1 3 166,-1-1 0,-3 3 29,3 3 0,-3 0 0,-1 5 1,0 1-171,0 2 1,-1 0-1,-2 1 1,-2 0-25,-1 0 0,-1 1 0,-2 1 0,1 2-214,-1-2 1,2-1-1,1-1 1,1 0-814,2 0 1,-2-4-1,1 0 354,1 1 0,3-3 0,4 1 958,4-2 0,2-1 0,2-4 0</inkml:trace>
  <inkml:trace contextRef="#ctx0" brushRef="#br1">19268 10492 7965,'0'-12'3079,"0"4"-645,0 0 0,-6 6-1652,-1-2 1,-4 4 0,-1 4-601,1 3 0,-1 4 1,0 1-1,0-1-252,0 1 1,2 4 0,1 0 0,1-1 7,-1 2 0,2-2 1,1 3-1,0-1-550,4-2 1,0-2 0,2-2 73,0 1 1,2-5 0,2-3 456,4-3 0,2-2 0,2-5 36,0-5 1,-1-1 0,3-5 0,-1 1 0,1-1-82,0-1 0,-7 3 1,5 0-1,-2 2 9,1 1 0,-3 0-533,-1 0 629,1 6 0,-1 10 0,-3 9 1,-4 2-174,-4 2 0,3 4 0,-3-2 1,1 0-52,-1 1 1,3-4-1,-3 2-924,3-1 1169,1-1 0,5-10 0,1 0 0</inkml:trace>
  <inkml:trace contextRef="#ctx0" brushRef="#br1">19834 10444 8024,'0'12'0,"0"0"182,0 0 0,0-4 0,0 0 0,0 1 1061,0 1 1,0-2-500,0 0 1,0-7-1,1-1-503,3-6 1,-1-6-1,3-4 1,-1-5 394,-2-5 0,2 0 0,-1-6 0,-1-2-378,-2-4 0,3 0 0,0-5 1,-1-3-566,-2-3 1,0-3 0,2-5 0,1-6 207,-3 29 1,0 0 0,1-30 0,-2-3 0,0 8-615,0 9 0,0 13 1,0 5-230,0 6 0,0 11 1049,0 15 1,0 1 0,0 7 0,1 1-58,3 2 1,-1 1 0,4 0 0,4-1 104,3 1 0,-1 4 0,4 1 0,-1 1-635,0 3 0,5-3 0,-3 1 1,1-1-227,-4 0 1,0-3 0,-1 1-1,2-3-520,-2-2 0,-5 1 1226,-1 0 0,-5-5 0,2-2 0</inkml:trace>
  <inkml:trace contextRef="#ctx0" brushRef="#br1">19739 10032 7965,'-5'12'1059,"3"-4"0,-5-1 42,2 3 0,2-1 1,7-1-1,5-3-501,6 0 1,3-4 0,4 3 0,1-2-725,0-2 0,-2 0 1,7 0-1,-3 0-342,-2 0 0,2-4 1,1-2-1,2 1-2274,-2 0 0,-1-4 2740,-2 1 0,1-3 0,0 0 0</inkml:trace>
  <inkml:trace contextRef="#ctx0" brushRef="#br1">20388 9796 8596,'-12'0'1047,"0"0"0,1 4 1,-1 1-1,0 2-443,0 2 0,0 3 0,1 4 1,-1 3 376,0 3 1,-4 7 0,-1 3 0,0 3-796,0 4 1,-2-2 0,3 2 0,1-1-651,2 2 0,5-12 0,2 1 1,1-4 123,2-4 0,3-5 0,4-2 0,4-5-1416,2-5 1,3-2-1,3-2 1,4-3-1130,2-5 2885,-4 0 0,10-14 0,-3 4 0</inkml:trace>
  <inkml:trace contextRef="#ctx0" brushRef="#br1">20471 9985 7965,'-8'0'1083,"0"0"171,-1 0 0,3 1 0,2 3-512,3 4 1,2 4 0,5 2 0,5 3-380,8 1 1,-1 2 0,2 4-1,1-1-700,1 1 0,2-1 1,-2 1-1,-1-2-190,-1-2 0,-6-2 0,0-3-1715,-4 0 1,-7 0 939,-6-7 1302,-4-3 0,-10-5 0,-1 0 0</inkml:trace>
  <inkml:trace contextRef="#ctx0" brushRef="#br1">20412 10232 7965,'-12'0'1211,"0"0"0,4 0-400,0 0 0,7-4 1,1-1-1,6-1-249,5-4 1,2-1-1,3-4 1,2 0-339,0 0 0,3-2 0,-4 1 0,1 2-671,-1 1 1,0 0 0,-3-2 0,2 0-1640,-2 0 1,-1 1 0,-1-1 2085,0 0 0,0-12 0,-1 3 0</inkml:trace>
  <inkml:trace contextRef="#ctx0" brushRef="#br1">20718 9737 8430,'7'-5'3578,"-1"4"-2671,-2-3 0,3 4 1,5 4-1,1 5-515,2 5 1,0 10 0,4 9 0,2 6 13,2 8 0,-5 1 0,-4 6 0,-4 0-467,-6 0 1,-3-9-1,-2 1 1,-3-4 31,-4-4 0,-3-10 0,-1-6 0,1-2-3013,-1-2 3042,0-9 0,0 7 0,0-10 0</inkml:trace>
  <inkml:trace contextRef="#ctx0" brushRef="#br1">21213 9973 8734,'-6'0'1839,"1"0"1,6 0 0,3 0-1864,4 0 0,2 0 0,3 0 0,2 0-480,0 0 1,6 0-1,-2 1 1,0 2-344,1 1 0,0 0 1,2-4-1,-1 0 181,-1 0 1,-2 4-1,2 0 1,-3-2 665,0 0 0,-4-2 0,4 0 0</inkml:trace>
  <inkml:trace contextRef="#ctx0" brushRef="#br1">21284 10114 7674,'-8'0'-273,"0"0"1977,-1 0 1,-1 0 1102,-2 0-1728,5 0 1,2 2-511,5 2 1,5-3 0,3 4 0,4-1-461,4 0 0,-2 0 1,6-4-1,1 0-748,1 0 1,2 0 0,-1 0-1,2 0 95,3 0 1,-2-1 0,5-2 0,1-1 543,-2 2 0,4-5 0,-4 0 0</inkml:trace>
  <inkml:trace contextRef="#ctx0" brushRef="#br1">22286 9714 8472,'0'-12'56,"0"0"0,0 0 1,0 0 2886,0 1-2475,0 4 1,-1 3 0,-1 8-291,-2 4 1,0 4-1,4 2 1,0 3 31,0 2 1,0 0 0,-2 5 0,0-1-28,-2 1 0,-4 1 0,3 1 0,-2 3-82,-2 1 0,2-1 0,0 4 1,-3 1-145,0-2 0,-2 1 0,0 1 1,1-1 89,-1-2 0,0-1 1,0 2-1,0-5 104,1-2 1,3-5-1,0 0 1,0-1-33,1 0 0,1-2 1,3-6-1,-1 1 73,2 0 0,0 0 1,2-1 150,0 1 1,6-5-1,0-2 474,1 0 0,3-3-404,-2 2 0,3-3 0,0-1 0,1 0-96,0 0 0,0 0 0,0 0 0,1 0-393,2 0 1,0 4 0,3 0 0,0-2-541,1 0 0,-3-2 0,3 0 0,1 1-733,-2 3 0,4-3 0,-3 3 0,0-3-3258,1-1 4607,-5 0 0,12 0 0,-2 0 0</inkml:trace>
  <inkml:trace contextRef="#ctx0" brushRef="#br1">20871 7769 10432,'-7'0'372,"-1"0"2472,-1 0-2100,3 0 1,-3-2 135,5-2 593,0 3-451,4-9 0,0 7 955,0-5-760,0 5-464,0-2 1,2 5 93,2 0 1,-2 0-34,6 0 0,-4-4-220,4 0 1,0 0-635,3 4 1,1 0-25,0 0 1,0 0-1,0 0-6,-1 0 0,1 0 0,0 0 39,0 0 0,-4 0 0,0 0 0,1 0-57,1 0 1,-2 0 0,0 0-13,1 0 0,2 0 1,0 0 39,1 0 1,0 0 0,0 0-33,0 0 1,-5-4 0,1 1 118,1 0 1,2 2 10,1 1 0,-4 0-19,-1 0 0,1 0-12,4 0 1,-4-2 0,0 0 60,1-2 0,-3 0 294,2 4 0,-4-2 902,4-1-663,-5 1 1,2-4 75,-5 2-523,0 2-66,0-3 1,0 4 70,0-3-124,-5 3-96,3-10 0,-4 9-6,2-6 0,1 1 1,-3-2 0,1 1 1,-1 6 0,4-4 0,-4 2-93,0 0 1,2-3 0,-3 1 55,2 0 1,-3-2 0,3-3-10,-1 4 1,2-4-28,-4 3 7,5 3 1,-3 0-20,2 5 276,2 0 1,2 5 0,8 2-149,3-1 0,-3 3 1,-1-3-1,3 0 3,0 3 0,2-2 0,0-1 0,-1 1-3,1-1 1,0 1 0,0 2 0,0-1-25,-1 1 0,-3-2 0,0 1-9,1 1 0,2 1 0,-1 2 59,-2 0 0,-3-4 0,-5 0 118,0 1 0,-1 0 0,-3 0-283,-4-1 1,-2-5 0,-2 0 0,0-1-799,0-2 1,-1 0-1,-1 1 1,-3 2-504,-2 1 0,8 0 1,-4-4-70,1 0 0,1 1 0,4 1 0,2 4 570,2 0 1,2-2-1,7 3 1,7-2-1516,7-2 2480,2-2 1,19 4 0,-2 2 0</inkml:trace>
  <inkml:trace contextRef="#ctx0" brushRef="#br1">22228 7674 10432,'7'-4'380,"1"0"1,-4 0-1,4 3 2521,1-3-708,2 3-313,0-4 69,-4 5 1,-3 0-836,-8 0 0,-3 0-789,-4 0 1,-1 0-1,0 0-73,0 0 1,4 0 0,1 0 0,-3 0-242,0 0 0,-2 0 0,0 0-49,1 0 0,-1 0 1,0 0-1,0 0 1,-1 0 76,-3 0 1,2 0 0,-6 0-1,1 0 73,0 0 1,1 0 0,4 0 0,-3 0 12,-2 0 1,1 0-1,-2 0 1,3 0-8,0 0 0,4-4 0,-3 0 0,3 1-120,1 2 1,1 1-1,-1 0 1,0 0-113,0 0 0,0 0 1,1 0-1,-1 0-25,0 0 0,4 0 0,0 0 323,-1 0 0,-1 1-29,-2 3 880,0-3-725,6 5 0,2-6-251,8 0 1,-2 0-1,6 0-332,1 0 1,2-6 0,0-1 0,1-3-22,0 3 0,0-4 0,0 3 0,-1-2-87,1-2 1,0 4 0,0 0 0,0-1 364,-1-1 0,0-2 1,-2 1-1,-2 2 68,-2 1 0,3 4 1,-4-4 1006,-2-1 0,-2 4-903,-4 1 0,-2 3 0,-6 2 0,0 3-25,0 4 1,-1-2-1,-1 2 1,-2 2-141,2 0 0,-3-2 0,0 0 0,0 1-426,0 1 0,-3 2 0,4 0 0,2 0-102,1-1 0,1 1 1,0 0-1,2 0 100,2 0 1,3-4-1,5-1 1,1 3-188,3 0 0,4 0 0,7 0 0,6-2-215,6 1 0,-1-3 0,4 2 0,-1 1-1776,-3 2 1,-5-3 2529,-1-1 1,-1 1 0,5 4 0</inkml:trace>
  <inkml:trace contextRef="#ctx0" brushRef="#br1">22310 4539 7547,'-6'-6'-436,"-1"5"89,3-3-204,3 3 253,-5 1 298,6 0 0,0-6 0,0 0 0</inkml:trace>
  <inkml:trace contextRef="#ctx0" brushRef="#br1">22286 4539 7979,'-11'-2'-88,"-1"-2"1,4 3 205,0-3-14,6-3-104,-4 6 0,12-9 0,0 3 0</inkml:trace>
  <inkml:trace contextRef="#ctx0" brushRef="#br1">22204 4527 7868,'-12'-4'-250,"0"0"1,5-1-453,-1 1 270,0 2 432,1-3 0,7 0 0,7-2 0</inkml:trace>
  <inkml:trace contextRef="#ctx0" brushRef="#br1">22121 4527 7906,'-7'-4'-313,"-1"0"0,5-1 1,-2 2-401,0-1 713,3 0 0,-3-1 0,5-2 0</inkml:trace>
  <inkml:trace contextRef="#ctx0" brushRef="#br1">22051 4562 7714,'-7'-5'-696,"1"2"520,2-5 63,2 6 0,-3-5 113,5 3 0,0 3 0,0-4 0</inkml:trace>
  <inkml:trace contextRef="#ctx0" brushRef="#br1">22027 4574 7979,'-12'0'-331,"0"0"1,5 0 0,-1 0-95,-1 0 271,3 0 154,1 0 0,0 0 0,-2 0 0</inkml:trace>
  <inkml:trace contextRef="#ctx0" brushRef="#br1">21933 4621 7979,'-8'0'-838,"0"0"0,4 0 790,-4 0 48,6 0 0,-4 0 0,6 0 0</inkml:trace>
  <inkml:trace contextRef="#ctx0" brushRef="#br1">21909 4656 7979,'-8'0'-5,"0"0"0,1 0-928,-5 0 418,5 0 515,2 0 0,5 0 0,0 0 0</inkml:trace>
  <inkml:trace contextRef="#ctx0" brushRef="#br1">21850 4704 7865,'-12'0'-572,"1"1"502,-1 3 0,4-3-95,0 3 0,2-1-72,-2 1 0,1-2 237,3 6 0,3-5 0,-4 2 0</inkml:trace>
  <inkml:trace contextRef="#ctx0" brushRef="#br1">21779 4774 7566,'-11'0'-1084,"-1"0"1107,0 0 1,4 0-1,2 2 1,-1 0 323,1 2-634,3 0 1,-2-3 286,5 3 0,0-2 0,0 3 0</inkml:trace>
  <inkml:trace contextRef="#ctx0" brushRef="#br1">21756 4798 7258,'-7'-5'-447,"2"3"-24,5-3 433,0 5 0,5 0 1,2 0-1</inkml:trace>
  <inkml:trace contextRef="#ctx0" brushRef="#br1">21768 4810 7979,'-12'0'-475,"0"0"0,0 0 0</inkml:trace>
  <inkml:trace contextRef="#ctx0" brushRef="#br1">20883 5517 8038,'-8'0'-1407,"1"0"1154,4 0 1,3-4 252,8 0 0,-3-5 0,0 2 0</inkml:trace>
  <inkml:trace contextRef="#ctx0" brushRef="#br1">20895 5529 8055,'-8'0'341,"0"0"0,4-4-461,-3 0 1,4-1-343,-1 1 0,8 2 0,2-3-71,1 0 0,3 4 533,-2-3 0,3-3 0,1 1 0</inkml:trace>
  <inkml:trace contextRef="#ctx0" brushRef="#br1">20895 5552 8038,'-12'0'-93,"-1"0"194,-3 0 1,7 0 0,-3 0-312,2 0-28,5 0 0,1 0 1,8 0-1,4-1 175,2-3 0,2 1 1,0-3-1,-1 1-687,1 2 750,0 2 0,0-10 0,0-2 0</inkml:trace>
  <inkml:trace contextRef="#ctx0" brushRef="#br1">20930 5529 8038,'-7'0'296,"0"-2"0,0 0-95,1-2 1,3-1 0,-2 2-273,0-1 1,3-1-1018,-1 1 762,1 3 1,4-5 0,1 6 0,5 0 70,3 0 0,-3-1 1,0-2 254,1 0 0,6-1 0,4 4 0</inkml:trace>
  <inkml:trace contextRef="#ctx0" brushRef="#br1">20966 5482 6837,'-8'0'1139,"0"0"-200,5 0-945,-2 0-303,5-6 0,2 0-264,1-6 0,0 5 27,5 4 1,0-3 545,4 2 0,-1-5 0,1 3 0</inkml:trace>
  <inkml:trace contextRef="#ctx0" brushRef="#br1">21037 5434 8041,'-12'-6'315,"5"-5"-458,3 4 0,3 0-560,1-1 0,1 6 703,3-2 0,3-3 0,5 0 0</inkml:trace>
  <inkml:trace contextRef="#ctx0" brushRef="#br1">21084 5387 8038,'-12'0'27,"0"0"158,0 0 0,4 0-910,1 0 126,4 0 0,-1 0 599,8 0 0,3-5 0,4-2 0</inkml:trace>
  <inkml:trace contextRef="#ctx0" brushRef="#br1">21096 5364 7027,'-12'0'839,"5"-2"-812,3-2 0,-1 2-818,1-6 357,0 5 0,8-3 434,0 2 0,5 3 0,-2-5 0</inkml:trace>
  <inkml:trace contextRef="#ctx0" brushRef="#br1">21154 5293 8011,'-11'-1'-456,"-1"-3"1,1 1 142,4-5 111,1 6 1,8-4 0,2 6 201,3 0 0,4 6 0,1 0 0</inkml:trace>
  <inkml:trace contextRef="#ctx0" brushRef="#br1">21154 5293 8011,'-11'0'-357,"-1"0"1,4 0-1,1-1 143,2-3 207,1 2 0,6-3 1,2 4 6,3-3 0,4 3 0,1-5 0</inkml:trace>
  <inkml:trace contextRef="#ctx0" brushRef="#br1">21190 5258 8172,'-7'-6'667,"-2"4"-227,5-6 1,-1 5-2356,1-1 1915,3 3 0,1-4 0,6-2 0</inkml:trace>
  <inkml:trace contextRef="#ctx0" brushRef="#br1">21225 5234 8011,'-12'-1'0,"1"-3"0,-1 2 0,1-3-765,3 0 0,5 4 765,6-3 0,4 2 0,5 2 0</inkml:trace>
  <inkml:trace contextRef="#ctx0" brushRef="#br1">21272 5199 8011,'-1'-11'-146,"-3"3"1,3-2 534,-3 2 1,-1 1-411,1 0 1,1 4 0,7-1-65,4 3 0,-2 1 0,2 0-86,1 0 1,-2 0-1146,1 0 1316,-5 0 0,7 0 0,-3 0 0</inkml:trace>
  <inkml:trace contextRef="#ctx0" brushRef="#br1">21202 7816 7799,'11'0'-430,"-3"1"1,0 2 45,1 1 0,-2 1 1,1-3 439,1 2 1,-3 4 123,2-4 1,-4 0-62,4-4-106,-5 0 0,1 0-6,-8 0-144,2 0 0,-4 0 137,2 0 0,3 0 0,-5-5 0,6-2 0</inkml:trace>
  <inkml:trace contextRef="#ctx0" brushRef="#br1">20742 5694 7956,'-12'0'56,"4"-2"482,0-1-926,6 1-66,-4-3 1,8 5 453,2 0 0,2-5 0,6-2 0</inkml:trace>
  <inkml:trace contextRef="#ctx0" brushRef="#br1">20765 5706 7407,'-11'-4'-1059,"-1"-2"2205,0 0 0,4 2-1441,0-4 0,6 4-47,-2-4 0,8 2 0,3-2 342,4 4 0,6-3 0,1 1 0</inkml:trace>
  <inkml:trace contextRef="#ctx0" brushRef="#br1">20836 5635 8094,'-8'-4'379,"0"0"0,6-1 1,-4 2-452,1-1 1,3-4-195,-6 4 1,5-5-72,-1 1 0,8 3 1,4 1 336,2 3 0,2-4 0,0-2 0</inkml:trace>
  <inkml:trace contextRef="#ctx0" brushRef="#br1">20895 5576 8111,'-12'-4'357,"0"0"1,5-1-1,-1 2-284,-1-1 0,2 0 0,0 3-1098,2-3 521,1 3 0,10-4 0,1 5 504,4 0 0,6-6 0,1 0 0</inkml:trace>
  <inkml:trace contextRef="#ctx0" brushRef="#br1">20930 5541 7956,'-7'0'258,"-1"0"-2,-1 0 1,2 0 0,0-2-290,2-2 0,0 3-367,1-3 1,4 3 0,0 1-444,7 0 843,3 0 0,2-5 0,0-2 0</inkml:trace>
  <inkml:trace contextRef="#ctx0" brushRef="#br1">20989 5493 7956,'-11'-1'192,"-1"-2"1,0 0 193,0 0 0,4-2 1,0-1-280,-1 0 0,3 3 1,-1-2-312,2 0 0,2 3 0,7-1-10,4 1 1,3 2-1,0 0 214,1 0 0,0 0 0,0 0 0</inkml:trace>
  <inkml:trace contextRef="#ctx0" brushRef="#br1">21037 5446 7956,'-12'-1'220,"0"-3"0,4 1 0,0-3 65,-1 1 1,4-1-942,1 2 0,4 3-59,4-3 1,2 3 714,6 1 0,0-5 0,0-2 0</inkml:trace>
  <inkml:trace contextRef="#ctx0" brushRef="#br1">21096 5375 7956,'-12'-1'0,"0"-3"235,0-4 1,4 3 0,2 0 129,0 0 1,3 2-804,3-5 1,1 4 0,3-2-315,4 0 0,2 3 752,2 3 0,0 0 0,0 0 0</inkml:trace>
  <inkml:trace contextRef="#ctx0" brushRef="#br1">21131 5317 7554,'-12'0'213,"4"0"0,2-2 0,-1 0 477,1-2 1,3-2-905,-1 3 0,3 0-275,1-5 1,5 5 0,3-1 488,2 3 0,7-4 0,2-2 0</inkml:trace>
  <inkml:trace contextRef="#ctx0" brushRef="#br1">21178 5281 7956,'-17'-6'396,"8"-5"1,-3 5 0,2-2-138,-1 0 1,3 4-275,0-4 0,7 5-702,1 0 0,5 1 0,7 2 717,0 0 0,5 0 0,1 0 0</inkml:trace>
  <inkml:trace contextRef="#ctx0" brushRef="#br1">21190 5246 7956,'-12'0'329,"0"0"1,4 0-1,1 0-13,-3 0 1,1-1-1,0-2-222,1-1 0,6-1-669,-2 1 0,4 2 1,4-3-1011,3 0 1585,4 4 0,1-10 0,-1 5 0</inkml:trace>
  <inkml:trace contextRef="#ctx0" brushRef="#br1">21213 5222 7183,'-11'-12'1019,"-1"1"1,4 3-600,0 0-1156,5 5 1,3-2 0,8 5 735,3 0 0,1 0 0,-1 0 0</inkml:trace>
  <inkml:trace contextRef="#ctx0" brushRef="#br1">21237 5199 7956,'-8'-11'-430,"0"2"345,-1 1 0,4 4 0,0-2 20,-1 0 1,6-1 0,0 3-239,7 1 1,3 2 302,2 1 0,5-6 0,2 0 0</inkml:trace>
  <inkml:trace contextRef="#ctx0" brushRef="#br1">21308 5152 7956,'-8'-4'341,"0"0"1,0-2 0,-4 2-103,1-3 1,3 1 0,1 1 0,1 1-48,-1 0 1,4-1-571,0 1 0,3 3 1,3-3-1,5 1-363,3-1 741,1 3 0,5-4 0,1 5 0</inkml:trace>
  <inkml:trace contextRef="#ctx0" brushRef="#br1">22051 4668 8115,'-11'-8'0,"2"0"58,1-1 0,6 3 0,-4-1 447,1 2-121,4-4-1019,-5 7 1,8-3-1,0 7 34,2 1 1,4 0 600,-4 5 0,5-5 0,-2 2 0</inkml:trace>
  <inkml:trace contextRef="#ctx0" brushRef="#br1">21956 4668 8115,'-11'0'0,"-1"0"0,0 0-32,0 0 0,4 0-225,0 0-307,1 0 447,0 0 1,3 2-416,8 1 532,-3-1 0,10 3 0,-5-5 0</inkml:trace>
  <inkml:trace contextRef="#ctx0" brushRef="#br1">21850 4727 8079,'-12'7'0,"5"-2"0,-1-5-133,-1 0 0,-2 0 0,1 1 1,0 2 299,3 1 1,3 0 0,-4-4-273,-1 0-199,3 0 1,1 1 98,5 3 205,0-3 0,5 10 0,2-5 0</inkml:trace>
  <inkml:trace contextRef="#ctx0" brushRef="#br1">21709 4833 8079,'-15'-1'56,"3"-2"0,2-1 467,0 2 1,-2 0-631,0 2-455,0 0 1,7 2 0,5 0-1,6 2 204,5-1 0,1-2 358,0-1 0,-1 0 0,1 0 0</inkml:trace>
  <inkml:trace contextRef="#ctx0" brushRef="#br1">21697 4845 8062,'-12'0'-270,"0"0"1,1 0 689,-1 0-353,0 0-559,5 0 0,7-4 269,8 0 1,3 0 49,1 4 1,-5 0-1,0-1 173,-2-3 0,4 3 0,-2-5 0</inkml:trace>
  <inkml:trace contextRef="#ctx0" brushRef="#br1">18407 5670 6435,'-12'0'1495,"0"0"0,4 0-985,1 0 1,3 4 0,-3 1 327,2 2 1,1-3 187,4 4 1,0-4 116,0 3 1,0-3 489,0 4-1262,0-5 0,0 1 0,0-8-190,0-4 0,0-2 0,0-2 0,0-1-69,0-3 1,0 2 0,0-5-134,0 2 1,0-2 0,0 3 0,0 0 0,0 0 1,0 1 1,0-5-1,0 4 1,0 1-10,0-2 0,0 3 0,0-3 0,0 2 47,0-1 1,0 0 0,1 4 0,2 1-38,1-1 0,0 0 0,-4 0 15,0 1 0,0-1 1,0 0-1,0 0-41,0 0 1,0 5-1,0-1 28,0-1 0,0 2-153,0-1 0,0 4 133,0-4 1,0 4 93,0-3 0,0 3 1,0-4 83,0-1 1,0 2-15,0-1 0,1 4 172,3-4 1,-3 4-20,3-3 1,-2 3 22,-2-4 1,1 4-112,3-4 0,-3 4-186,3-4 0,-1 6 203,1-2-57,-3 2 0,5 2 83,-2 0 1,-2 6-1,2 1-38,-3 4 0,3 1 1,0 0-1,0-1-4,1 1 1,-2 0 0,3 0-1,1-1 23,-1 1 1,-2-4-1,4 0-53,1 1 1,0 2 0,1-1 301,-3-2-389,-4-3 1,2-6 0,-6-3-101,-3-4 1,1-2-1,-4-2 1,-3-1-44,0-3 0,-2 3 0,0-3 1,2 2-117,2-2 0,-3 7 1,4-3 14,-4 2 1,-1 3 0,1 1-310,-1 0 0,0 8 1,1 5-27,4 4 1,-3 2 0,7 1 0,-1 2-86,-2-1 0,5-5 0,-3 1-3149,3 2 1365,-4 1 0,3-5 948,-2-5 0,7-9 0,2-12 0,2-3 1423,2-5 0,1-3 0,2-8 0</inkml:trace>
  <inkml:trace contextRef="#ctx0" brushRef="#br1">18360 4409 6860,'-7'-8'540,"3"0"0,2 6 1,-1-4 683,-1 1-309,0 4 1,3-8 1496,-3 5 391,3-6-1717,-5 9 0,6-3-706,0 8 0,0-1 1,0 5-1,0 2-149,0 5 0,0-2 0,0 4 0,0-2-189,0 1 0,0 5 0,0-3 1,0 2-101,0 0 0,0-1 0,2 4 0,0-2 36,2-2 0,0-3 0,-4 2 0,0-1 113,0-2 0,0-2 0,0-1 694,0-1 1,0 1-341,0 0 0,0-4-38,0 0 209,0-6-325,0 4 1,4-12-167,0-2 0,5 2-301,-1-2 0,3 0 122,0-4 0,1 1 0,-1-1 155,-4 0 0,3 4 0,-5 0 64,1-1 1,-2-1-1,3-2 205,-2 0 0,-1 4-175,-4 0-857,0 0 473,0 2 0,-1 2 0,-2 8 68,-1 4 0,-4 2 1,3 2-1,0 0 181,0 0 1,-5-1 0,4 1 0,-2-1 17,0-3 0,4 2 0,-4-2 0,-1 1-80,-1-1 1,2 1 0,0-4-139,-1 2 0,-2-5 0,0 2 0,-1-2-41,0-2 0,4-4 1,0-3-1,-1-2-129,-1-4 0,-2-3 1,1 1-1,2-4 74,1 1 0,6-3 0,-4 5 0,3 2-1923,-1 1-154,0 1 1,4 7-1,0 5-1457,0 6 3770,0 10 0,5 2 0,1 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22133 9926 7965,'4'-12'0,"0"0"1087,-1 0 0,-2 1 0,-1-1 2117,0 0-2671,0 6 1,-1 0 0,-2 8-255,-1 2 1,0 2 0,4 7 0,0 2-5,0 0 1,-1 2 0,-2-1 0,-2 4 44,-2 2 0,4 3 0,-4 1 0,0 2-191,1-2 1,-2 0 0,-4 1-1,0 4-34,1-1 0,-1 0-162,0-3 1,0-2 112,0 3 0,2-3 1,1-3-1,2-2 145,2-5 0,1-6-47,4-1 1,5-5 0,3 1 119,3-3 0,0-1 1,1 0-1,0 0-163,0 0 0,1 0 0,1 0 1,2 0-36,-1 0 1,-2 0 0,-2 1 0,1 2-91,0 1 1,0 1 0,0-1-57,-1 4 1,1-3-1,-1 0 1,-2-1-748,-1 0 1,-4 0 0,3-4-1592,3 0 1,0 0 0,2 0 2417,0 0 0,-1-5 0,1-2 0</inkml:trace>
  <inkml:trace contextRef="#ctx0" brushRef="#br0">1851 4232 7763,'0'-7'738,"0"1"321,0 2 0,0 1 738,0-4-1392,0 4 0,0 11 0,0 10-138,0 6 0,-4-1 0,0 10 0,0 4-352,-1 5 1,4-1 0,-3 3 0,1 0-419,-1 2 0,3-8 1,-3-4-1,3-2-384,1-2 1,0-9 0,1-2 886,3-4 0,2-9 0,6 0 0</inkml:trace>
  <inkml:trace contextRef="#ctx0" brushRef="#br0">2004 4432 7789,'-8'12'1126,"1"1"-297,-3 3 0,5-2 1,1 5-1,2-1-586,-2 0 1,2 3-1,-2 6 1,3 0-308,1-1 1,1-5 0,2-2 0,2-2-919,2-3 0,-3-2 0,4-4-1194,1-4 2176,-4-3 0,5-12 0,-3-2 0</inkml:trace>
  <inkml:trace contextRef="#ctx0" brushRef="#br0">2040 4220 7789,'-2'-8'1207,"0"1"377,-2-3 1,-5 4-932,1-2 1,1 5 0,1 1 0,0 4-486,4 6 0,0-1 0,2 1 0,0 1-660,0 1 1,4 2 0,2 0 0,-1 0-1248,0-1 0,4 1 1739,-1 0 0,3 5 0,0 1 0</inkml:trace>
  <inkml:trace contextRef="#ctx0" brushRef="#br0">2193 4432 7784,'0'12'943,"0"0"0,-1 0 0,-2 0-259,-1-1 1,0 5 0,4 1 0,0 1-1,-1 3-188,-3 2 0,3 0 0,-3 1 0,2-1-215,2 1 1,0-6 0,0-2 133,0-3-286,0-1 0,2-7-98,2-5 0,-3-5 1,4-8-1,-1-2-144,0 0 1,5-6 0,-2 1 0,1-2-239,-1-2 1,1-3 0,4 1 0,0 2 78,0 3 0,-1 3 1,0-2-1,-2 4-106,-1 3 0,0 7 307,4 2 1,-6 5-1,-2 6 1,-3 4 324,-1 2 0,0 6 1,0-1-1,0 0 93,0-2 0,0 1 0,0-1-9,0-2 0,2-1-215,2-1 0,-2-5 0,6-5 1,1-4-19,2-6 0,1-6 0,-1-2 0,1 0-182,0-1 1,4 3 0,-1-5 0,0 2-34,-2 3 0,-1 2 1,-1 4-1,1 4-43,0 3 0,0 2 0,-2 5 56,-2 5 1,-3 2-1,-5 7 1,0 1-274,0 1 0,0-2 1,0-2-1,0 1-357,0-1 1,0-4-1,0 2 1,0-3-718,0-1 1,0-4 1443,0 0 0,-5 0 0,-1 3 0</inkml:trace>
  <inkml:trace contextRef="#ctx0" brushRef="#br0">1603 5317 7739,'0'7'497,"-1"0"1605,-3-2-1085,3 4 1,-6-7-500,3 2 0,3-4 0,-3-4 0,3-4 33,1-3 0,1 0 1,2-1-1,1-1-248,-2-3 0,5 2 1,-1-5-1,2 1-170,0 0 0,-4 3 0,4-1 0,0 3-98,-2 2 0,3-1 0,-3 1 0,0 3-151,3 4 1,-2 3-1,1 1-63,1 0 1,1 5 0,2 5 0,0 4 127,0 6 0,-4 2 1,0 1-1,1 1-94,1 0 0,2-5 0,0 1 0,0 1-119,-1 1 0,-3-4 1,0-3-1,0-5-576,-2-2 1,5-1-1,-4 2-1354,-1-1 0,1-6 2194,-3 2 0,-3-8 0,4-2 0</inkml:trace>
  <inkml:trace contextRef="#ctx0" brushRef="#br0">1686 5446 8045,'-12'5'1670,"0"1"742,0 2-2027,6-3 1,6-7-1,8-1 1,2-5 86,2-3 0,1-2 1,3-3-1,4-3-369,2-4 0,-1-1 0,0-3 1,1-1-286,-1-3 1,0 4 0,1-3 0,-1 1-795,-1 3 1,-10 5-1,2 3-1336,-1 1 1526,-6 6 1,0 11-1,-5 8 786,0 2 0,-5 7 0,-2 2 0</inkml:trace>
  <inkml:trace contextRef="#ctx0" brushRef="#br0">2099 5246 8332,'-12'0'1919,"0"0"0,4 0-1186,0 0 1,4 0 866,-4 0 0,5 0-513,-5 0 0,5 1-572,-1 3 1,3-1-379,1 5 0,1-5-19,3 5 0,1-4 0,4 3 0,-1-2-237,1-2 0,2-2 0,1 0 0,0 2 32,-1 1 1,1 0-1,0-4 1,0 0-60,0 0 1,-5-2 0,1 0 0,1-3-24,2-2 0,-1 3 1,0-4-1,-3-1 114,3-1 0,-5 2 1,0 0-1,-1-1-77,0-2 0,0-1 136,-4 1 1,0-1 356,0 0-430,0 6 0,1 0 0,2 8 43,1 2 1,4-2-1,-4 6 1,-1 1-12,3 2 1,-1-3-1,4-1 1,-2 3 123,-2 0 1,3 2-1,-3 0 1,0-1-97,0 1 1,1-4-1,-4 0 1,2 1-573,-1 2 0,-2 0 182,-1 1 0,-1-1 0,-2-2 1,-2-3-452,-2 0 0,0-3 1,-4-1-647,3 2 1,-2-3 0,3 4 1495,1 1 0,-5-5 0,5 4 0</inkml:trace>
  <inkml:trace contextRef="#ctx0" brushRef="#br0">2676 5199 7798,'6'-12'621,"-4"0"0,5 0-186,-2 1 1,-1-1-1,-3 1 1,2 2 178,1 1 0,0 4 404,-4-4 1,-2 2-187,-1-2 1,0 3-1,-5 5-267,-1 0 0,-2 0 0,0 0-362,-1 0 1,0 1-1,0 2 1,2 2-31,2 2 0,-3-4 1,4 5-1,-3 1-201,2 2 0,-2 1 0,2 0 0,-2-1-229,-2 1 0,4 1 0,0 2 0,0 2 36,2 1 1,-3-4 0,3 3 0,1-1 88,0 0 0,0 0 0,2-5 0,-1 1 111,1 0 0,3-2 0,4-2 168,4-4 1,3-3 0,0-1-1,1 0-65,0 0 1,1-5 0,2-3-1,0-2-147,0-2 1,-2 0 0,-1 1-1,-1-3 78,1-1 0,0 2 0,0-4 0,0 0-163,-1-3 1,-3 3-1,-1 1 1,-1 3-6,1 1 0,-4 1 951,0-1-624,-1 5 0,-2 3 1,0 8-68,0 4 1,0 6-1,0 2 1,-2 0-91,-1 1 1,1-3-1,-2 5 1,3-1-115,1 0 1,0-3 0,0 0 0,0 0-615,0 1 1,0-3 0,0 2 139,0-2 1,1-2-3374,3-3 3946,-2-3 0,8-5 0,-3 0 0</inkml:trace>
  <inkml:trace contextRef="#ctx0" brushRef="#br0">2900 5093 7592,'-6'0'2061,"1"0"2133,5 0-4222,0-6 76,0 5 171,0-4 219,0 5 150,0-5-64,0 3-444,0-3 0,1 5-71,3 0 1,-3-1 214,3-3 36,3 2 1,-5-3 0,6 5-17,1 0 1,-2 0-233,1 0 1,-4 0 0,2-1 20,-1-3 0,5 3 39,-3-3 0,0 2 1,1 2-17,1 0 1,-2 0-47,0 0 0,-3 0 78,4 0 1,0 0-57,4 0 1,-4 0 28,0 0 0,-4 0 80,3 0 0,-3 0 22,4 0 1,-4 0 7,4 0 1,-4 0 34,4 0-421,-6 0 1,5 0-1951,-3 0 1,-3-1 2164,3-3 0,-3 3 0,-1-4 0</inkml:trace>
  <inkml:trace contextRef="#ctx0" brushRef="#br0">3749 5163 8151,'-1'7'2045,"-3"-3"1,3-4 0,-3-4-1551,3-4 0,1-4 1,1-4-336,3-3 1,-1-9 0,3-4 0,1-5 0,-2-5-70,0-4 0,0-1 0,-2-9 0,1-2-196,-1 2 1,-1-1 0,1 0 0,1 2 143,-2 4 0,0 11 0,-2 6 0,0 4 197,0 4 1,1 6 0,3 6-127,4 5 1,-2 0-1,2 5 1,1 1-66,2 2 1,-2 1 0,1 0 0,4 0-228,-1 0 1,0 5 0,-1 3-1,1 2-24,2 2 0,-2 0 1,3 0-1,-1-1-88,0 1 0,-2 1 0,3 2 0,-3-1-291,-1-3 0,0 0 1,-2-3-1,-2 3-321,-4 1 0,1-5 0,-1 1-1414,-1 1 2320,-2-3 0,-1 9 0,0-1 0</inkml:trace>
  <inkml:trace contextRef="#ctx0" brushRef="#br0">3667 4727 7764,'-12'12'875,"4"-2"1,0-2-1,1-2 2000,0-1 1,2-3-2100,5 6 1,5-1-1,4 1 1,4-4-2,3-3 1,5 3 0,-3 0-1,2-2-502,0 0 1,-1-2 0,4 0 0,-1 0-1245,1 0 0,-6 0 0,7 0 1,-2 0-1314,1 0 1,1-4 2283,4 0 0,-3-5 0,4 2 0</inkml:trace>
  <inkml:trace contextRef="#ctx0" brushRef="#br0">4410 4515 9273,'0'-12'2697,"0"0"1,0 5 191,0-1 0,-2 5-1972,-1-1 1,-4 12 0,-5 5 0,-1 5-315,-3 7 0,2 0 0,-4 7 1,-2 2-249,-2 4 1,3 0 0,-6 5 0,1 3-743,-1 3 1,6-4 0,-2 1-1,6-3-901,4-1 0,3-8 0,0-1 0,5-7-382,1-8 1,9-7-1,3-5 1,6 0 178,2-4 0,-1-2 1491,7-4 0,-3-2 0,8-6 0</inkml:trace>
  <inkml:trace contextRef="#ctx0" brushRef="#br0">4445 4857 7726,'-8'0'3112,"0"0"0,5 0-1013,-5 0 1,6 0-1748,2 0 1,2-4-1,6-1 1,1-2-185,1-2 0,6 2 0,0 1 1,-2 1-49,-1 2 1,-1 2 0,0 1 0,1 0-144,3 0 0,-6 1 0,4 4-272,1 7 0,-1 0 0,-2 5 0,0 0-654,0 2 1,-1 0 0,1-1 0,0 0 416,0 1 0,-4-5 0,0 2-2106,1-3 2638,1-1 0,2 0 0,0-1 0</inkml:trace>
  <inkml:trace contextRef="#ctx0" brushRef="#br0">4516 5069 7726,'-12'0'5343,"6"-5"-3647,2-3 1,2-3-1,5-2-1116,5-2 1,1-1 0,11-6 0,1-3-1,2-1-476,5-3 1,-7 4-1,2-3 1,0 3-858,-1 2 1,-3 3-1,0 2 1,-2 1-6040,-3 2 6792,-6 8 0,8-9 0,-3 3 0</inkml:trace>
  <inkml:trace contextRef="#ctx0" brushRef="#br0">4917 4409 7676,'1'-7'1578,"3"3"1,-1 4 0,6 4-1,3 7 804,2 7 1,7 8-1,-3 14 1,1 5-1931,-4 9 0,-1 6 0,-9-25 0,0 1 0,-1-1 0,0 1-293,-1 0 0,-2-1 0,-5 26 0,-4-5 0,-2-6 36,-2-8 0,-1-8 1,0-5-1,-2-4-8425,1-7 8230,3-3 0,-6 2 0,5 1 0</inkml:trace>
  <inkml:trace contextRef="#ctx0" brushRef="#br0">6556 4491 7805,'0'-6'4255,"-1"1"-2942,-3 5 1,-3 0-807,-5 0 0,1 0 0,-1 1 0,0 2 0,-1 2 3,-3 1 1,2 2-1,-5 3 1,0-2-278,-4-1 0,5 0 0,-8 3 0,-2 1-49,0 0 0,0 0 1,-3-1-1,-2 0-87,-1-3 1,2 2 0,4-2 0,0 1-223,2-1 0,9 1 0,-3-5 1,6-1-511,2-2 524,0-1 0,6-5 1,3-3-1,6-2 58,4-2 0,4-4 0,2-1-83,3-1 0,-3-1 0,3-2 0,-3 3 0,-2 1 61,1 3 1,0 1-1,-1 1 461,-4 0-321,-1 5 0,-8 7 1,-2 10-1,-3 4 23,-4 6 1,-6 2 0,-1 2 0,-2 0-172,0 4 0,5-6 0,-4 4 0,2 1-418,3-3 1,2-3 0,4-2 0,4-2-470,3-3 1,4-2-1,4-4 138,9-4 0,6-3 0,6-4 1,3-3 831,3-6 0,7-8 0,1 2 0</inkml:trace>
  <inkml:trace contextRef="#ctx0" brushRef="#br0">7205 4208 8557,'-6'-6'1742,"4"-3"1,-5 3-772,2 0 0,1 5 1,3-1-190,-3 5 1,2 10 0,-2 0 0,2 4-168,-2 4 0,3 3 0,-5 3 0,1 5-292,-3 2 1,2-2-1,-2 2 1,0 2-131,1-3 0,-2 2 0,5-5 0,2 0-171,0-2 1,2-5-1,0-3 1,0-3-183,0 0 1,2-7 0,2 4 0,3-3-38,4-1 0,1-7 1,0 1-1,1-2 150,2-2 0,0 0 1,4-2-1,2-2 142,2-3 1,0-5 0,1-4 0,-1-4-105,1-2 0,0-1 0,-2-1 0,-1 0 20,-2 1 1,-5-1 0,-1 1 0,-4-1 136,0 1 0,-4 4 0,-1 4 0,-2 1 47,-2 3 0,-6 3 0,-2 1 0,-2 2-70,-2 2 0,-1 3 0,-1 4 1,-2 4-133,1 3 1,1 2 0,1 2 0,-1 4-129,-1-1 1,9 4 0,-6-2 0,3 2-210,2 2 1,2-4-1,5-1 1,0 2-200,0 1 1,1-2 0,4-3 0,7-3-266,7-3 1,-1-3-1,2 0 1,2-4-31,4-3 1,0-10 0,6-4 0,0-4 837,2-4 0,-3-7 0,-3-2 0</inkml:trace>
  <inkml:trace contextRef="#ctx0" brushRef="#br0">7877 4091 8280,'1'-11'2643,"2"2"-1803,1 1 1,5 5-426,-1 0 1,-2 1-1938,2 2 1,-5 2-307,1 1 1828,-3 4 0,4 5 0,2 0 0</inkml:trace>
  <inkml:trace contextRef="#ctx0" brushRef="#br0">7900 4126 8055,'-6'-8'2837,"2"0"1,-1 4 933,1-4-2054,0 6 0,4-5 466,0 3-698,0 3-73,0-4-1390,0 15 0,0-1 0,0 10 1,0-1-169,0 0 1,0 7 0,-2 7 0,0 2 50,-2 1 1,-5 6-1,2 2 1,-1 3-486,0 1 1,4-1 0,-2-4 0,1-6 58,2-3 1,2-11 0,1 1-215,0-5 799,0-7 1,0-11 0,0-8 0,0-3 13,0-1 1,1-1-1,2-2 1,1-6 26,-2-6 0,3 1 1,1-5-1,-1-3-189,0-4 1,0 1 0,-2-2-72,1 2 0,0-2 1,-3-2-1,2 1 0,1-1 30,-2 3 1,0 3 0,-2 3-1,0 5 88,0 2 1,0 6 0,0 4 0,0 2 294,0 1 0,0 4 1,1 1 435,3 2-797,-3 1 1,6 6 0,-5 2-75,2 3 0,5 4 1,-1 1-1,3-1 68,1 1 1,-1-4 0,1 0 0,0 0-61,0-2 1,4 5 0,-1-5 0,0 1-454,-2-3 0,-5 1 0,-1-1 1,3 0-614,0 1 0,-2-3 0,-1 3 294,-2 0 941,-1-4 0,-4 10 0,0-5 0</inkml:trace>
  <inkml:trace contextRef="#ctx0" brushRef="#br0">7747 4326 7908,'-12'12'419,"2"0"1,0-2 5740,3-2-4509,4 3 1,0-10 0,10 3-1,5-3-763,1-1 0,5 0 0,2-1 1,1-3-722,-2-4 0,5-1 0,-3 0 1,4 1-1192,1-1 0,-5 2 0,4 1 0,-3-1-1547,3 1 1,-5 3 2570,3-1 0,-7-2 0,1-1 0</inkml:trace>
  <inkml:trace contextRef="#ctx0" brushRef="#br0">8266 4032 7881,'0'-6'2457,"0"6"1,0 11-1,0 9 1,0 3-1499,0 5 1,-2 7-1,0 8 1,-3 4-1359,-2 4 1,1-1-1,-4 4 1,4-2-743,1-2 1,-3-8 0,4-8-1,1-8-612,2-5 1,1-10 1752,0 0 0,-5-7 0,-2 2 0</inkml:trace>
  <inkml:trace contextRef="#ctx0" brushRef="#br0">8124 4397 7881,'-12'0'6105,"5"0"-4523,-1 0 1,6 0 0,4 0 0,8-1-1045,9-3 0,3 1 0,1-3 0,2-1-1053,3 1 1,-6 3 0,4-1 0,1 3-2889,-3 1 3403,1 0 0,-1-6 0,-1 0 0</inkml:trace>
  <inkml:trace contextRef="#ctx0" brushRef="#br0">8690 4350 8138,'-11'12'948,"3"-4"0,1-1 128,2 3 1,2-5-1,8-1 1,6-3-456,3-1 0,7 0 0,-1-1 1,2-2-669,2-1 0,-1-4 1,1 3-1,0-1-736,-1-4 0,-3 4 0,-2-1 0,1 2 783,-1 2 0,-4-3 0,3-1 0</inkml:trace>
  <inkml:trace contextRef="#ctx0" brushRef="#br0">9256 4043 7846,'-8'4'1239,"1"0"0,3 2 0,-3-3 1,1 5-589,-1 3 1,4 2 0,-1 3 0,2 5 315,-2 5 0,3 4 0,-3 5 1,2 2-1131,2 2 0,0 2 0,-1 2 0,-2-4-667,-1-2 0,1-7 1,3-4-1,0-5 740,0-5 90,0-3 0,5-6 0,1-2 0</inkml:trace>
  <inkml:trace contextRef="#ctx0" brushRef="#br0">9445 4020 8270,'0'12'1626,"0"-1"0,0 1-586,0 0 1,0 6-1,0 5 1,0 5-487,0 6 0,0 6 1,1 8-1,2 2-784,1 0 1,0-8 0,-4 4 0,0-5-1902,0-3 1,0-11 2130,0-8 0,0-4 0,0-4 0</inkml:trace>
  <inkml:trace contextRef="#ctx0" brushRef="#br0">9315 4362 7859,'-12'11'609,"1"1"1,4-4 0,3 0 0,2 1 953,-2 2 0,4-4 0,0 0 0,6-2-1261,5-2 0,2 2 0,3-1 0,3-1-1331,3-2 1,-2-1 0,0 0-1,1 0 1029,1 0 0,2-5 0,-1-2 0</inkml:trace>
  <inkml:trace contextRef="#ctx0" brushRef="#br0">9645 4338 7859,'0'-8'680,"-1"2"1,-1-1 401,-2 1 0,-2 3 0,4-2 203,-2 0 0,-5 3 0,1 0-162,-3 4 0,3 5 1,1 6-1,-3 1-765,0 2 1,2 5 0,0-1 0,0 2-832,2 1 0,1-3 1,5-2-1,0 1-264,0-1 1,0-4 0,1 1 0,3-5 198,4-2 1,3-5 0,4-1 0,1-4 229,-2-6 0,3-4 0,-1-2 1,-2-3-21,-1-2 0,-5 4 1,0-4-1,1 2-309,2 3 1,-4 1 0,0 1 0,0 0-918,-1 0 855,-3 6 0,2 2 699,-5 8 0,0 2 0,0 6 0</inkml:trace>
  <inkml:trace contextRef="#ctx0" brushRef="#br0">9846 4385 7859,'-11'2'900,"2"0"0,3 3 234,0 2 1,1-2 0,1 6-614,-4 2 1,3 5 0,0-2 0,1-2 174,0-1 0,0 3 0,4 0 0,-1-2-102,-3-1 1,3-5-488,-3 0 0,4-5 1,2-1-43,2-4 1,5-5-1,-2-6 1,1-1-200,0-2 0,0-1 0,3 2 0,1-2-651,0-1 0,0 4 0,-2-2 0,-1 3 175,-1 1 1,0 2-1,4 0 617,0 3 0,-1 4-24,1-1 0,-5 8 1,-3 5-1,-3 6 716,-1 4 1,0 3-1,0 2-793,0 0 1,0-5 0,0 1 0,0 0-1,0-2-1490,0-2 1,-1-5 0,-2-1 1583,-1-3 0,0-4 0,4 2 0</inkml:trace>
  <inkml:trace contextRef="#ctx0" brushRef="#br0">9763 4350 8764,'-7'4'513,"-1"0"0,5 1 0,-1-1 1,3 4-117,1 2 1,0 2 0,0 1 0,0 2-585,0 0 1,0 2 0,0-2 186,0 0 0,5 6 0,2-2 0</inkml:trace>
  <inkml:trace contextRef="#ctx0" brushRef="#br0">10353 3961 7830,'-1'-7'2485,"-3"3"1,2 6-1904,-2 6 0,-1 5 0,1 12 0,0 3 0,0 8-178,1 6 1,-1 5-1,4 3 1,0 1-275,0-2 1,-2 0 0,0-3 0,-2-3 77,1-4 1,2-13-19,1-6 1,0-12 0,0-8-65,0-7 0,-2-4 1,0-5-1,-3-4-85,-2-2 1,3-2 0,-4 1 0,-1-1-182,-1 1 1,-3 3-1,-2 2 1,-2 1 205,-1 2 1,2 7 0,-2 4-1,-1 4 210,1 4 0,4 4 0,-2 8 0,3 4-47,1 2 0,5 3 1,3 1-1,3 1-145,1 0 1,7-2 0,3-3 0,6-3-541,2-3 1,3-7-1,5-2 1,2-1-738,-2 1 0,0-4 1,1 1-1,0-3 1193,-1-1 0,4 0 0,1 0 0</inkml:trace>
  <inkml:trace contextRef="#ctx0" brushRef="#br0">11379 4032 7857,'-12'0'354,"2"1"1,0 2 1433,3 0 1,0 3-1,-2-2-641,1 4 0,5 3 1,-1 4-1,2 2-640,-2 1 0,3 3 1,-5 7-1,2 3-387,0 3 0,-5 3 0,3 1 0,-2 2-274,0 2 0,5-4 0,-1 0 0,3-5-83,1-6 0,0-6 0,0-2 0,1-2-56,3-3 1,3-5 0,5-2 0,0-1 4,-1 1 0,2-4 0,2 1 0,2-3 126,1-1 1,-2-1 0,2-3 0,1-4-1231,-1-3 1,-2-1-1,2 1 1392,-1-1 0,4-5 0,-3-1 0</inkml:trace>
  <inkml:trace contextRef="#ctx0" brushRef="#br0">11650 4303 7866,'-5'12'0,"4"-5"0,-5 1 0,2 3 1903,0 3 0,1 1 0,3 3-1597,0-1 0,0 3 1,0-3-1,0 0 0,0 0-1143,0-3 1,0-1 0,1-2 836,3-4 0,-3 4 0,4-4 0</inkml:trace>
  <inkml:trace contextRef="#ctx0" brushRef="#br0">11685 3949 7866,'-5'-6'0,"-1"0"331,-1 1 1,-3 4 0,3-2 1227,1 6 1,0 3 0,6 7 0,0 2-1598,0 1 1,0 3 0,2-2-1,0 2-2815,2 2 2853,5 1 0,-2 7 0,5 1 0</inkml:trace>
  <inkml:trace contextRef="#ctx0" brushRef="#br0">11839 4315 7793,'-2'11'0,"-1"1"0,1 0 0,-3 0 1225,0-1 1,3 5 0,-2 0 0,3-2 0,1 1-511,0 0 0,0-1 1,0 1-1,0 0-581,0 0 1,0-5 0,0 1-110,0 0 122,0-6 1,0-5 0,1-9 0,2-4-377,1-3 1,5-5 0,-1 1 0,3-2-335,0-1 1,1-1 0,0 2 201,0 2 0,-2-1 0,1 5 1,-2 2-1,1 1-101,0 1 1,-5 6 495,3 2 1,-2 4-1,2 5 1,-4 5 453,-3 5 1,-1 1 0,0-3 0,0 1 148,0 2 0,0-4 0,0-5 53,0 3-652,0 0 0,2-3 0,0-5 0,3-4-48,2-6 1,-3-3 0,4-1-1,1 1-82,1-1 0,1 0 0,-2 0 0,-1 1-52,1-1 0,0 4 0,0 1 1,-1 1 133,2-1 0,-4 5 0,1-1 1,-2 6 179,-3 4 0,0 4 0,-2 1 0,0 1-318,0 3 1,0-2 0,0 4-1,0 1-630,0-1 1,0-4 0,0 2 0,0-3-2583,0-1 3360,0 0 0,0 0 0,0-1 0</inkml:trace>
  <inkml:trace contextRef="#ctx0" brushRef="#br0">12310 4303 7803,'0'12'0,"0"1"0,-1 1 1,-1 2 896,-2-2 1,0 1 0,4-1-1,-2 3-237,-2 1 1,3-2-1,-3 2 1,3-1-2050,1-2 0,0-6-2238,0-1 3627,0-6 0,0 4 0,0-6 0</inkml:trace>
  <inkml:trace contextRef="#ctx0" brushRef="#br0">12393 3902 7839,'0'-12'1111,"0"0"0,0 5 3984,0-1-5121,0 5 0,4 3 1,0 9-1,0 4-2433,1 3 0,-2 4 2459,5-5 0,-1 6 0,5-2 0</inkml:trace>
  <inkml:trace contextRef="#ctx0" brushRef="#br0">12593 3902 8359,'-10'12'0,"1"1"859,1 3 1,5 3-1,-2 9 1,1 4-102,0 6 0,-1 2 0,2 7 0,-2 5-573,-1 5 0,2 2 1,-3-3-1,1-4-692,-1-5 1,4-9 0,-1-4 0,3-9-1717,1-8 0,-1-10 2223,-3-7 0,3-11 0,-5-7 0</inkml:trace>
  <inkml:trace contextRef="#ctx0" brushRef="#br0">12369 4267 7839,'-11'0'4079,"3"2"-3079,0 2 1,7-2 0,1 5 0,6-2-174,5-2 0,6-1 0,2 1 0,4 1-1222,0-2 0,1 0 0,-1-2 0,1 0-4974,-1 0 5369,-4 0 0,8 0 0,-2 0 0</inkml:trace>
  <inkml:trace contextRef="#ctx0" brushRef="#br0">12876 4444 15362,'-6'-8'4560,"2"0"-4560,3 6 0,1-9 0,0 5 0</inkml:trace>
  <inkml:trace contextRef="#ctx0" brushRef="#br0">13902 4055 7910,'12'-5'431,"-4"0"1,0-4 0,0 1 364,-2-1 0,1 2 1,-5-1-1,2-1 625,-1-2 1,-2 4-1,-1-1-194,0-1 1,-1 3 0,-3 2-581,-4 3 1,-6 2 0,-3 3 0,-2 6-292,-2 4 0,-1 4 0,-1 6-284,-1-1 0,-3 6 1,-1 3-1,2 3 0,1 3-467,1 1 0,2 7 1,2 0-1,5 4-790,2 0 0,6-3 0,4-4 0,6-2-68,5-1 0,8-12 0,3-3 0,5-8-158,3-7 1,0-6 1410,4 0 0,0-8 0,5-3 0</inkml:trace>
  <inkml:trace contextRef="#ctx0" brushRef="#br0">14115 4256 8102,'-6'6'704,"-1"-2"0,-4 3 0,-1 0 0,0 4 254,1 1 1,-1 1 0,0 3-1,0 3-755,1 3 0,0 6 0,3-1 1,4 0-398,3-2 0,1-2 0,1-1 1,3-2-178,4-4 1,2-7-1,4-2 1,1-4 29,5-4 1,-2-5 0,1-10-1,-1-4-104,0-2 1,-7-2 0,1 1 729,-2-1 1,-1 2 0,-1 1-1,-4 1-379,-3-1 0,-1 8 0,-1 3 1,-3 3-1647,-4 5 1740,3 6 0,-11 7 0,3 8 0</inkml:trace>
  <inkml:trace contextRef="#ctx0" brushRef="#br0">14256 4385 7932,'0'-12'1481,"1"5"676,3-1 1,-2 6-1409,2 2 0,-3 10 0,-1 7 0,0 1-427,0 3 0,0 1 0,0 2 0,0-1-174,0 1 1,0-4 0,0-2 0,0-1-6,0-3 1,-4-1 243,0-1 1,0-7-449,4-5 0,5-10 0,3-10 0,3-2 0,1-1-96,-1-1 1,1 0 0,0 2-144,0 2 1,-1-1-1,1 4 1,0 2 0,-1 0-188,-4 5 0,4 6 1,-5 3 419,1 7 1,-2 3 0,-5 11 0,0 1-6,0 1 1,0 2 0,0-1 0,0 1-567,0 0 1,2-6-1,0-2 1,2-3-2905,-1-2 3542,3 1 0,1-5 0,5-2 0</inkml:trace>
  <inkml:trace contextRef="#ctx0" brushRef="#br0">14763 4220 7932,'0'-12'2594,"0"6"1,-5 1-1,-2 6-2134,1 3 1,-5 0 0,5 6-1,-2 3-186,0 1 1,0 0 0,-2 0 0,1 2-434,1-2 0,4 3 0,-3-1 1,2 0-546,2 1 0,2-4 0,1 3 181,0-3 0,0 3 0,0-1 0,0 1 0,1 0 468,3-1 0,-2 2 1,2-2 138,-3 1 1,-1-1 0,0-3-1,-1-1-40,-3-4 1,1 0-1,-5-4 1,-1 1-918,-2-2 1,0-1 0,-1-1-2043,0 0 2915,0 0 0,6-5 0,1-1 0</inkml:trace>
  <inkml:trace contextRef="#ctx0" brushRef="#br0">14928 4362 8172,'-8'13'0,"1"1"655,-3 2 0,4 1 1,-1-3-1,1 3-55,-1 2 1,3 0 0,-2 4 0,0-1-773,4 1 1,1-7-1,-1 4 1,0-6-1316,-2-2 1,1-3 1486,7-5 0,-3-10 0,5-13 0</inkml:trace>
  <inkml:trace contextRef="#ctx0" brushRef="#br0">14952 4079 11824,'0'12'-477,"0"-1"1,0 2-1,1 2 477,3 1 0,3 5 0,4-3 0</inkml:trace>
  <inkml:trace contextRef="#ctx0" brushRef="#br0">15329 3996 9655,'-6'7'1897,"0"5"0,2 6 0,1 6-132,0 3 1,-2 8 0,-1 10-1497,0 5 0,2 1 1,-3 2-1,1-4 0,1-2-219,-1-2 1,2-11-1,4-4 1,0-8-1152,0-6 987,0-8 1,0-16-1,0-9 78,0-3 0,-3-1 0,-1-1 0,1 1-128,2 1 0,-3 1 0,0-4 1,0 2-105,-1 2 0,2 7 1,-5-2 174,-1-1 1,-2 6-1,0 5 1,-1 4 257,0 4 1,0 8 0,1 7 23,-1 4 1,4 2 0,1 1 0,2 1 0,2 1 64,2 1 0,1-3 0,0 3 0,1-3-20,3-4 1,3-9 0,5 0 0,0-1 37,-1-3 1,2-5 0,2 0 0,2-3-122,1-1 1,-2-5 0,2-3-1,1-2-250,-1-2 1,2-4-1,2-1 1,-1-1-195,-1-3 1,-6-3-1,2 0 1,-3-3 172,-1 1 1,-5 4 0,0-4 0,-2 3 197,-2 4 0,-2 3 1,-1-2-156,0 1 1,-1 6 0,-3 7 99,-4 3 0,-1 6 1,0 4-1,2 4 0,1 3-340,-1-1 1,4 2 0,-2 0 0,1 1 6,0 3 0,0-3 0,4 2 1,0 1 187,0 1 1,2-2-1,2-2 1,3 0 375,4 1 0,-2-9 0,2 1 1,2-5 511,0-3 1,0-2 0,-1-3-1,1-6-544,3-8 0,-3-5 0,2-4 0,-2-2-208,-1-5 1,0 2-1,0-1 1,0-1 15,-1 2 1,1 1 0,-1 7 0,-2 2-244,-1 5 1,0 3 0,3 4-472,1 4 0,0 3 1,0 2-1,0 3-876,-1 4 0,8 1 0,3-1 1560,4-4 0,12 2 0,-1 1 0</inkml:trace>
  <inkml:trace contextRef="#ctx0" brushRef="#br0">16850 3843 8298,'0'-12'860,"0"4"0,-1 2 0,-2 2-383,0 5 1,-5 7 0,2 12 0,0 9-191,-3 7 0,-3 7 1,-3 8-1,0 7-246,8-25 1,-1 0-1,-1 0 1,0 2-1,0 3 1,0 0-1,-1-1 1,0-1-414,0-1 1,0-1 0,-4 24-1,-2-4 1,4-10-1295,5-8 0,1-11 445,6-10 0,0-8 1221,0-7 0,0-11 0,0-7 0</inkml:trace>
  <inkml:trace contextRef="#ctx0" brushRef="#br0">16485 4350 7804,'-12'0'1039,"0"0"0,0 4 852,1 0 1,5 4 0,6-4-985,7-2 1,9-2 0,5-4 0,4-4-382,2-2 0,6-2 0,-2 0 0,3 1-320,2-1 1,0 0 0,2 0 0,3 0-2584,1 1 1,-3 1 0,3 0-1,1-3 2377,3 0 0,-6-6 0,5 1 0</inkml:trace>
  <inkml:trace contextRef="#ctx0" brushRef="#br0">17145 3961 7804,'-18'1'0,"1"2"1117,0 1 0,8 1 1,-3-1-225,1 4 1,6 2-1,1 2 1,3 1 104,1 3 1,-1 4-1,-2 6 1,-1 4-507,1 4 0,1-1 0,-2 6 0,-4-1-397,-3 1 0,4-2 0,-1 2 1,0-3-306,1-5 0,-2-6 0,5-7 164,2-1 1,2-6 0,4-9 0,3-4-294,4-6 0,1-4 1,-1-4-1,1-3 165,0-4 1,1 0 0,2-1 0,0 1 15,0-1 0,-1 1 1,1 0-1,0 2 77,0 2 0,-6 8 0,-1-1 1,1 3-249,1 3 0,-2 0 0,-1 8 1,-2 2 110,-2 4 0,-1 9 1,1 5-1,1 4 197,-2 0 1,4-1 0,-1-3 0,1-1 98,4-1 0,1-7 1,4-1-1,2-7 19,1-4 0,2-2 0,3-4 0,1-7 210,0-6 1,-1-6 0,-1-2-1,-2-3-239,-4-1 0,-4 4 0,-5 0 0,-3 5 11,-2 5 1,-2 3 0,-2 2-38,-2 4 0,-2 1 1,-6 8-1,-1 3 122,-3 7 1,2 2-1,-4 8 1,-1 3-106,1 0 1,3 1-1,1 0 1,4 3-697,2 1 1,5-7-1,-1 0 1,4 0-348,4-1 0,3-3 1,6-2-1,2-2 276,5-5 0,2-2 1,3 1 707,3-1 0,-3 0 0,4 4 0</inkml:trace>
  <inkml:trace contextRef="#ctx0" brushRef="#br0">18831 4102 6338,'-17'0'0,"4"-4"0,-2 0 0,0 2 1239,-1 1 0,-2 1 1,-4 1-1,1 3-572,1 4 0,1 7 0,-4 4 0,2 2-420,2 2 0,3 3 1,-1 10-1,2-1-395,5 1 0,6-1 1,0-1-1,4-3-109,4-3 0,4-12 0,6-6 0,3-3 35,2-5 1,0-2 0,4-4-1,-2-5 99,-2-5 1,1-5 0,2-4-1,-1-2-19,-1-3 1,-6 4 0,2-4 0,-3 3-555,-1 2 0,-4 3 0,-2 2 0,0 1-416,-4 2 1,-1 6 1111,-1 1 0,-5 6 0,-1-4 0</inkml:trace>
  <inkml:trace contextRef="#ctx0" brushRef="#br0">18973 4185 7804,'0'12'532,"-1"-4"1,-3-1 186,-4 3 0,3-4 1,-1 1-1,2-1-211,0 1 0,-1 1 0,3 3 0,-2 1-109,1 0 0,-2 4 0,1 1 1,1 0-347,2 0 0,1 2 0,0-3 0,0 0-114,0 1 0,4-8 0,1 2 1,2-5-9,2-3 1,5-2-1,3-2 1,2-3 10,2-4 1,-3-8-1,2-3 1,1-4-70,1 0 0,-2-6 0,-2 0 0,0 0 37,1 2 1,-5 4 0,2-3-1,-5 4 71,-3 2 0,2 6-23,-7-2 0,-4 11 1,-7 8-123,-2 7 1,-2 10-1,0-1 1,0 4 48,1 0 1,3 1-1,0-1 1,0 1-381,1 0 1,1-1 0,3 1-1,-1-1-166,2 1 0,0-6 0,2-2 1,0-3-240,0-1 1,0 0 899,0-1 0,6 1 0,0 0 0</inkml:trace>
  <inkml:trace contextRef="#ctx0" brushRef="#br0">19374 4267 7640,'12'-5'1461,"-6"3"-1452,-2-6-94,-3 5 1,-1-3 837,0 2-208,0 2 1,0-4 172,0 2 0,0 1-257,0-5 0,-1 4-320,-3-3-824,3 4-799,-4-2 823,5 5 1,0 1 514,0 3 0,-4-1 0,0 4 187,1 3 1,2 0 232,1 2 1,0 0 102,0-1 0,0 1 653,0 0-64,0-5 0,1-4 0,2-6-466,1-5 1,1-4-1,-1-4 1,4-5-314,2-5 1,2-2 0,0-6 0,0-4-303,-1-2 0,3-9 1,0-4-1,3-4 160,1-2 1,-2 11 0,2-6 0,-1 3-523,-2 3 0,-2 12 0,-1 6 413,0 3 0,-6 6 1,-1 6 651,1 6 0,-6 5-401,0 8 0,0 3 0,-6 6 0,1 4-164,-3 6 0,2 4 1,-2 5-1,-1 5 214,-2 4 0,-1-3 0,1 11 0,-1 2-88,0 2 1,4-2-1,0 1 1,-1-1-176,-1-1 1,-2-4 0,1 3 0,2-8-105,1-5 1,4-14 0,-2-2 0,-1-6-477,1-2-1090,3-6 0,-2-2 828,5-8 0,0-2 1,0-6-1,0-1 54,0-3 1,1 2-1,2-6 1,2-2 194,2-4 1,-4 0 0,4-3 616,-2 4 0,4-7 0,-2 8 0</inkml:trace>
  <inkml:trace contextRef="#ctx0" brushRef="#br0">19362 3973 7820,'-5'11'1476,"4"-3"0,-3 0-343,2 1 0,4-3 1,2-2-1,5-3-674,5-1 1,4 0 0,7 0 0,3 0-731,3 0 0,-1 0 0,1 0 0,-1 0-1151,0 0 1,-4 0 0,2 0 1421,-4 0 0,0 0 0,0 0 0</inkml:trace>
  <inkml:trace contextRef="#ctx0" brushRef="#br0">19857 4126 7804,'-6'17'-715,"-5"-7"0,3 5 1776,-2-1 1,-2 5 0,0-1 0,2 3 0,1 5-74,1 3 1,4-2 0,-3 5 0,1 1-637,-1 1 0,5-7 0,-2-2 1,2-1 259,2-3 1,0-10-105,0 1 1,0-9 0,0-3 0,0-8-158,0-7 1,2-4-1,2-7 1,2-3-405,1-1 0,3-2 0,-2-3 1,3-2-922,0-2 0,1 2 1,1-2 519,3 2 1,-3-1 0,4 3 0,-1 5 0,0 4 33,-2 2 1,-1 10-1,-1 3 1,0 5 405,-1 3 1,0 7 0,-2 5 0,-2 5 9,-2 6 1,3 6-1,-3 3 1,0 1 227,0 3 1,-1-3-1,-4 0 1,0-1 143,0-3 1,0-2-1,-1-3 1,-3-3-410,-4-1 0,-2-1 1,-2-4-1,-1-2-707,-3-2 1,3-3 0,-3-5 0,3 0-1629,2 0 0,0-1 2376,3-3 0,-2-8 0,3-6 0</inkml:trace>
  <inkml:trace contextRef="#ctx0" brushRef="#br0">20199 4161 9144,'-11'12'1646,"3"-4"1,1 0-763,2 1 1,-4-1 0,1 4-497,-3 5 0,3 0 1,2 1-1,-1 0-350,1 1 0,3-5 0,-1 2 1,3-3-138,1-1 0,5-2 1,4-2-26,6-4 1,-2-5 0,4-6-1,0-6-176,3-4 0,-2 1 1,2-3-1,-1-2-31,0-2 1,2 0 0,-6-1 0,0 2 31,-2 2 1,-1 3 0,-2 6 128,-2-1 0,-3 6 1,-6 8 338,-3 8 0,-3 7 0,-4 7 1,-1-1 169,0 1 0,0 0 1,2-1-1,2 1-1714,4-1 0,3-3 508,1 0 0,5-11 0,4-3 0,4-8-40,3-10 0,5-12 907,-1-11 0,2-6 0,1-6 0</inkml:trace>
  <inkml:trace contextRef="#ctx0" brushRef="#br0">20718 3772 7804,'-12'0'639,"2"3"0,-1 5 321,0 7 1,1 9 0,-5 7 0,0 10-529,0 8 0,0 2 0,-3 6 0,-1 5-207,1 2 0,4-8 0,-1-5 0,6-10-1209,5-10 1,3-16 80,1 1 1,0-14 0,0-4 0,0-12-201,0-6 0,-4-3 0,0-7 1103,1 1 0,-3-9 0,-1 2 0</inkml:trace>
  <inkml:trace contextRef="#ctx0" brushRef="#br0">20471 4043 7804,'0'12'770,"0"0"1,0-4-1,1-2-86,3 0 0,4-1 0,7-3 1,5 2-483,2-1 1,3-2-1,3-1 1,3 0-761,3 0 0,3 0 0,0 0 0,-1-1-289,-2-3 0,-6 3 0,-1-4 0,-2 1 342,-1 0 1,-5-4 0,-1 3 0,-4-1 504,-4 1 0,-6 0 138,0 1 0,-8 3 1,-4-3-1,-2 2 814,-2 2 1,-4 2-1,1 0 1,-1 4-277,-1 0 0,3 3 0,-5 6-286,2 0 1,1 5 0,5-3-1,-1 1 1,0 3 35,0 2 0,4-4 0,2 1 0,-1 0-102,1-2 1,-2 4 0,-3-3 0,2-1-287,1-2 1,2-3-1,-3-3 1,1-2-594,-1-4 1,2-1 0,-1-1-725,-1 2 0,3-1 0,-1-7 0,2-4 1,2-3 1278,2 0 0,1-6 0,0-2 0</inkml:trace>
  <inkml:trace contextRef="#ctx0" brushRef="#br0">21532 4197 7804,'-25'-6'729,"0"0"1,-1-1-35,0 3 0,2 3 0,-6 1 0,1 1-213,3 3 0,1 3 0,3 5 0,2 1-363,4 2 0,5 0 0,3 3 0,4 1-400,2-1 0,4-4 0,3 2 0,5-4-19,5-4 1,6-3 0,-2-5 0,4-1 3,0-3 1,1-3 0,-2-5-1,-1-1-30,-1-2 1,-4 1 0,2-1-1,0 2-226,1 1 1,-4 0 0,4 0 0,-2 0 551,-3 1 0,4-1 0,1 0 0</inkml:trace>
  <inkml:trace contextRef="#ctx0" brushRef="#br0">21720 4421 7804,'0'-8'359,"0"0"276,0-1 0,4-3 1,2-2-1,0-5-208,3-3 0,7-6 1,4-11-1,2-5 20,2-6 0,-5 4 0,0-4 1,-2-1-483,-3-1 1,-2-3 0,-3-2-1,-1 4-76,1 2 1,-4 13-1,-1-3 1,-2 4-176,-2 5 1,0 13 0,1 5-20,3 6 1,-2 5 104,6 7 0,0 4 0,4 7 1,1 2 244,3 1 0,2-1 0,6 5 0,-1 4-119,1 3 1,-1-1 0,1 2 0,-2-1-277,-2-3 1,-3-5-1,-7-3 1,-2 1-221,-4-1 1,-4-9-1,-4-1 570,-4-5 0,-13-3 0,-3 0 0</inkml:trace>
  <inkml:trace contextRef="#ctx0" brushRef="#br0">21579 3973 8629,'-5'0'1747,"5"0"1,12 0 0,11 0 0,10-2-1518,9-2 0,4 3 1,13-3-1,5 3-123,-30 1 1,0 0-108,31 0 0,-30 0 0,0 0 0,30 0 0</inkml:trace>
  <inkml:trace contextRef="#ctx0" brushRef="#br0">22829 4373 8032,'-1'7'881,"-3"-3"1,2-8 0,0-5-1,4-7-56,6-7 1,3-6 0,2-7-669,3 1 0,1-8 0,2-2 0,-3 1 0,-2-3-312,2-3 0,-3 0 1,3-2-1,-3 2 103,-1 4 0,-4 11 1,-2 1-1,-1 5-1333,-2 7 1345,-2 8 0,1 10 0,0 10-9,2 6 0,5-1 0,-1 6 1,3-1-26,1 0 0,1 3 0,1-3 0,3 0-140,1 1 0,-2 0 1,3 3-1,-2-5-449,-3-2 1,-1-1 0,-2 0-1,-2 0-195,-1 0 1,-6-5 857,2 1 0,-13 0 0,-4 4 0</inkml:trace>
  <inkml:trace contextRef="#ctx0" brushRef="#br0">22723 4067 7804,'-12'12'0,"0"-4"818,0-1 1,7 0-1,5 1 375,7-4 0,10 1 0,5-1 1,6-1-1256,2-2 0,1-1 0,5 0 0,-1 0-837,0 0 1,1 0-1,-1-1 899,0-3 0,6-3 0,1-5 0</inkml:trace>
  <inkml:trace contextRef="#ctx0" brushRef="#br0">23395 3855 8030,'0'-12'1417,"0"5"0,-5 7 0,-2 10 0,-2 4-1045,-3 6 0,2 3 0,-10 5 1,-1 3-187,-1 3 0,-2 3 0,1 1 0,-1 3-410,0 0 0,1-3 0,1-1 0,2-5-668,4-5 0,4-6 0,5 3-38,3-7 1,4-6 0,4-3 0,5-4 0,5-3 929,6-1 0,2-10 0,2-3 0</inkml:trace>
  <inkml:trace contextRef="#ctx0" brushRef="#br0">23419 4055 7804,'-11'5'915,"3"3"0,3-1 0,5 1 0,0 1-316,0 1 1,5 3 0,3 2 0,3 1-665,0-2 1,2 3 0,2-1 0,1-1-810,-2 2 0,-1-3 0,-1 1-534,0-2 1,-6-1 296,-2 0 1111,-8-5 0,-8-2 0,-6-5 0</inkml:trace>
  <inkml:trace contextRef="#ctx0" brushRef="#br0">23336 4267 6956,'-5'-6'2228,"3"-1"0,-1 3-1155,1-3 0,7 0 0,3-1 0,4-1-887,4-2 0,2 0 0,6 0 0,1 2-1048,2 1 0,-2 0 0,3-2 1,-2 1-1317,1 1 1,-6 0 2177,3-4 0,-8-5 0,1-1 0</inkml:trace>
  <inkml:trace contextRef="#ctx0" brushRef="#br0">23737 3831 7804,'0'-8'841,"1"2"835,3 1 0,-3 7 0,3 10 0,-2 8-457,-2 6 0,0 7 0,0 10 1,0 9-933,0 8 1,-2 3 0,1-29 0,-2-1-1,0 1 1,-1-1-1025,-7 31 0,-1-9 0,1 0 0,-1-9-491,0-12 1,-1-8 0,-2-6 1227,0-4 0,-6-9 0,2-1 0</inkml:trace>
  <inkml:trace contextRef="#ctx0" brushRef="#br0">6874 5246 7804,'-1'-8'2023,"-3"0"0,-2 0-678,-6-4 0,0 5 0,0 0-794,0 2 0,5 1 0,-1 5 0,-3 3-299,-3 4 0,1 4 1,-4 2-1,0 5-154,-3 3 1,3 0 0,0 9 0,1 2-135,0 1 0,5 2 1,4-4-1,2-1-256,2-4 0,3-10 0,5 3 0,6-7 48,3-5 0,7-4 0,-1-10 1,2-7 232,2-9 1,1-3 0,0-5 0,0 0 214,-3 0 0,-6 2 1,-1-2-38,-2 1 0,-2 3 1,-3 5-1,-4 3-26,-3 1 0,-2 8-278,-3 9 0,-2 6 0,-3 9 0,1 3 36,-1 4 0,3 0 1,-2 10-1,0 1-472,1 1 1,-2-3-1,5-1 1,2-1-451,0-3 1,4-1-1,2-3 1,5-2-423,5-4 0,1-8 1445,4-4 0,6-8 0,5-3 0</inkml:trace>
  <inkml:trace contextRef="#ctx0" brushRef="#br0">7205 5281 7908,'0'-18'400,"0"2"1,0 2 1328,0-2 1,0 7 0,0-3-295,0 2 0,-2 4-625,-2 2 1,-1 10-1,-3 4 1,4 5-785,3-1 0,1 4 0,0 2 1,0 2-64,0 2 0,0-1 0,0 1 0,0 1 277,0 2 0,0-2 1,1 3-1,2-3-11,1-2 0,0-3 0,-4-1 0,0 1-139,0-2 1,-2 1 0,-2-5 0,-5 2-539,-5-2 1,-1-5 0,-3-2 0,0-2-1021,-1-2 1,0-2-1,-3-2 1,2-3-2449,4-4 3916,3-2 0,1-2 0,0 0 0</inkml:trace>
  <inkml:trace contextRef="#ctx0" brushRef="#br0">8278 5458 7860,'-12'13'474,"0"3"487,0 3 1,4-7-1,2-3 928,1-2 1,1-7-914,4 0 0,0-5 0,0-7 1,0 0-410,0 0 0,5-5 0,3-2 0,2-4-213,2 0 0,0-2 0,1-1 1,1-2-408,2 2 1,1 1 0,-3 2 0,4-1-176,0 0 0,-2 5 1,2 2-1,-1 2-242,-3 5 0,1 6 1,-1 0-1,1 5 22,-5 7 1,2 5 0,-4 12 0,2 4 238,2 6 0,-4 2 1,0 6-1,1 2-12,1 1 1,2-3-1,-1-1 1,-2-2-1,-1-2 0,0-6 0,3-6 0,1-5-682,0-5 0,0-5-238,0-3 1,-2-4 0,-2-8-1881,-4-4 3021,-3-2 0,4-7 0,2-1 0</inkml:trace>
  <inkml:trace contextRef="#ctx0" brushRef="#br0">8372 5741 7893,'-12'0'2084,"6"-1"0,2-3-861,2-4 0,9-9 0,6-7 1,11-9-850,10-8 1,9-9 0,-16 19-1,1 0 1,3-1 0,1 0-555,2-1 0,0 1 1,-2 4-1,-1 2 1,-1 0-1,-1-1 1,-1 3-1,-1 0-1662,21-21 0,-12 15 1842,-5 3 0,-15 10 0,-6 0 0</inkml:trace>
  <inkml:trace contextRef="#ctx0" brushRef="#br0">9928 5328 7845,'0'-11'548,"0"-1"1,0 0 0,0 0 0,0 0 1148,0 1 0,0 3 0,-1 0-847,-3-1 0,-1-2 0,-4 1 0,1 1-408,-1 1 1,-2 5 0,0-1 0,-3 3-365,-1 1 1,0 5 0,-4 4 0,-2 4-253,-2 3 1,0 6 0,-1 1 0,1 4-112,-1 3 1,6 0-1,2 3 1,4-3-136,4-1 0,3-1 0,5-6 0,1-2 134,3-5 1,8-3-1,8-4 1,3-6 327,5-4 1,2-6 0,5-8 0,1-3 240,-1-4 1,-3-2-1,-2-1 1,-1-1-113,-3 1 1,-5 1 0,-4 2 0,-3 4 162,-3 3 1,-7 3-234,-1 1 1,-6 7 0,-7 5 0,-3 8-181,-2 6 1,-1 5 0,4 4 0,-1 2-218,-3 3 1,3-2 0,-1 4 0,3 0-179,3 0 1,2-2-1,-3 2 1,2-1-1000,2-3 0,1-1 1,4-3 1472,0-2 0,5-3 0,2-6 0</inkml:trace>
  <inkml:trace contextRef="#ctx0" brushRef="#br0">10082 5458 8020,'-11'17'0,"2"3"415,1 2 1,0 3 0,-2 2-1,1 5 500,1 2 0,4 6 1,-3 1-1,2 0-440,3-2 1,0-6 0,2 2 0,0-7 1190,0-7-1357,0-4 0,0-12 0,0-5 0,0-8 308,0-6 0,0-2 0,2-8 0,1-5-717,5-3 0,-1-9 1,1-1-1,1-2-389,1-4 0,2 3 0,0-8 0,0 3 17,0 5 0,-1 4 0,2-1 0,2 1 214,1 3 0,-1 12 1,-3 8-1,0 7 339,0 8 0,-4 3 0,-2 3 1,-1 7-7,-2 4 1,2 6 0,-1 6-1,-1 1 122,-2 0 1,3-3 0,0 0 0,-1 1-119,-2 2 1,-1-6 0,-1 2-1,-3-4 257,-4 0 1,-3-4 0,-1 4-1,1-2-658,-1-3 1,-1-5-1,-2-2 1,-2-2-1372,-1-2 1,4-2 0,-2-2-1851,3-3 3543,6-3 0,2-5 0,5 1 0</inkml:trace>
  <inkml:trace contextRef="#ctx0" brushRef="#br0">10365 5423 7852,'-2'19'762,"-1"1"1,0 0 0,-4 4 0,2 4-34,2 3 0,2 1 1,0 1-1,-2 2-11,-1 2 1,0-2 0,4 6-1,0-3-16,0-4 0,0-11 0,-1-1-100,-3-3 1,3-10 42,-3-9 1,3-10 0,1-11 0,0-6-552,0-4 1,0-4-1,0-5 1,0-3-655,0-3 0,4 3 0,1 1 1,0-1 371,0-3 1,4 4-1,-2-5 1,1 2-603,0 5 1,0 8 0,3 0 0,1 4 569,0 6 0,0 11 0,0 4 0,-1 5 26,1 6 1,-4 3 0,0 6-1,1 2 89,1 5 0,-3 6 0,-2 3 0,-1 0 230,0 0 1,0 0 0,-4-3-1,-1 3 292,-3 1 1,-3-4-1,-5 1 1,1-2-246,-1-1 0,0-4 1,0-2-1,1-2-1312,-1-6 1,4 1 0,0-8 417,-1 0 0,2-3 1,1-4 721,0-4 0,3-2 0,3-2 0</inkml:trace>
  <inkml:trace contextRef="#ctx0" brushRef="#br0">10636 5576 8245,'-7'5'1451,"1"-4"0,3 5 521,-1-1 1,-1-4-1613,1 3 1,3-8 0,-3-5 0,3-5 67,1-6 0,4 0 1,1-2-1,0-3-398,0 0 1,4 0-1,-1 3 1,3 1 41,1 2 1,-5 4 0,1-1-1,1 5-1209,2 3 1,1 3 0,0 5-1,-1 1 1137,1 3 0,0 8 0,0 6 0</inkml:trace>
  <inkml:trace contextRef="#ctx0" brushRef="#br0">11072 5375 7856,'-13'0'223,"-1"0"0,-2 0 622,2 0 0,1 0 0,1 0 1,0 0-29,0 0 0,4 4 1,0 2-1,-1 0-583,-1 3 1,2 3 0,1 4 0,2 4-247,3 2 0,0-3 0,2 1 0,0 1-28,0 1 0,2-3 0,0-4 0,3-3-136,2-4 0,1-3 0,4-5 0,-1-1 63,1-3 0,0-4 0,0-8 0,0-2 226,-1 0 0,-3-4 0,0 2 1,0-1-142,-2 1 0,4-1 0,-5 6 1,0 0-1087,0 2 0,-1 1 1,-4 0-1769,0 1 2882,0 4 0,0 7 0,0 7 0</inkml:trace>
  <inkml:trace contextRef="#ctx0" brushRef="#br0">11367 5399 7856,'0'-13'858,"0"-3"0,0 6 0,0-5 2632,0 1 1,0 0-2673,0 2 0,-5 5 1,-3 5-356,-2 4 1,-4 5 0,0 6 0,-2 3-697,2 3 1,-1 3-1,2 2 1,0 0-158,3-1 0,1 1 0,-2-2 0,3-1-60,4-1 0,3-6 1,1 2-20,0-3 1,5-7 0,3-3 0,3-6 471,0-4 1,2-5 0,2-3 0,1-2 65,-2-1 0,0-2 0,1-2 0,1 1-135,-2 2 1,-1 4 0,-2-1 0,-2 3-126,-1 1-62,-6 1 0,3 5 0,-5 6 0,-1 8-75,-3 7 1,2 0-1,-5 6 1,1 3-119,-1 1 0,3-2 0,-3 6 1,2-1-88,3-2 1,0-4-1,2 6 533,0-3 0,6-2 0,0 1 0</inkml:trace>
  <inkml:trace contextRef="#ctx0" brushRef="#br0">11756 5434 7856,'-1'-10'2633,"-2"1"-332,-1 1 0,-5 4-1293,1-4 0,2 6 0,-2-1 0,-1 4-660,-2 3 1,-1 9 0,1 0 0,-2 4-372,-3 4 1,3 3 0,-4 2-1,1 3-684,0 1 0,4-2 0,6 3 0,1 0-954,2 0 0,3-7 0,4-5 1,5-4 1660,6-4 0,3-4 0,6-7 0</inkml:trace>
  <inkml:trace contextRef="#ctx0" brushRef="#br0">11898 5152 8395,'0'-8'887,"0"0"2629,0-1-2490,0 3 1,0 2-1,0 10 1,0 5-341,0 8 0,0 4 1,0 5-1,0 5-333,0 5 0,0 1 1,0 7-1,-2 4-142,-2 2 0,-2-2 0,-6-2 0,0-5-356,1-3 1,3-13-1,1 1 1,2-10-1289,2-5 0,2-9 859,1-8 0,1-4 1,3-11 251,4-2 1,3-2 0,0 0 0,1-1 0,0 1 153,0-1 1,0 1 0,-1 0 0,1 2 27,0 2 0,0 4 0,-1 0 141,1 1 1,-4 8-1,-1 3 1,-2 6 184,-2 5 0,-2 6 1,-1 3-1,0 3 115,0 5 1,0-2-1,0 5 1,0-2-278,0 2 0,-4-4 0,0 3 0,1-5-653,2-3 0,1-4 0,1-1-304,3-5 0,3-3 0,5-8 1,-1-3 185,1-7 0,1-5 0,2-6 1,0-2 440,0-3 1,-2 4-1,0-4 1,2 3 294,0 2 0,1-2 1,-6 0-1,0 0 111,-3 3 1,-3 6-1,3 0 1,-1 3 1774,1 1 1,-4 4 2044,1 1-2552,-3 4 1,-2-2-599,-3 5 1,1 0-380,-5 0 1,4 0 0,-2 1-389,0 3 0,1-3 1,3 4-1,-4 1 322,0 2 0,2-1-937,-4 5 0,0 1 1,-2 7-1,1-4 0,2-2 421,2 2 0,-3-3 0,3 4 0,-1-1 333,1-1 0,0 2 0,2-2 0,-1 1-97,2-2 0,0-1 1,2-1-1,2-2-103,2-2 1,2 1 0,6-3-172,0 0 0,0-3 1,-1 1-1,1-3-243,0-1 0,0-4 1,0 0-1,-2 0 104,-2-1 1,2 4 0,-2-3 367,3 2 0,0-3 0,1-1 0</inkml:trace>
  <inkml:trace contextRef="#ctx0" brushRef="#br0">12617 5305 8438,'-17'-5'577,"7"2"1,-5-4-1,1 2-336,1 2 0,2 2 0,1 1 0,-3 0 879,-1 0 0,0 4 0,0 1 0,-2 2-763,1 2 1,2 3 0,2 2-1,-1 3-335,0 2 0,4-4 0,2 4 0,0 0 80,4 4 1,2-6 0,4 6 0,4-1 4,2 1 0,3-4 0,2 0 0,0-1 151,0 0 1,-2-6 0,-1 3-274,-1-1 0,-4 0 0,-5-2-433,-4 0 1,-10-2-1,-6 0-402,-1-3 0,-7-4 0,3 2 1,-2-1-1,-1 2-3243,-2 0 4093,3-3 0,-9 12 0,4-1 0</inkml:trace>
  <inkml:trace contextRef="#ctx0" brushRef="#br0">13608 5328 7939,'11'-13'576,"0"-2"44,-3-5 0,-3 7 0,-5 1 0,0 2 271,0-1 1,-1 3 0,-2 0-1,-2 0-387,-2 2 0,-1-3 1,-3 4-154,-1-2 0,0 4 1,0-1-1,-1 4-274,-3 4 1,3 3 0,-2 5 0,0-1-96,-1 1 1,2 5 0,-4 3 0,-1 3-182,1 5 1,4-3-1,-2 2 1,4 0-67,4 0 0,-1-6 0,5 1 0,3-3-101,3-5 0,6-2 0,8-4 0,4-6 398,2-4 0,5-6 0,2-8 0,0-4 190,0-2 0,-2-3 0,-3-1 0,-2-1-151,-2 0 1,-2 1-1,-5 1 1,0 0-164,-2 3 1,-3 3 0,0-1-261,-4 4 1,-4 10 0,-3 6 0,-2 6 109,-2 5 1,1 7 0,-4 4 0,3 6 145,-3 2 1,1 0 0,0 3 0,3-2-437,0 2 1,2-4 0,4-2 0,0-2-1960,0-1 2491,0-1 0,11 1 0,2-1 0</inkml:trace>
  <inkml:trace contextRef="#ctx0" brushRef="#br0">14657 5246 7923,'-6'-19'0,"-5"4"0,4 6 0,0 2 2166,-1 2 0,0 1 1,-4 4-1,-1 1-1341,-3 3 1,2 8 0,-6 9 0,-1 5-819,-1 5 1,-2 5 0,2 1 0,2-1-30,5-2 1,6-5 0,2 1-1,2-1-142,2-3 1,8-10 0,6-6 0,5-3-480,2-4 1,2-7-1,3-6 1,1-4 664,-1-6 0,-3-2 1,-2-1-1,1-2 23,-1-3 0,-7 7 1,0-2-1,-2 0-304,-2 1 1,-2 0-1,-5 2 1,0 4-868,0 3 0,-5 7 0,-3 2 0,-4 4-2205,-3 4 3331,2 8 0,-10 6 0,5 6 0</inkml:trace>
  <inkml:trace contextRef="#ctx0" brushRef="#br0">14751 5340 7964,'6'-6'0,"-5"-5"0,4 5 2533,0-1 0,-3 3-1639,2 8 0,-3 4 0,-1 6 1,0 3-541,0 2 0,-4 0 0,-1 4 0,0-2-244,-1-2 1,-2-3-1,3 2 1,0 1 55,0-1 0,1-8 0,4 2-270,0-1 1,0-7 0,1-4-54,3-7 1,4-7 0,6-5-1,3-2-137,2-4 0,0-1 0,4 3 0,-2-1 239,-2 0 1,1 2 0,2 3-1,-2 3-246,-4 3 1,-2 5 0,0 1 93,2 2 0,-4 8 1,-6 9-1,0 6-143,-4 4 0,-2 6 0,-4-1 0,-3 1-398,-4 0 1,2-1 0,0 3 747,0-1 0,-10 3 0,6-2 0</inkml:trace>
  <inkml:trace contextRef="#ctx0" brushRef="#br0">16202 4821 7944,'-12'11'290,"0"-2"0,0 0 298,1 4 1,-1 6 0,0 8 0,-1 7-201,-3 8 0,2 8 0,-5 13 0,10-30 0,0 1-303,0 0 1,0 1-1,1-1 1,1-1 0,-8 30-1,2-6-11,1-7 1,4-15-1,1-3 1,2-7-840,2-6 1,1-7 0,-2-8-1571,-4-3 0,0-3 2335,-4-6 0,3-5 0,-8-11 0</inkml:trace>
  <inkml:trace contextRef="#ctx0" brushRef="#br0">15766 5293 7944,'0'-8'1729,"0"0"1,1 6-1,3-2 1,4 1-965,2-1 0,7 2 1,3-6-1,5-1-997,6-2 1,2-1 0,10 0-1,3-1-760,4-2 0,-2-2 1,2-4-1,-4 1 94,-3-1 0,-9 3 0,0-1 1,-4 1-163,-3 0 0,-8 3 0,-3 0 1060,-3 1 348,-6 3 0,-3 4 1,-8 3-165,-4 3 1,-3 6 0,1 3-1,1 2 913,1 2 0,4 1 1,-3 3-1,1 4-66,-1 2 0,3 3 0,-4 2 0,-1 5-505,-1 2 0,2-3 0,0-1 0,-1 1-239,-2-1 1,1-3-1,1 2 1,1-3 242,-1-4 0,3-8-752,3 1 0,1-11 88,2 0 0,5-13 0,3-9 0,4-3-178,4-3 1,-3 6-1,4-7 1,-1 1-172,-1 3 1,1 4 0,-4-1 0,0 1 37,-1 3 1,1 4-1,0 4 1,0 1 208,0 2 1,-4 7-1,-1 4 1,3 4 274,0 3 0,-2 0 1,-2 3-1,2 0 172,3 1 1,-2-5 0,7 1 0,-2-6 99,2-5 0,-2-3 0,6-4 1,1-3-13,1-6 1,-2-8-1,-2 1 1,-1-4-145,-2 0 1,-6 1 0,-3 1 0,0 2-117,-4 2 1,-1 2 0,-2 4 0,-3 3-10,-4 4 0,-2 4 1,-2 4-1,-1 5-27,-3 6 1,3-1 0,-3 6 0,3 1 37,2 1 0,3 2 0,1-2 0,2-1-1138,2-2 0,3-3 0,4 3 0,5-2-471,6-3 0,4-1 1,8-2 1567,0-4 0,11 4 0,-1-5 0</inkml:trace>
  <inkml:trace contextRef="#ctx0" brushRef="#br0">17900 5588 7995,'-1'11'1751,"-3"1"544,-3 0-1925,1-5 1,0-3 0,8-7-433,2-1 0,-3-1 1,4 2 449,0-1 1,-3-1 587,2 1 1,-3 1-459,-1-4 1,0 3-354,0-4 0,4 4 0,0-4 0,-2-1-40,0-2 0,-1-2 0,2-2 0,2-6-220,1-6 0,1 0 1,2-9-1,-1-4-322,1-5 1,0-6 0,0 0-1,-1 1 18,2 2 1,-5 6-1,-1 4 1,-3 5-50,-1 6 0,0 7 0,0 4 1,0 3-1173,0 2 956,0 4 0,1 3 0,3 8 251,4 4 0,-1 2 0,-1 2 0,1 0 149,-1 0 0,-3-1 0,2 1 0,-1 0 264,0 0 0,0-3 0,-4 3 0,0 5 0,0 0 0,0 1 0,0-1 0,-5 4 0,-2-2 0</inkml:trace>
  <inkml:trace contextRef="#ctx0" brushRef="#br0">18159 5399 7995,'-4'8'-110,"-1"-2"0,-1 0 65,-4-4 1,4 4 0,-1-1 2869,2 1 0,1-2-2174,4 4 0,1-5 0,5 1 0,4-4 1,7-4-399,5-4 0,-1-6 0,7-4 0,-3 0-358,-2-3 0,1 3 1,-2 0-1,-1 0-38,-1 4 0,-10-3 0,2 1 1,-3 2-108,-2 1 1,-2 1 0,-6 2 160,-3 2 0,-7 2 0,-4 8 0,-1 2 93,-1 4 0,3 3 0,-5 4 0,1 2-110,-1 1 1,8 2 0,-2 3 0,2 1-507,6-1 0,2 1 1,3 0-1,0-1-281,0 1 1,9-5 0,5 0 0,3-2-15,4-3 1,5-6 0,3-4 906,1-3 0,1-11 0,5-3 0</inkml:trace>
  <inkml:trace contextRef="#ctx0" brushRef="#br0">18607 5541 7995,'-11'5'1992,"0"-5"1,3-2 0,4-8-1456,3-8 0,6-6 1,2-3-395,-1-5 1,5-3 0,-3-5 0,1-3 0,0-4-277,-1-4 0,-2 1 0,2-5 0,-4-1-10,-2-2 1,-1 7-1,1 3 1,2 2-784,-1 5 0,0 9 1,-1 5 557,2 6 0,1 10 318,-1 7 1,-1 8-1,4 5 1,-1 5 66,1 6 0,1-1 1,3 2-1,1 3 68,0 1 1,0-2-1,-1 8-445,1-3 1,-1-1-1,-1-6 1,-1-2-1,2 1-1053,-2-2 0,-4-1 115,3-5 1298,-5 0 0,2-6 0,-5 0 0</inkml:trace>
  <inkml:trace contextRef="#ctx0" brushRef="#br0">18466 5222 7995,'-12'12'4197,"7"0"-3135,5 0 1,6-6 0,11-2-566,7-3 0,1-5 1,6-1-1,1-1 1,-1-2-1205,1 1 0,-1-3 0,3 2 0,-1-1-882,-2 1 0,-4-3 1,-1 5 1588,-5-1 0,6-3 0,-2 3 0</inkml:trace>
  <inkml:trace contextRef="#ctx0" brushRef="#br0">19055 4821 6393,'-7'2'419,"0"2"0,1 5 1115,-1 5 1,3 6-1,-4 10 1,-1 9-999,-1 11 1,-2 9 0,0 5 0,6-29 0,-1 0-702,-1 1 1,0 0-1,-5 27 1,-3-3-1,4-13-2114,5-10 0,0-15 1112,3-2 1,2-13 0,-5-7 1166,2-6 0,-10-10 0,2-2 0</inkml:trace>
  <inkml:trace contextRef="#ctx0" brushRef="#br0">18772 5269 10509,'18'0'1914,"1"-1"0,9-3 0,4-4-2332,6-2 0,0-1 1,6 3-1,-1 5-1526,-1 1 1944,-2 2 0,-4-5 0,-1-2 0</inkml:trace>
  <inkml:trace contextRef="#ctx0" brushRef="#br0">20647 4786 8291,'0'12'1069,"0"-4"0,-1-2-310,-3 0 1,-2 1 0,-5-1-1,2 0-102,1 3 0,0 2 1,-5 1-1,-1 1 69,-2 2 1,-5 9 0,1 7-1,-3 5-158,-5 3 0,-2 4 1,-4 8-1,3 3-708,3 0 1,5-1-1,3-5 1,5-4-472,6-6 0,4-5 1,5-3-1,1-5-44,3-4 1,7-5 0,6 2-1,1-2-499,3-6 1,3 2 0,1-6 0,1 1-122,0-3 1,-4-3-1,4-1 1275,-5 0 0,7 0 0,-3 0 0</inkml:trace>
  <inkml:trace contextRef="#ctx0" brushRef="#br0">20742 5305 7995,'-12'0'434,"1"-2"0,2 0 892,1-2 1,2-1 0,-3 1-534,1-4 1,5-3-1,-1-2 1,3-1-427,1-2 1,1-5 0,3 2 0,5-4-233,6 0 1,-1-1 0,5 2 0,-2 1 61,-3 1 1,3 2 0,-1-2 0,-2 5-270,-1 1 1,-1 8 0,0 2 0,0 3-343,-1 1 0,0 1 0,-2 3 0,-1 4 100,1 2 0,-2 7 0,1 3 0,1 2 205,1 2 0,-2-1 0,0 1 1,1 0 126,2-1 0,0 1 0,1-3 0,0-3-227,0-2 1,0-6-1,-1 5 1,1-6-616,0-5 0,-4-3 1,0-1-1,1 0 309,1 0 0,1-1 0,-2-3 0,-3-4 515,0-3 0,3 0 0,-3-1 0</inkml:trace>
  <inkml:trace contextRef="#ctx0" brushRef="#br0">20860 5364 7995,'-12'0'1092,"0"0"1,2-2 0,2-2-552,4-3 0,4-5 0,5-3-5,7 0 0,6-12 0,10 0 0,2-6 0,3-2-356,2 0 1,-6-1-1,5 2 1,-3 1-432,-1 2 0,-3 5 0,-1-2 1,-5 5-2764,-5 3 1,-3 8 108,-2 8 2905,-4 8 0,-7 8 0,-7 6 0</inkml:trace>
  <inkml:trace contextRef="#ctx0" brushRef="#br0">21638 5034 10105,'-5'-7'3821,"3"1"-2420,-2 2 1,2 2-733,-2-2 0,-3 4-526,-4 4 0,0-1 0,2 3 0,1 1-122,-1 0 0,2-4 1,-1 4-1,-1 0 106,-1-1 1,-2-2 0,-1 3 0,-2-1-19,0 1 0,-2-3 1,2 2-1,0 1 106,0-1 0,1-2 1,-2 4-224,-4 1 0,7-4 0,2 1 0,0-2 110,1 0 1,2 0 0,1-3 104,2 3 0,1-2 174,4 6-126,0-5 1,1 6 0,3-5 255,4-1 0,3-2 0,0-1-332,1 0 1,0 0-1,0 1-327,0 3 0,-2-1 0,-1 3 0,-1 1-43,1-1 0,2-2 1,0 4-1016,1 1 0,0-2 0,-1 1 0,-2 0-9,-1-2 0,-5 1 0,4-3-629,-2 3 1,-1 0-1141,-4 1 2984,0-5 0,5 7 0,2-3 0</inkml:trace>
  <inkml:trace contextRef="#ctx0" brushRef="#br0">21909 5116 7655,'7'-5'0,"-2"-2"807,0 1 1,-2-5-1,3 3 320,0-2 0,-1 3 0,-3 2-319,2 0 0,2 2 1925,-2-5-2003,-3 1 1,3 0-635,-8 3 0,-3 3 0,-4 1 0,-3 1 81,-1 3 1,-4 3-1,-4 6 1,-1 1-345,1 2 1,-2 5 0,0-3 0,0 2-457,3-1 0,2 0 0,0 2 0,6-3 298,5-1 0,4-1 0,5-4 380,0-1 1,6-4-1,6-3 1,6-3 23,4-1 0,2-6 0,0-5 0,-1-3-49,1-1 1,-1-2 0,0 0 0,-2 0-157,-2 0 0,-4-2 1,0 3-1,-1 0-153,-3-1 1,0 4-50,-3-3 238,-3 3 0,-6 8 0,-3 5 0,-3 7 175,1 3 0,-1 3 0,4 2 0,-2 2-245,-1 1 1,3 2 0,-1 2 0,1-1-311,-1-2 0,3 0 1,-3 0-1,3-2-530,1 0 1,0-3 0,1 1 584,3-2 0,3-6 0,5-3 0,-1-4 415,1-4 0,5-3 0,1-4 0</inkml:trace>
  <inkml:trace contextRef="#ctx0" brushRef="#br0">22310 4692 10562,'0'12'2312,"1"-1"0,3 2-1473,4 3 0,3 4 1,0 9-1,1 7-149,0 10 1,-1 8 0,-2 9 0,-6-30 0,0 1-424,0 0 0,-1 1 1,1-2-1,-2 1 0,-1 30 1,-1-4-414,-3-6 0,-4-10 0,-6-7 0,-2-5-622,2-5 0,-3-10 0,1 3 0,0-5-806,-1 1 1,4-7 0,-4 2 0,1-5 1573,1-3 0,-6-2 0,2-1 0</inkml:trace>
  <inkml:trace contextRef="#ctx0" brushRef="#br0">1674 7344 6393,'-1'-6'2055,"-3"2"0,2 4 0,-3 4 0,1 5-1503,0 5 0,-1 10 0,3 9 0,-4 4-887,0 7 0,2 3 0,-3 4 0,1 3-136,-1-1 0,5-5 0,-2-11 1,2-4-848,2-5 0,2-10 1318,2-6 0,2-6 0,6-6 0</inkml:trace>
  <inkml:trace contextRef="#ctx0" brushRef="#br0">1827 7592 7932,'-5'18'0,"2"-1"0,-4-5 0,-1 1 496,1 3 0,-2-2 0,5 4 0,0 1 383,-1-1 1,4-2-1,-3 2 1,2 0-2073,2 1 0,0-7-999,0 3 0,2-9 2192,2 1 0,2-9 0,6-5 0</inkml:trace>
  <inkml:trace contextRef="#ctx0" brushRef="#br0">1875 7321 7995,'0'-12'376,"0"0"1,0 4 0,-2 2 0,0-1 3879,-2 0-3696,0 5 0,4-2-1068,0 8 0,0 4 1,1 6-1,2 2 510,1-2 0,0-1 0,-4 0-2,0 3 0,5-3 0,1 4 0</inkml:trace>
  <inkml:trace contextRef="#ctx0" brushRef="#br0">2016 7533 7995,'-1'12'0,"-2"-1"760,-1 1 0,-4 0 1,4 0-1,0-1-108,-1 1 0,4-3 0,-3 2 1,3 2 159,1 0 1,0 0 0,0-1 0,0 0-78,0 0 1,0-5 307,0 1-671,0 0 0,1-7 0,2-4-298,1-7 1,3-5-1,-1-2 1,0 0-528,3 0 1,2-4 0,1 1 0,1-2 59,2-2 1,-1 4 0,1 1 0,0-1 46,0 2 0,-2 1 1,3 5-1,-3 0-28,-1 0 0,0 6 0,-2 3 633,-2 6 1,-3 7-1,-5 7 1,0 2 161,0 2 1,0 1 0,0 2 0,-1-1-150,-3 1 1,3-6 0,-3-2 0,3-3-218,1-1 1,0-4-36,0-1 1,1-5 0,3-2-1,4-7-293,2-3 0,2-3 0,1-3 0,2-3 186,0 1 1,2-3-1,-2 5 1,2 1-106,1-2 0,-3 8 0,0-2 1,-2 5 106,-1 3 0,0 2 1,0 2-1,-2 3-237,-2 4 1,1 6 0,-5 3 0,-1 1-244,-2 3 1,-1 3 0,0 2-317,0 2 1,0-2 0,0-5-1,-1-1 881,-3 0 0,-3 3 0,-4 0 0</inkml:trace>
  <inkml:trace contextRef="#ctx0" brushRef="#br0">1474 8464 8172,'-7'0'4140,"0"0"-1114,4 0-1315,1 0 1,-3-5-1089,5-3 1,0 1 0,0 0 0,1-1-354,3 1 1,-2-3-1,3 2 1,0-3-99,3 0 1,-2-3-1,2 0 1,0-2-54,-1 2 0,3-1 1,-2 1-1,1-2-148,-1 2 1,3 5 0,-5 1 0,2 0-353,0 2 0,-4 0 0,4 6 91,1 0 1,1 3-1,1 3 1,-2 8 124,-1 3 1,0 4-1,2 5 1,-1 3-251,-1 1 1,0-4 0,3 1 0,-2-2-126,-1-1 1,-1-2 0,5-2 0,0-5-424,0-1 1,-4-8 0,0-2 471,1-3 1,0-2-1,-1-3 1,-4-4-717,-3-2 1,-1-3-1,0-2 1207,0 0 0,0-6 0,0 2 0</inkml:trace>
  <inkml:trace contextRef="#ctx0" brushRef="#br0">1533 8582 7995,'-7'12'1110,"-5"0"0,4-5 633,-3 1 1,4-5-1142,3 1 0,1-8 0,13-5 0,1-6-180,4-4 1,6-6 0,-2-5 0,5-6-256,4 0 0,-2-6 1,4 0-1,0 0-439,0 3 1,-4 2 0,1 3 0,-5 2-387,-3 5 0,-5 7 0,-1 6-1174,-4 5 0,-7 5 0,2 9 0,-4 7 1832,-4 6 0,-7 4 0,-8 2 0</inkml:trace>
  <inkml:trace contextRef="#ctx0" brushRef="#br0">1992 8358 7995,'-7'0'5717,"-1"0"-3915,0 0 0,0-4 312,0 0-815,6-5 0,2 8-777,7-3 1,4 2 0,1 2-463,-1 0 0,1 0 0,0 0-68,0 0 1,0-1-1,-1-2 1,1 0-52,0 0 0,0-2 1,0-1-1,-1 0-259,1-3 0,0-2 0,0-2 1,0-1 225,-1-2 0,1-1 1,-1 3-1,-2-2 327,-1 1 1,-6 2-1,2 2 1,-3-1 1430,-1 0-780,0 5-1060,0-3 1,0 14-1,0 0-38,0 5 1,0 3-1,2 0 181,2-1 1,1 5-1,4 0 1,-1-2 4,1-1 0,-2 3 1,1 0-1,-1-1-50,0 2 1,3-2 0,-3 3 0,1 1-60,0-1 0,-6-6 0,2 2 0,-2 0-397,-2 0 0,0-1 1,-2-2-311,-2 1 0,-2-4 0,-6-1 0,0-2-354,0-2 1,5 2 0,-1-1-1384,-1-2 0,-2 0-196,-1-2 2775,6 0 0,0 0 0,6 0 0</inkml:trace>
  <inkml:trace contextRef="#ctx0" brushRef="#br0">2676 8146 8001,'8'-4'0,"-1"-1"98,-2-2 0,-1 3 1,-4-4 602,0-1 0,4 3 1,0-2 1509,-2-1-1,0 2-614,-2-1 1,-2 2-1017,-1-2 0,0 2 0,-5 6-141,-1 0 1,2 0 0,-1 0 0,-1 2-167,-1 2 0,-2 1 0,0 4-254,0-1 0,1 1 0,-1 6 1,1 0-1,1 1-192,-2 1 1,7 1-1,-7 6 1,2-1-222,-1 1 1,3 0-1,2-1 1,0 1 62,4-1 0,0 1 1,2-2-1,0-2 94,0-4 1,4-7-1,2-3 1,0 0 236,3-4 1,3-1 0,3-3 0,0-5 133,0-4 1,-2-5 0,-1 1 0,1-2-146,2-1 0,-5 2 0,1-3 0,0-2-136,-1-2 0,1 4 0,-2 0 0,-2 1-59,-2 0 1,3 2 0,-3-2-212,1 1 512,-3 1 0,2 11-13,-5 5 1,0 9 0,-1 8 0,-2 0-98,-1 0 0,-1 4 1,3-1-1,-2 3-124,1 5 0,-2-3 1,1 2-1,0-2-184,-1-1 0,2-2 1,-3-1-1,0-3-737,4-1 0,0-1 0,2-4-722,0-1 1,2-4 931,2-3 1,-2-8-1,5-4 850,-2-2 0,4-7 0,-2-2 0</inkml:trace>
  <inkml:trace contextRef="#ctx0" brushRef="#br0">3007 7875 6159,'0'-7'1840,"0"2"1,0 4 2,0-3-122,0 2-863,0-3 0,-2 6-628,-2 3 0,3 4 0,-3 7 1,3 2-328,1 1 1,-4-2 0,0 3-1,0 2-364,-1 2 1,3 0 0,-2-1 0,2-1-546,-2-1 0,3-6 1,-3 2-1994,2-3 2206,2-6 1,0-3 792,0-8 0,6-8 0,0-6 0</inkml:trace>
  <inkml:trace contextRef="#ctx0" brushRef="#br0">2877 7957 7721,'-8'8'1599,"0"0"2725,0 0-2937,-4-2 0,7 0 0,5-6-631,7 0 1,3 0 0,2 0 0,0-2-472,0-2 0,-1 3 0,1-3 0,1 1-748,3-1 1,-3 3-1,3-3 1,-3 3-2618,-1 1 3080,0 0 0,5-5 0,1-2 0</inkml:trace>
  <inkml:trace contextRef="#ctx0" brushRef="#br0">3820 8122 7914,'0'24'0,"-1"-6"0,-2-2 0,-1-3 1124,2-1 1,-1-2-1,0-1 1,0-1 1482,0 1 1976,2-3-3217,1-1 0,0-16 0,0-4-802,0-6 0,1-4 1,3-3-1,4-4-705,2-6 0,-2-4 0,0-5 1,1-2-88,2-2 0,0 0 0,1-8 0,1-7-30,-5 31 1,0-2-1,-3 3 1,-1-1-1,2-1 1,0 0-1,-1 0 1,-1 1-253,-1 1 0,1 0 0,5-22 0,-5 6 0,-2 13 551,0 12 1,-1 11 0,2 9 26,1 3 0,5 1 0,-3 9 0,2 1-155,0 2 0,4 4 0,5 2 1,1 2 1,3 2 1,-3 2 0,2 4-1,1 0-287,1-1 1,-2-1 0,0-3 0,-1-1-403,0-1 0,2-7 1,-6 0-1,-2-4-2631,-3 0 1652,-5-3 1753,-5-1 0,-11-10 0,-2-2 0</inkml:trace>
  <inkml:trace contextRef="#ctx0" brushRef="#br0">3726 7710 7962,'-12'17'644,"-1"-4"0,-1 1 0,-2-3 1265,1-4 1,8 1-1,3 4-630,2 0 1,9-6-1,3-2 1,7-2-780,6-2 0,-1 0 0,9-2 0,2-2-280,1-3 1,3-5-1,1-3 1,2-2-2078,2-1 1,-4 4 0,2-2 1856,-4 3 0,5-4 0,1-2 0</inkml:trace>
  <inkml:trace contextRef="#ctx0" brushRef="#br0">4516 7380 10721,'0'7'2457,"0"1"1,-1 1-1,-3 7 1,-4 5-428,-3 5 0,-7 6 0,-4 8 0,-6 9-2030,-2 8 0,15-27 0,-1 1 0,-2 1 0,0 1 0,1-1 0,0 0 0,1-1 0,1 0 0,-13 24 0,9-5 0,4-6-788,6-4 1,4-9 0,6-5-1,4-5-755,7-5 1,1-8-1,7-4 1,2-3-205,4-1 0,1-5 1747,4-3 0,-5-8 0,3-2 0</inkml:trace>
  <inkml:trace contextRef="#ctx0" brushRef="#br0">4587 7674 7957,'-6'-6'3797,"5"2"-1417,-3 8 1,8-2-1,4 6 1,2 3-1976,2 3 1,1 0 0,2 6 0,2 1-694,1 1 0,-2 3 0,2 0 0,-1 0-881,-2-3 0,-6-1 1,-3 1-1,1-1-1156,-1-1 1,-3-6 0,0 2-755,-6-3 3079,-3-6 0,-6 3 0,0-3 0</inkml:trace>
  <inkml:trace contextRef="#ctx0" brushRef="#br0">4551 8051 7957,'-11'0'0,"-1"4"0,0 0 2311,0-1 1,6-3 0,2-4-544,2-4 0,8-4 1,1-2-1,5-3-1473,4-1 0,2-3 1,7-6-1,1-1-972,2-3 0,1 4 0,-3-3 0,1 0-1069,0 0 1,-4 3 0,-3 1 0,-4 3-3941,-3-1 5686,-1 8 0,-1-11 0,1 8 0</inkml:trace>
  <inkml:trace contextRef="#ctx0" brushRef="#br0">4881 7391 6872,'2'-10'2457,"2"2"1,2 3-1,6 5 1,0 1-553,0 3 1,-1 8 0,1 9 0,0 6-1137,0 9 0,-6 4 0,-2 9 0,-2 2-636,-2 4 1,-2 0 0,-2 1-1,-5 0-1446,-5-3 0,1-7 0,-4-7 0,1-4-265,0-5 0,0-7 0,5 0 0,-1-7 166,0-7 1412,0-4 0,1-10 0,-1-1 0</inkml:trace>
  <inkml:trace contextRef="#ctx0" brushRef="#br0">5966 7674 8269,'7'0'9830,"-2"0"-6777,-5 0 0,-5 0-2529,-3 0 1,-2 0 0,-2 0-1,0 0-529,0 0 0,-1 4 0,-1 0 0,-3 0-289,-2 1 1,0-3-1,-5 3 1,-1-1 84,-2 0 0,2 4 1,-3-3-1,3 0 13,2 0 0,3 3 1,2-4-1,2 0 819,6 1-499,-2-3 0,12 3 1,-2-7-1,8 0-9,4-2 0,-1-7 1,7 1-1,-2-4-67,2-1 0,-3 1 0,3 1 0,-3-2-80,-1 1 0,0 3 0,0-4 60,-1 1 0,-3 4 0,-1 1-27,-2 1-238,-1 5 0,-12 7 1,-1 8 100,0 1 0,0 0 0,-3-1 0,0 1-256,0 3 0,2-3 0,0 3 0,3-2-260,-3 2 0,4-2 0,-1 5 1,1-2-606,-1-3 1,5-1 0,-1-1 821,6 0 0,3-6 1,6-2-1,1-3-2633,3-1 3068,-3-5 0,9-7 0,-3-6 0</inkml:trace>
  <inkml:trace contextRef="#ctx0" brushRef="#br0">6697 7533 7977,'-1'18'0,"-3"-2"0,3-2 0,-4 1 0,1 2 414,0 1 0,-1 2 1,2 3 240,-1 1 0,-4 3 1,4 1-1,0-2 1,0-1 138,0-2 1,0 0-1,4-4 1,0-3 1491,0-3-1301,0-6 1,2-7 0,0-9 0,2-6-206,-1-4 0,2-4 0,-1-2 1,0-2-619,1-5 0,-2 1 0,3-3 1,1-3-505,0 1 0,-3-6 1,3-2-1,3-3 402,0-4 0,-1 3 0,2-3 1,2 2-571,0 2 0,0 9 0,-1 5 1,-2 7 446,-2 8 0,3 5 1,-4 5-21,4 4 1,-1 12-1,0 5 1,-3 4-169,3 4 0,0 1 0,1 2 0,-2-1 293,-1 1 0,-4 3 0,2 1 1,-1-2 221,-2-1 0,2-1 0,-1-2 1,-1-1 178,-2-2 1,-2-3 0,-3 2 0,-4-1-160,-3-2 1,-2-2 0,-1-1 0,-3 0-37,-1-1 1,-1 0 0,0-2 0,2-1-374,0 1 0,3-2 0,-1-1-117,2-1 0,5 3 0,1-3 0,2 2 0,2 2-31,2 2 0,1 0 0,1 1 0,3 0 10,4 0 0,3 0 0,2-1 0,1 1-455,2 0 0,0 0 1,-5 0-1,2-1-987,3 1 1,-3-5 0,4-2 0,-1-1 80,0 0 0,1 0 1624,-1-4 0,-3-6 0,4 0 0</inkml:trace>
  <inkml:trace contextRef="#ctx0" brushRef="#br0">7146 7545 7977,'-12'15'459,"0"1"1,0-4 0,2 6-1,1 0 847,1 1 1,5-3 0,-2 3 0,1 2-790,0 1 1,0-3-1,5-4 1,2-1-1364,1-3 1,1-3-1,-1-1 443,4-2 403,-3-1 0,6-4 0,-5 0 0</inkml:trace>
  <inkml:trace contextRef="#ctx0" brushRef="#br0">7193 7391 7977,'-6'7'2821,"0"-2"-1438,-1 0 1,1-3 0,3 3-678,-1 0 1,0 2 0,6 4-910,2 1 1,2 0 0,6 0 0,1 0 202,3-1 0,2 6 0,6 2 0</inkml:trace>
  <inkml:trace contextRef="#ctx0" brushRef="#br0">7488 7556 8516,'-12'0'1055,"0"0"0,0 0 0,0 0 0,1 0 3,-1 0 0,0 2 1,0 2-1,-1 3-548,-3 4 1,3 6-1,-2 1 1,1 2-258,3 0 1,4-1 0,2 3 0,1-1-344,0-1 1,0-9-1,5 0 1,3-1-69,4-4 1,0-1 0,2-5 0,4-1 27,-1-3 0,4-2 0,-2-6 0,1-1-31,1-3 1,-4 2-1,3-5 1,-3 2 7,-1 3 0,0-3 1,0 2-1,-1 4-911,1 1 999,-5 2 0,-2 3 0,-5 5 0,-1 8 265,-3 7 0,1 4 0,-5 7 0,-1 3 458,-1 1 0,-2 2 1,0 2-1,0-1-280,0-2 1,-3 0 0,-1 2-1,0-4-101,-1-5 0,4-5 0,-3 1 1,2-4-15,-2-3 0,3-7 0,-3-2-1682,3-3 0,5-3 0,2-5 0,1-6 0,2-4-465,2-4 1,6-2 0,4-5 1883,5-3 0,5-9 0,4-2 0</inkml:trace>
  <inkml:trace contextRef="#ctx0" brushRef="#br0">7759 7226 16331,'0'13'851,"0"3"0,-2 2 1,0 7-1,-2 4-439,1 6 1,-3 2 0,-1 6 0,-1 1-271,0-2 1,1-1 0,-4-5 0,2-2-53,1-4 0,4-12 0,-2 2-700,0-6 0,2-8 20,4-6 0,2-7 0,2-7 0,3-5 30,4-3 0,2 1 0,1-5 0,2 2 380,-1 1 0,-1 6 1,0-6-1,2 5-164,-1 4 0,-2 2 0,-2 4 88,1 4 0,-4 4 0,-1 5 0,-2 7 176,-2 6 1,-2 6 0,-1 2 0,0 3-66,0 1 0,-1-4 1,-2 2-1,-1-3-858,1-2 1,2-4 398,1-4 1,0-8 0,1-8 603,3-10 0,8-6 0,6-6 0</inkml:trace>
  <inkml:trace contextRef="#ctx0" brushRef="#br0">8136 7226 7925,'0'9'647,"0"2"0,0 2 199,0 0 0,-4 5 0,0 3 0,0 6-80,-1 4 1,2 4 0,-3 3-1,-1 3-808,1 1 0,2-4 0,-4 0 0,0-4-36,2-3 1,-5-8 0,3-2 0,-2-6-3675,-2-4 3752,5-7 0,-8 1 0,2-5 0</inkml:trace>
  <inkml:trace contextRef="#ctx0" brushRef="#br0">7947 7521 10185,'11'-1'0,"-2"-2"973,-1-1 0,0-1 1,5 2-1,3-1-627,3 2 1,0-4 0,0 3 0,2 0-1918,1 2 0,2 1 1571,0 0 0,-1 0 0,1 0 0</inkml:trace>
  <inkml:trace contextRef="#ctx0" brushRef="#br0">8667 7061 7821,'-11'2'739,"2"0"0,1 3 107,-1 2 1,2 1 0,1 4 0,-1 1-282,1 2 1,2 4 0,-3 6 0,2 2 36,2 5 1,-3 8-1,-1 5 1,0 3-809,-1 2 0,1-8 0,-2 4 0,2-4-844,2-4 0,0-11 0,2-3-331,-1-2 1,0-9-1,4-1 1,-1-3 1380,-3-2 0,-2 3 0,-6-3 0</inkml:trace>
  <inkml:trace contextRef="#ctx0" brushRef="#br0">8808 7144 7821,'0'-12'0,"0"0"3745,0 0-2801,0 6 1,0 3-1,0 11 1,0 8-359,0 5 1,-5 8-1,-3 2 1,-2 3-594,-2 1 0,4 2 0,0 1 1,-1 1-510,-2-1 0,4-5 0,-1-1 0,0-1-4467,1-1 4983,-3-6 0,3-2 0,-4-4 0</inkml:trace>
  <inkml:trace contextRef="#ctx0" brushRef="#br0">8584 7438 8175,'-12'7'797,"5"3"60,-1-2 0,5-1 1,0-1-1,6 0 1,5-4-396,2 0 1,7-2 0,2 0-1,2 0-968,2 0 1,-4 0 0,6-2 505,-3-2 0,8 3 0,-5-4 0</inkml:trace>
  <inkml:trace contextRef="#ctx0" brushRef="#br0">8950 7380 7847,'-6'-7'4590,"4"0"-3296,-6 3 1,1 4-1,-2-1 1,3 5-914,0 3 0,-3 2 0,1 5 0,-1 3-711,1 2 1,-2-5-1,3 3 1,1-1-318,2-1 0,3 1 0,1-4 75,0 0 1,1-6 413,3-2 1,2-4-1,6-4 1,-1-4-1,-2-2 39,-1-2 1,0 0-1,3 2 1,0 1-21,-3 1 0,1 4 0,-4-3-35,2 2-25,-5 1 1,4 9-1,-8 3 1,0 3-925,-2 1 0,0-1 1123,4 1 0,-6 5 0,0 2 0</inkml:trace>
  <inkml:trace contextRef="#ctx0" brushRef="#br0">9056 7403 8391,'-1'11'910,"-3"-4"1,2 4 0,-3-5 0,1 2-78,0 0 1,0 0 0,3 3 0,-2-2-344,-1-1 1,0-5 0,4 5-566,0 1 0,2-3 0,2-2-176,4-3 1,2-6 0,2-3-1,0-3-189,-1 0 1,1-1-1,-1 0 1,-2 0-79,-1 0 1,0 1-1,3 0 135,1 3 0,-4-1 1,0 5 166,1 2 0,-4 6 1,-1 3-1,-2 5-56,-2 4 1,0-3 0,0 4 0,0-1-908,0-1 1,1 1 1178,3-4 0,2 0 0,6 0 0</inkml:trace>
  <inkml:trace contextRef="#ctx0" brushRef="#br0">9516 7097 8695,'5'-7'2611,"-4"3"-1991,3 8 1,-2 4 0,-2 8 0,0 3 167,0 4 0,-4 1 1,-2 4-1,1 3-239,0 3 0,-3 2 0,4-2 0,0-1-238,-1-2 1,4-7 0,-3 0 0,2 0 247,2-3 0,0-9-99,0 0 0,0-10 0,0-2-124,0-6 1,0-5 0,0-1 0,0 1-363,0-1 1,-1 0 0,-3 0 0,-4 2-223,-2 2 0,-2-1 0,0 5 1,-1 1 45,-3 2 0,3 6 1,-2 3-1,1 2 216,3 2 0,-1 1 1,1 2-1,4 0-139,3 0 1,2-2 0,4-1 0,2 0-465,3-1 0,8-4 0,2-3 0,0-3-203,0-1 1,3 0-1,-5 0 1,1-1-1151,1-3 0,-8-1 0,2-5 1942,-5 3 0,-2-1 0,-4-4 0</inkml:trace>
  <inkml:trace contextRef="#ctx0" brushRef="#br0">8266 7521 11515,'5'-7'1323,"-2"2"0,6 4 0,3-2-855,2-1 1,7-1-469,-1 1 0,2-2 0,1-6 0</inkml:trace>
  <inkml:trace contextRef="#ctx0" brushRef="#br0">10211 7085 7858,'0'-12'1987,"0"0"1,0 4-1,0 1-785,0-3 0,-1 1 78,-3 1 1,2 3-1,-6 6-388,-1 3 0,2 8 1,-1 8-795,-1 2 0,-1 7 0,-2 2 0,0 3 0,-1 3 10,-3 2 0,3-1 0,-4 4 0,1 0-125,1 0 0,0-4 1,6 0-1,2-4-558,2-3 0,1-8 0,6-2 0,1-6 254,5-4 0,7-7 1,2 0-1,1-3-246,3-1 1,-3-1-1,2-3 1,1-4 91,1-3 0,2 1 1,-1 1-1,1 0-4105,0-4 4580,-6 1 0,4-10 0,-3 3 0</inkml:trace>
  <inkml:trace contextRef="#ctx0" brushRef="#br0">10494 7332 7886,'-11'12'0,"-1"1"1285,0 3 0,4-6 1,0 5-1,1 1-714,0 1 1,-2 2 0,5 5-1,0-1-593,-1 1 1,3 0 0,-2-2-1,3-3-500,1-3 1,0-3 0,1-1 0,3-1-1733,4-4 1,-1-1 2253,1-6 0,0-6 0,3 0 0</inkml:trace>
  <inkml:trace contextRef="#ctx0" brushRef="#br0">10589 7038 7916,'0'-20'824,"0"2"0,0 1-362,0 2 1672,0 2 1,0 8 0,-1 5-2181,-3 6 1,2 9 0,-2 2 0,3 1 233,1 3 1,0 1-189,0 2 0,0 5 0,0 1 0</inkml:trace>
  <inkml:trace contextRef="#ctx0" brushRef="#br0">10719 7344 7916,'-7'5'673,"0"2"0,5 5 0,-3-2 518,-2-2 1,4 4 0,-2-3-1,1 4-477,0 2 0,0-5 0,3 6 0,-2-3-237,-1-1 0,1-1 0,3 1 205,0 0-720,0 0 0,0-7-120,0-5 0,5-5 0,1-8 0,2-2-226,0 0 1,0-6 0,4 2-1,0 0 61,-1-1 1,1 6 0,0-2 0,0 1-353,-1 0 0,1 6 0,0-3 286,0 1 1,0 7 526,-1 4 0,-4 6 1,-3 7-1,-3 1 131,-1 2 0,-4 3 0,0-2 0,2 1-23,0-1 1,-1-2 0,-1-3 609,1 0-805,2 0 0,2-7 0,2-5 0,2-7-197,1-3 1,4-2-1,4-1 1,2-1-24,-2-2 1,1-1 0,-1 2-1,2 0-268,-2 0 0,-1 6 0,-1 3 15,0 0 0,-2 4 405,-2 6 0,-3 2 1,-5 7-1,0 3 0,0 4-103,0 2 1,-4-2 0,0-1 0,1 1-378,-3-2 1,5 3-1,-3-5 1,3-2-1529,1-1 0,0-5 2025,0 0 0,0-5 0,0 2 0</inkml:trace>
  <inkml:trace contextRef="#ctx0" brushRef="#br0">11249 7344 7816,'-8'18'0,"2"-2"0,-1-1 658,1 0 0,-1 0 0,-1 3 0,3 0 537,0 1 0,3-5 0,-3 2 1,1-2-924,0 2 0,0-7-2754,4 3 2482,0-8 0,0-4 0,0-7 0</inkml:trace>
  <inkml:trace contextRef="#ctx0" brushRef="#br0">11285 7108 9273,'0'-11'2687,"0"4"0,1 2-3338,3 5 0,-2 1 0,6 2 0,1 1 651,2-2 0,1 5 0,0-1 0</inkml:trace>
  <inkml:trace contextRef="#ctx0" brushRef="#br0">11650 6790 7846,'-12'18'980,"1"-1"0,0 0-30,3 3 1,-2 5-1,3 5 1,-1 8-326,0 7 1,1 6-1,-5 12 1,5-30-1,1 2-380,-2 1 0,0 1 1,-1-3-1,0 0 1,-2 1-1,-1-2 1,-9 28-1060,2-12 1,4-5-1,1-12 1,3-4-3590,4-9 4403,-1-4 0,-4-9 0,0 0 0</inkml:trace>
  <inkml:trace contextRef="#ctx0" brushRef="#br0">11320 7285 7860,'-8'7'2195,"0"-3"0,6-2 0,-2 2-1241,2 4 0,12-1 1,3 1-1,4-1-1600,4 0 1,1 3-1,1-3 1,1 1-2598,0 0 3243,-1-6 0,6 9 0,1-5 0</inkml:trace>
  <inkml:trace contextRef="#ctx0" brushRef="#br0">11721 7391 7862,'-12'0'9298,"6"6"-15558,0-5 6260,12 4 0,0 0 0,6 2 0</inkml:trace>
  <inkml:trace contextRef="#ctx0" brushRef="#br0">13608 7273 7801,'-6'-11'638,"4"-1"1,-6 0-1,-1 2 959,-2 2 1,-1 2 0,1 6 0,-2 0-608,-3 0 0,1 6 1,-4 3-1,-4 7-359,-3 7 0,0 3 0,-4 8 0,-2 4-438,-2 3 1,6 4-1,-6 3 1,1 3 18,-1 3 0,6-6 0,-2 9-1727,8-8 0,10-5 1,8-12-1,4-3 1,4-4-5155,4-7 6669,8-8 0,7 0 0,7-3 0</inkml:trace>
  <inkml:trace contextRef="#ctx0" brushRef="#br0">13702 7533 7801,'-12'-4'1218,"0"0"0,1 0 0,-1 4 0,0 0 56,0 0 0,0 5 0,1 3 0,-1 4-691,0 4 1,4-2 0,0 4-1,-1 1-526,-1-1 0,3-4 1,3 3-1,3-1-541,1 0 1,1-2 0,4-6 0,6-4 126,3-3 1,7-2-1,-1-3 1,1-4 309,-2-2 1,4-7-1,-5-2 1,0 0-48,-2-1 1,-4 0-1,-3-2 1,-2 1-564,-2 2 0,-1 4 1,-4-1-907,0 3 0,-5 7 0,-3 3 1563,-3 6 0,-6 3 0,-1 6 0</inkml:trace>
  <inkml:trace contextRef="#ctx0" brushRef="#br0">13891 7556 12942,'-7'2'2114,"2"0"1,1 4-1312,0 0 1,-1 3-1,2 6-411,-1 0 1,0 1-1,3-3 1,-2 2-134,-1 0 0,-1 1 0,2-4-27,0 0 0,-1-7 1,5-5-259,3-7 0,-2-3 0,6-3 1,3-3-744,3-4 1,1-2 0,3 0-1,0 0 79,1-2 1,-5 7-1,3-5 1,-1 3 63,0 5 1,-1 5 0,-3 2 394,0 2 1,-4 6-1,-2 8 1,0 6-102,-4 4 0,-1 4 0,-1 0 0,0 1-426,0-1 1,0-3 0,0-2 757,0 0 0,0-3 0,0-3 0</inkml:trace>
  <inkml:trace contextRef="#ctx0" brushRef="#br0">14339 7450 7801,'0'-18'157,"0"2"1,0 3 2204,0 1 1,0 1-315,0-1 1,-6 5 0,-1 3-1796,-4 3 0,1 6 0,0 3 0,3 4-332,-3 4 0,1 2 0,0 4 0,3-1-236,0-1 0,2-1 0,4 5 0,-1 0 59,-3-1 1,3-3 0,-3-2 0,3 0 215,1 1 1,-2-3-1,-2 3 61,-4 2 0,2-4 0,-2-2 1,-1-5-31,-2-2 1,4-5 0,-1 0 0,-2-1-1038,0-2 0,-2-2 0,0-3-1751,1-7 0,4 1 2797,3-5 0,3-2 0,1-1 0</inkml:trace>
  <inkml:trace contextRef="#ctx0" brushRef="#br0">14645 7474 7827,'-17'12'1430,"3"1"0,-5 2 0,2 4-75,3-1 1,1 4-1,2-2 1,2 2-706,1 2 1,4-1 0,-2 0 0,1-2-1431,2-2 1,2-8 0,1 1-2038,0-2 1,0-6-1215,0-4 4031,0-10 0,5-9 0,2-4 0</inkml:trace>
  <inkml:trace contextRef="#ctx0" brushRef="#br0">14669 7049 7846,'0'-18'1135,"-1"1"1,-2 5 0,-2 1 19,-2-1 1,3 5-1,-2 5-514,0 4 1,2 5 0,4 5 0,0 1-1294,0 2 0,0 4 1,0 3-1,0 0 652,0 2 0,6-3 0,0 8 0</inkml:trace>
  <inkml:trace contextRef="#ctx0" brushRef="#br0">15011 7026 8752,'-5'-7'2109,"-1"3"1,-2 10 0,5 5-622,1 8 1,-2 4-1,0 6 1,0 8-866,-1 9 0,3 3 0,-6 9 0,-1 4-535,-2 2 0,-1-7 1,0 0-1,1-6-158,-1-5 1,1-16 0,4-4 0,1-8 473,1-7-131,4-5 0,-4-11 0,5-3 1,1-4-144,3-3 0,-2 0 1,5-4-1,-2-2-194,-2-2 1,2 0 0,-1 1 0,-1-1-68,-2 0 0,-1 3 1,0-5-1,0 6-73,0 2 0,0 1 0,0 4 0,-1 2 194,-3 2 0,-3 3 1,-5 6-1,-1 4 20,-3 7 0,2 9 0,-4 6 0,1 1 4,2 1 0,2-1 1,3 4-1,2-3 189,4 0 1,3-9 0,1 3 0,0-4 315,0 0 1,5-9-1,3 1 1,3-5-169,5-3 0,-1-2 1,4-1-1,2-1-280,2-3 1,1-7-1,1-4 1,2-1-224,-1-1 0,-8-1 0,6-6 0,-3 0-15,-3 1 1,0 3 0,-5 1 0,1-2-206,-4-2 1,-5 1 0,2 2-1,-2 5 14,-2 2 1,-3 2 282,-4 3 0,-3 4 0,-3 8-185,2 4 0,-3 7 0,5 2 1,-1 1 34,3 3 1,-1-3 0,1 2 0,2 1-254,0 1 1,2-2 0,0-2 0,0 0 181,0 1 0,5-5 0,2 2 0,1-3 278,0-1 1,1-6 0,5-2-1,2-2 206,-2-2 0,1-7 0,-1-3 1,2-6 74,-2-2 0,-1-3 0,-1-4 0,0-2 255,0 1 1,0 4 0,-1-4 0,1 4-824,0 2 0,-1 5 0,-2 0 0,-1 2-650,1 1 0,-3 5 0,2 3-460,1 3 1,-3 6-1,-1 3 1,-1 3-496,0 0 0,4 1 1910,-5 0 0,7 5 0,-4 1 0</inkml:trace>
  <inkml:trace contextRef="#ctx0" brushRef="#br0">16579 6896 7878,'-12'12'169,"-1"2"0,-1 5 0,-3 6 945,-2 3 1,-1 10 0,-5 10-1,-2 8-817,14-24 1,0 1-1,-9 30 1,8-28-1,0 0-446,2-2 0,0-1 1,-7 28-1,3-9 1,5-9-1,1-9-835,3-9 0,4-6 519,-1-6 1,3-11 0,1-5 464,0-5 0,0-13 0,0-3 0</inkml:trace>
  <inkml:trace contextRef="#ctx0" brushRef="#br0">16155 7285 7878,'-12'0'1899,"4"0"1,0 0-542,-1 0 0,6 0 0,7 0-635,11 0 1,8 0-1,9-1 1,7-4-344,6-7 1,6 0 0,1-4 0,2 2-966,2-2 0,-6 3 0,-2-3 0,-2 2-2161,-5-2 0,-3 2 1,-7-4 2745,-7 1 0,2-4 0,-13 2 0</inkml:trace>
  <inkml:trace contextRef="#ctx0" brushRef="#br0">16850 6979 7878,'0'-12'1650,"0"5"0,0 3 0,-1 10 0,-2 5-911,0 8 0,-7 4 1,2 4-1,-2 1-335,-2 3 0,2 0 0,1 4 1,1 1-124,-1-1 0,-2 0 0,1-1 0,0-2 153,3-5 1,4-6 0,-1-2-232,3-2 1,2-3 0,3-6-168,4-4 1,4-8-1,2-4 1,3-4 6,1-3 0,2 0 0,4-4 0,-1-2-434,1-2 1,1 0-1,1-1 1,1-1 157,0-2 0,-6 2 0,-3-3 0,-1 4 290,-3 0 1,-1 6 0,-2 2 0,-2 3 642,-1 1-444,-5 5 0,0 2 0,-5 7 267,-2 1 0,-4 5 0,3 7 0,-2 2-124,-2 1 0,4 2 0,1 3 0,1 1-272,-1-1 0,3-3 0,-3 0 0,4 1 61,4 1 1,4-2-1,6-2 1,3-1-1571,2-3 1,0-2 0,6-4 0,1-4-100,2-3 1,0-1-1,-5 0 1,-1-2 1480,-2-6 0,2-5 0,-3-11 0</inkml:trace>
  <inkml:trace contextRef="#ctx0" brushRef="#br0">18489 7273 7878,'16'-11'0,"0"-1"0,-6 0 0,-6 0 1634,-2 0 0,-9 2 1,-3 1-1,-6 2-515,-2 2 0,-2 1 1,-4 4-1,1 0-602,-1 0 0,-3 5 1,-1 3-335,2 3 0,-3 4 1,2 4-1,0 2 1,2 4-116,2-1 0,8 1 1,5-2-1,3-2-412,5-2 1,3-4-1,7-1 1,9-5 110,8-5 1,2-8 0,7-5 0,3-5-335,0-6 0,-4 2 0,-5-2 1,-1-1-39,-5-1 0,-2 2 0,-2 2 1,-5 1-3878,-4 2 4482,-6 2 0,7-4 0,-3-1 0</inkml:trace>
  <inkml:trace contextRef="#ctx0" brushRef="#br0">18572 7203 11407,'-7'5'1781,"-2"-2"0,5 4 0,0 3-1117,-1 0 0,3 3 1,-5 3-1,2 4-312,2 2 1,2 1 0,1 1 0,0-2-475,0-2 1,5-3 0,3-7-1,2-2-15,2-4 0,5-4 0,3-5 0,3-7-368,5-6 0,-6-8 0,3-3 0,-1-1 45,-3-3 0,-4 3 1,0 0-1,-1 1-17,-2 3 0,-8 2 0,5 4 1,-4 5 270,-5 2 0,-2 6 0,-4 4 94,-4 6 1,-2 9 0,-1 7 0,2 5-27,1 4 1,0-4 0,-3 4 0,0-3-543,3-2 1,3 0 0,5-2 28,0-2 1,3-6 0,3-2 650,6-10 0,8-11 0,-2-9 0</inkml:trace>
  <inkml:trace contextRef="#ctx0" brushRef="#br0">19221 6554 7878,'-6'-5'1747,"0"6"0,-3 10-562,-3 7 1,3 12-1,-8 11 1,0 14-790,7-22 1,0 2-1,-3 6 1,0 2 0,-1 4-1,0 0 1,0 3 0,1 0-481,-2 0 1,1-1-1,2-9 1,0-1-1,1-3 1,0-1 0,-2 18-1308,8-13 0,3-21-159,2-3 1,0-12 0,0-5 1549,0-10 0,-5-11 0,-1-8 0</inkml:trace>
  <inkml:trace contextRef="#ctx0" brushRef="#br0">18867 7049 14844,'13'-1'2130,"4"-1"0,9-4-2026,12 0 1,3-2-1,11-3 1,2 2-768,-3 1 1,-3 6 0,-6-2 0,-5 3-1836,-4 1 1,-11 0 0,0 0 2497,-3 0 0,-9 0 0,-5 0 0</inkml:trace>
  <inkml:trace contextRef="#ctx0" brushRef="#br0">19374 7097 8211,'-12'23'0,"0"2"682,0 3 1,-1 3 0,-1 8 0,-3 6 113,-1 5 0,3 1 0,-1 5 0,2 0-98,-2-3 1,7-13 0,-1-7 0,3-7 693,5-7 1,0-8 230,2-7 0,0-12 0,0-14 0,2-7-1005,1-5 0,4 0 0,5-9 1,0-1-767,-1-2 0,1-3 1,1 1-1,2-2-1143,0 0 1,6 8 0,-2-5 0,2 1 212,2 0 1,-4 8 0,7 6-1,0 4 669,-1 6 0,-2 11 0,-3 5 0,-4 9 324,-3 8 0,-3 6 0,0 8 0,-4 3 210,-1 3 1,-1 1-1,-4 0 1,-1 2 280,-3-1 1,0-4-1,-6 0 1,-5-3 161,-2-4 0,2-5 1,-5 2-1,-2-2-833,-5-3 0,6-2 0,-2-4 0,1-4-1162,-1-3 1,5-2 0,4-3-1,4-5 1427,6-6 0,8-3 0,3-6 0</inkml:trace>
  <inkml:trace contextRef="#ctx0" brushRef="#br0">19739 7108 9327,'-7'6'1427,"-1"1"1,5 4-1,-2 1 1,1 1-414,0 3 1,-4-2 0,4 6 0,0 1-482,-1 1 1,4 1-1,-3 0 1,2-2-419,2-2 0,0-8 0,2-1-364,2-3 1,2-5-1,7-6 1,2-5-333,0-5 1,5-4-1,-3-6 1,2-1-281,1-2 1,-2 2 0,-3-3 0,0 3 334,0 2 0,-2-1 0,3 2 1,-4 2-543,-4 5 1,1 8 1052,-5 7 0,-4 7 0,-5 8 0,-2 5-120,-2 2 1,-1 2 0,-1-2-1,2-2-857,1-5 0,5 2 350,-1-1 1,7-7 0,4-10 641,3-9 0,5-8 0,8-5 0</inkml:trace>
  <inkml:trace contextRef="#ctx0" brushRef="#br0">20341 6531 10347,'-4'13'0,"-1"4"1225,-2 6 0,-1 9 1,-4 11-1,-1 11-883,-2 10 1,8-30 0,-1 0-1,-1 5 1,-1-1 0,-1 1 0,1-2-162,-2 1 0,1-2 0,-7 25 1,2-7-1,3-11-2497,1-11 1,1-10 825,-1-14 0,5-13 0,3-11 0,3-6-414,1-6 1904,0-2 0,-5-5 0,-2-1 0</inkml:trace>
  <inkml:trace contextRef="#ctx0" brushRef="#br0">20093 6873 7291,'1'-7'1119,"3"3"0,4 4 0,8 3 1,4 2-1156,2 2 1,7 0 0,2 4 0,3-2-524,2-1 1,-1-2 0,-1 2 0,-1-4 410,-2-2 0,-1-2 1,1 0-1,-7 0-196,-3 0 1,-10 0-1,-1-2 2230,-3-2 1,-4 3-598,-7-3 0,-4 3 0,-7 2 0,0 3-509,0 4 1,-3 6 0,0 3 0,-2 2-465,0 2 1,1 2 0,-4 2 0,2 1-96,2 0 1,3-7 0,-2 3 0,-1-2-418,1-2 1,6-7 0,-2 0-964,-1 0 1,1-7 0,3-4 0,4-7-2116,3-3 0,2-7 3274,2-3 0,11-7 0,2-4 0</inkml:trace>
  <inkml:trace contextRef="#ctx0" brushRef="#br0">21461 6943 8543,'-4'-19'0,"-1"-2"1640,-2 0 1,3 5 0,-3 0-312,-3 3 1,0 7 0,-2 3 0,-1 6-780,-3 5 0,-2 7 0,-6 5 1,-1 4-294,-2 3 0,6-1 1,-1 4-1,3 0-357,5 1 0,2-5 1,4 0-1,4-5-121,3-5 0,2-5 0,3-3 0,5-4 12,6-2 1,3-5 0,6-4-239,-1-4 0,1-9 1,0 0-1,-2-2 1,-1-2-988,-2 1 0,-3-1 0,3 1 291,-2-1 1,2 2 0,-3 1-1,-2 3 167,-1 1 0,-6 7 0,-3 10 976,-3 7 0,-1 10 0,0 5 0,-1 6 0,-3 2 0,3 1 0,-3 5 0,2 0 0,2 4 0,0-4 0,0 2 0,0-5 446,0-5 0,6-9 0,2-4 0,3-6 728,5-5 1,-2-13 0,6-9-1,1-9 120,1-12 1,2-3 0,-2-9-1114,-2 2 1,1-2 0,-5-3 0,-2-2 0,-1-5-393,-1-4 0,-4 5 0,-2-4 1,-2 30-1,-1 0-81,0-2 0,0 1 0,1-28 0,4 0 1,0 11 180,-1 7 0,2 14 0,-4 10 0,2 5 279,2 6 1,1 6-1,2 1 22,0 6 1,0 5 0,-1 6 0,1 5 184,0 3 1,0 0 0,0 8 0,-1 0-438,1 0 1,4 3 0,0 4 0,-2 0-828,-1-3 1,-2-7 0,-2 1-1,-3-4-534,0 0 0,-3-10 0,-4-3 272,-3-5 1,-4-3 1150,-7-7 0,-9-8 0,-6-6 0</inkml:trace>
  <inkml:trace contextRef="#ctx0" brushRef="#br0">21567 6672 7878,'-6'5'3090,"-5"-3"-2443,3 2 1,8-3 0,6-2-1,8-2 962,10-1 1,10-4 0,9 3 0,3 0-2496,1 0 0,1 1 0,2 4 0,0 0-6876,-4 0 7762,1 0 0,0 0 0,7 0 0</inkml:trace>
  <inkml:trace contextRef="#ctx0" brushRef="#br0">22817 7273 8140,'-12'0'0,"1"0"721,-1 0 1,4-1 0,1-3-41,2-4 0,1-3 0,5-5 0,3-5-78,4-5 0,4-6 0,4-6 0,3-4-252,4-4 1,-4 1 0,0-9-1,-1 0-192,0 1 0,-3-2 0,1-3-344,-3 3 0,-2-5 0,1 3 1,0 2-1,1 0-133,3 2 0,-6 11 0,3 2 0,1 8 425,-1 7 1,-7 12-1,6 2 1,-2 5 43,1 3 0,-2 7 0,2 4 0,3 2-8,3 2 1,-1 5 0,2 3-285,-1 2 1,4 7 0,-1 2 0,-1 2 0,0 1-401,-4 1 1,-8-6 0,4 5 0,-5-4-644,-3-3 1,-3-3 0,-4-3-1,-5-2-1691,-6-4 2875,-3-9 0,-16 9 0,-3-8 0</inkml:trace>
  <inkml:trace contextRef="#ctx0" brushRef="#br0">22617 6708 7878,'-20'7'-517,"2"0"2858,1-2 1,9-1 0,12-4-1385,10 0 0,10 0 0,7 0 0,10 0-761,7 0 0,-1 0 0,6 0 1,3 0-1060,3 0 1,0 0 0,5-1 0,-1-2-1235,-1-1 1,-11-1-1,5 0 1838,-1-7 1,9-5-1,-3-7 1</inkml:trace>
  <inkml:trace contextRef="#ctx0" brushRef="#br0">23631 6554 7878,'-5'-10'1206,"-3"1"-132,-3 1 1,2 5 0,-1-1-1,-4 4-206,1 4 0,-5 4 0,-3 8 1,-5 5-334,-6 5 1,-4 9 0,-5 9-1,18-21 1,-1 2-302,-2 2 1,0 1 0,2-1 0,0 1 0,-3 3 0,1 1 0,2-3-1,2 1-616,1-2 0,2-1 1,-7 20-1,8-9 1,7-7-567,7-7 1,8-6 0,6-7 0,3-3 121,2-4 1,6-4 0,0-4 0,6-6-2968,4-4 3793,3-4 0,7-6 0,1 1 0</inkml:trace>
  <inkml:trace contextRef="#ctx0" brushRef="#br0">23513 6767 7878,'-8'0'345,"0"0"1,-1 1 147,-2 3 0,5-2 0,1 6 0,1 1 417,0 2 0,1 6 1,7 3-1,4 3-198,2 5 1,8-2 0,0 4 0,3 0-1308,2 0 1,-3-4 0,5 2-1,-5-3-26,-3-2 0,-3-8 0,-6-3-1846,-4-2 1,-3-6 2466,-1-4 0,-10-10 0,-3-9 0</inkml:trace>
  <inkml:trace contextRef="#ctx0" brushRef="#br0">23395 7014 7878,'-12'-4'0,"0"-1"1109,1-2 1,4 0 0,3-5 100,3 0 0,7 4 0,7 0 1,11-2-843,10-5 0,3 2 0,6-4 0,2 1-303,0 1 1,-1-2 0,-1 2-1,0-2-3795,-1-1 1,-5-3 3729,-6-7 0,-5-2 0,3-5 0</inkml:trace>
  <inkml:trace contextRef="#ctx0" brushRef="#br0">23996 6519 8667,'-8'5'0,"1"3"1275,-3 3 1,4 2 0,-1 2 0,2 5 131,2 2 1,-2 14 0,1 6 0,0 10-505,-1 10 1,-1 2 0,0-26 0,0 2 0,0 0 0,0-1-339,0 0 0,0-1 0,-6 28 0,1-14 0,-2-9-2517,-3-7 0,3-14 0,-4-4 0,0-7-2514,-3-7 1,2-10 4465,-2-5 0,0-6 0,-3-7 0</inkml:trace>
  <inkml:trace contextRef="#ctx0" brushRef="#br0">7641 8841 7370,'8'-19'-43,"0"-1"1,-6 0 0,2-2 0,-3 1 1528,-1 1 1,0 5 0,0-4 55,0 2 1,0 2-1,-1 4-313,-3 3 1,-2 3 0,-6 6-947,0 3 1,0 7-1,0 6 1,-1 2-1,-1 5-330,-2 2 0,-5 11 0,3-2 0,-2 3-32,1 3 0,8-1 0,1 4 0,2-5-321,1-2 0,5-7 0,-1-4 0,6-5-529,4-5 0,9-8 1,4-6-1,3-6 904,5-8 1,-2-6 0,6-9 0,0-6 12,2-5 0,-2-4 1,-1-5-1,1 0 79,-2-1 1,-1 5 0,-7 3 0,-2 2 181,-5 4 0,-8 13 7,-7 5 1,-5 15-1,-8 12 1,-2 9-46,-1 6 1,-5 6 0,3 6-1,0 2 7,2 2 0,3-4 0,1 1 1,2-2-561,2-1 0,3-9 0,5-2 1,2-3-1289,6-5 1,5-4 0,12-5 0,4-7 634,6-7 0,7-8 0,9-14 0,6-5 995,-26 15 0,-1-2 0,23-18 0,-27 18 0,0-2 0,21-18 0,-6 2 0,-10 1 0,-8 4 0,-10 6 303,-8 7 1,-9 6-1,-4 2 1,-4 2 1479,-3 2 1,1 2 0,-1 6-928,2 0 0,1 0 1,0 0-1,0 2 1,0 2-493,1 4 0,3 3 0,1 4 1,2 2-328,2 1 0,2 3 0,1 5 0,1 2 332,3-2 0,-1-1 1,3-2-1,1 2 226,0 3 1,-5-7 0,2 2 0,-3 0-635,-1-1 0,-5-2 0,-3-2 0,-3 0 136,-5 1 0,-3-5 0,-3 0 1,1-3-2556,2-3 0,3-6 1,-2 2-1,1-4-3094,2-4 5552,7-2 0,-2-11 0,3-2 0</inkml:trace>
  <inkml:trace contextRef="#ctx0" brushRef="#br0">9174 8924 7878,'12'0'466,"-5"0"1739,1 0 3627,-5 0-4426,2 0 0,-1-5 0,0-3 0,0-4-394,1-4 0,2-2 1,5-7-1,-1-3-636,1-3 0,1-3 1,2 0-1,2 0-248,1-2 1,-2 9 0,2-4 0,-1 4-247,-2 4 1,-2 8 0,-2 5-248,1 3 1,0 9-1,-2 7 1,0 5 17,-2 6 0,-1 9 0,4 6 1,-1 8 163,2 7 1,-5 0-1,7 4 1,0-1-266,0 1 0,3-6 1,0 0-1,0-9-11,0-6 0,4-11 1,-3-10-1,0-7-319,-2-4 1,-1-6 0,-1-4-1,2-7-558,-2-8 0,-5 1 1,-2-5 134,-2 4 1,-1-4 0,-4 1 0,0 0 0,-1 2 1200,-3 2 0,-8-6 0,-6-1 0</inkml:trace>
  <inkml:trace contextRef="#ctx0" brushRef="#br0">9410 9042 7878,'-23'11'2350,"9"1"-1764,-6 0 0,12-7 0,8-5 1,10-8 1053,8-6 0,4-7 0,12-9 1,6-7-1236,4-3 1,-3-4 0,-17 21-1,0-1 1,0 1 0,1-1-994,0 0 0,-1 1 1,25-22-1,-4 1 0,-2 1-1757,-7 6 1,-4 6 0,-10 8-2916,-2 4 5260,-8 7 0,-7 7 0,-5 5 0</inkml:trace>
  <inkml:trace contextRef="#ctx0" brushRef="#br0">10931 8653 8381,'-12'-12'0,"-1"0"1114,-3 0 1,2 1 0,-5 0-1,1 2 35,0 1 1,2 5-1,-4-1 1,-1 3-724,-1 1 1,1 5 0,0 3-1,-2 4-211,-2 4 0,2 2 0,-3 7 1,4 1-197,2 2 1,6 0 0,-1-1-1,5 0-273,2-1 1,7-6-1,1-4 1,8-4-34,6-5 1,6-1 0,6-8 0,3-2 326,1-3 1,1-10 0,5-6 0,-1-4-73,0-3 0,-3 2 0,-2-1 1,-1 2 64,-3 1 1,-5 7 0,-4-3 26,-4 4 0,-5 7 1,-12 9-108,-4 4 1,-6 10 0,-3 9 0,-2 5-58,-1 6 0,1 3 1,1 2-1,-1 1 31,1 0 1,4-7 0,-2 6-1,4-2-2148,4-2 1,3-10 540,5 1 1,5-10 0,3-2 1679,3-7 0,6-14 0,1-4 0</inkml:trace>
  <inkml:trace contextRef="#ctx0" brushRef="#br0">11202 8653 7878,'-12'11'0,"0"3"1113,1 1 1,-1 0 0,0 4-1,0 5 120,0 6 1,1 4-1,-1 12 1,0 5-350,0 5 0,0-7 1,2 2-1,1-5 73,1-6 1,4-10-1,-3 1 44,2-9 0,-3-12 0,4-10-503,2-6 0,1-6 0,1-5 1,1-7-499,3-6 0,2-5 0,6-4 0,0-6-144,0-5 0,1 1 0,1-7 0,2-1-850,-2-5 1,1 5 0,0-2 0,5 1 379,2 2 1,-2 11-1,-2-2 1,1 10 414,-1 11 0,-3 14 0,0 5 0,-2 7 119,-1 7 1,-4 3 0,0 9 0,0 2 140,-2 1 0,1 3 1,-5 2-1,2 1-83,-1 2 0,-2-2 1,-2 2 943,-3-1 1,-1-2 0,-6-3-1,1 0 1,-3-1-284,0 1 0,-6-5 0,0 0 0,-4-1-1638,0 0 0,-2-3 1,-1 1-1,-2-5-1186,2-3 1,5-3 0,3-5 724,1 0 0,6-1 0,9-4 1,5-7-2308,9-6 3767,5-5 0,12-5 0,1-2 0</inkml:trace>
  <inkml:trace contextRef="#ctx0" brushRef="#br0">11414 8606 7878,'0'11'243,"0"2"0,0 2 0,0 2 487,0 1 0,0 2 0,0 5 0,-1 2 239,-3 5 0,3 3 1,-5 3-1,3 1-70,-1-1 0,-2-1 0,4-3 0,-2-3 3290,1-3-3290,-3-8 0,4-10 0,-2-10 0,3-9-428,1-9 1,0-3-1,0-11 1,1-1-620,3-1 0,-1-5 0,4-2 0,-1-2-388,1-5 0,0 3 0,5-5 0,0 1-124,0 0 0,4 1 0,1 2 0,0 3 302,0 3 0,2 10 0,-3 7 1,0 7 193,1 7 0,-4 6 0,3 10 0,-3 7-27,-1 7 0,-5 1 0,0 10 0,-2 2 93,-2 4 0,-2 2 0,-1 4 1,0-4 459,0 1 0,-1-4 0,-2 2 0,-3-4-303,-5-3 0,1 0 0,-9-5 0,1-4-776,0-2 1,2-8 0,-2 0 0,1-5-678,2-3 1,2-2-1,3-7 1,0-5-2623,2-5 4016,6-5 0,2-10 0,6-1 0</inkml:trace>
  <inkml:trace contextRef="#ctx0" brushRef="#br0">11709 8829 17091,'7'-11'0,"-2"-2"991,0-3 1,-2-2 0,3-7-1,2-3-798,3-3 1,-5-3 0,9-2-1,-1 0-539,-1-4 0,1 9 0,1-1 0,1 6-1207,-2 3 0,-1 10 0,-1 6 675,0 8 0,-6 7 1,0 8-1,-3 4-196,1 2 1,2 3 0,-4 0 1073,2-2 0,5 9 0,-2-7 0</inkml:trace>
  <inkml:trace contextRef="#ctx0" brushRef="#br0">12063 8617 7878,'0'-17'622,"0"3"0,0-4 1,1 0 1219,3 4 1,-3 1 0,3 1-444,-2 0 0,-4 6 0,-2 2-855,-3 3 1,0 10 0,-1 4 0,-1 4-311,-2 4 1,1 1-1,1 3 1,1 1-332,-1 2 0,4-1 0,1-4 0,2-3-393,2 0 0,0-2 0,2 2 130,2-4 0,2-8 0,6-6 0,1-4 88,3-6 0,-2-7 0,4-2 56,-1-1 0,-1-2 0,-4-3 0,-2-1 0,0 1-560,-2-1 0,-6 4 0,2 2 1,-3 0-416,-1-1 0,-4 9 1,-1-2-1,-1 3 1191,-4 2 0,-5-3 0,-4 3 0</inkml:trace>
  <inkml:trace contextRef="#ctx0" brushRef="#br0">12393 8570 7866,'0'-12'790,"0"1"1,0-1 0,0 0 415,0 0 0,0 0 1,0 1-1,0-1-835,0 0 0,0 4 0,-1 2 0,-3-1-153,-4 1 0,1 3 0,-1-1 0,-1 3-78,-1 1 1,-2 0 0,0 2 0,0 5-223,1 5 0,-5 7 0,-1 2 0,0 4-93,0 3 0,1-1 0,6-3 0,2-1-82,4 1 0,-1-6 1,1-2-1,2-4 158,5-4 0,5-3 1,8-6-1,3-5 453,3-6 1,3-6-1,2-8 1,1-3-21,3-1 1,-9 2-1,0 0 1,-2 1-268,-2 5 0,-7 3 0,-1-1-181,-3 4 1,-3 10 0,-6 6-62,-2 6 0,-2 10 0,-6 4 0,0 3-228,0 5 1,1-2 0,-1 4-1,0 0-264,0 0 0,2-4 1,1 2-1,2-3-502,2-2 0,2-3 0,7-3 0,4-3 57,2-3 1,9-7 1111,4 0 0,6-8 0,7-3 0</inkml:trace>
  <inkml:trace contextRef="#ctx0" brushRef="#br0">12876 8547 7866,'0'-12'899,"-1"4"0,-3 1 0,-4 2 900,-2 3 1,-3 0-1,-2 4 1,-3 1-891,-4 5 0,1 4 0,-7 4 1,2 5 76,-1 5 1,-4 0 0,-1 4 0,3 2-658,5 2 0,9-5 0,0 6 1,6-2-2253,5-3 0,4-5 1,4-7-1,6-2 443,9-6 1,2-3-1,10-9 1,3-4-211,4-10 1,2-5 0,4-13 1689,1-2 0,-19 12 0,1-1 0,-2 1 0,-1 0 0</inkml:trace>
  <inkml:trace contextRef="#ctx0" brushRef="#br0">13159 8299 7866,'-11'-5'1590,"-1"3"1,0-1-1036,0 1 1,4 2 0,2 2-1,1 3 1151,2 7 0,-2 2 0,0 8 1,-1 4-843,1 3 1,-4 4 0,1 6-1,-2 5-439,-2 1 1,-4 3 0,0-3-1,2-1-59,1-5 0,-2-6 0,2-5 0,4-3-249,3-6 0,-2-9-413,4-2 0,1-11 1,7 1-1,4-6 138,2-4 0,2 2 1,1-9-1,2 1-512,0 0 1,5-2 0,-3-2-1,0 1 147,0 1 1,-1 10 0,-4-2-65,0 1 0,-1 2 0,1 1 386,0 4 0,-6 10 0,0 4 0,-2 6 96,0 2 0,3-3 0,-1 0 0,0-2 26,3-1 1,3-5-1,4-3 1,4-3 621,2-1 0,1-11 0,1-3 0,0-6 323,-1-3 0,-3 2 1,-2-7-1,-1 4-620,-2 0 0,-6 2 0,-3 2 0,0 4 119,-4 3 0,-2 3 0,-5 2-134,-7 4 0,0 8 0,-5 5 1,2 5-420,-1 6 0,-4 2 0,4 2-603,2 0 1,1 3 0,2 1 0,2-4 0,3 0-915,1 0 1,2-7 0,7 5 0,5-5 548,5-7 1,5 1-1,6-9 1,2-3 1155,5-5 0,7-15 0,3-4 0</inkml:trace>
  <inkml:trace contextRef="#ctx0" brushRef="#br0">13643 8606 7866,'12'-12'42,"-2"0"285,-2 0 1,-4 6 940,-8 2 0,-2 4 0,-6 2 0,1 4-245,3 0 1,-2 6 0,3 5-1,0 0-762,-1 0 1,4 4 0,-3-1-1,1 2-38,-1 1 0,4 1 0,-2-2 0,1-1 206,0-1 1,-5-1 0,1 4 0,-2-2-895,-2-2 1,0-4-1,0 0 1,-1-1-1395,-2-3 1,2-4 0,-3-3 0,3-3 1858,1-1 0,-5-10 0,-1-3 0</inkml:trace>
  <inkml:trace contextRef="#ctx0" brushRef="#br0">14740 8594 7866,'0'-12'1064,"-4"0"0,0 0 0,0 1 301,-1-1 1,3-1-1,-3-2 1,1 0-441,0 0 1,-1 6-1,1 1 1,-4 0-485,-2 2 0,-3 0 0,-2 8 0,-3 3-76,-4 7 0,-1 10 1,-7 8-1,0 3-523,0 2 1,2-1 0,-1 8 0,3 0-223,4 0 0,12-12 1,2-1-1,5-4-60,3-4 0,11-11 0,6-2 1,7-6 201,8-6 1,2-4 0,1-9 0,2-6 344,2-3 1,-6-6-1,1 1 1,-4 0 34,-3 0 1,-3-1 0,-1-2 0,-4 3 171,-3 3 0,-8 7 0,-4 3-181,-3 1 1,-2 6 0,-2 9 0,-2 6-314,-2 7 0,0 2 0,-5 8 1,0 4-161,0 5 1,-1 2 0,-1 2-1,-3 4-440,-2 3 1,5-5 0,-2 4-1,2 0-854,-2-1 1,7 1 0,-2 0 1633,5-8 0,-3 2 0,2-9 0</inkml:trace>
  <inkml:trace contextRef="#ctx0" brushRef="#br0">15919 8606 8296,'6'-6'1664,"0"4"-952,-6-6 1,-6 1 0,-2-1 0,-2 3 138,-2 0 1,-4 4-1,-1-3 1,-1 4-496,-3 4 0,-1 2 0,-2 7 0,1 3-235,-1 4 1,1 3 0,0 3 0,4 3-120,3 1 0,4-3 0,4 0 46,4-2 0,4-4 0,4-4 0,5-7 0,6-3-276,4-4 1,4-7-1,2-6 1,1-4 415,1-6 1,5-2 0,-5-1 0,1-1-832,1 0 0,-8 0 0,1-3 0,-2 0-654,-2 1 1,-4 1 0,1 2 0,-6 2-1367,-5 2 2663,-3 4 0,4-2 0,2 6 0</inkml:trace>
  <inkml:trace contextRef="#ctx0" brushRef="#br0">16202 8499 20782,'-4'14'0,"0"0"484,1 2 0,-3 6 0,-1 0 0,-1 6-352,1 2 1,3-4-1,-3 2 1,0-5-151,1-3 1,3-3 0,-1-5 141,3-1 1,1-5-1,1-6 1,3-7-352,4-3 0,4-9 1,4-3-1,5-6 36,5-2 0,0 3 0,4-5 0,2 0-414,2-2 1,-5 2 0,5 3-1,-4 3 282,-4 4 0,-6 11 1,-6 5 407,-5 7 0,-4 12 1,-6 9-1,-3 6 77,-4 2 0,-3 2 0,-4 3-671,-1 0 1,1 3-1,3-1 1,0-4-1,0-3-698,0-4 1,5-1 0,0-3 0,2-2 1206,2-4 0,2-3 0,1-2 0</inkml:trace>
  <inkml:trace contextRef="#ctx0" brushRef="#br0">17912 8110 7877,'6'-5'583,"-1"6"619,-5 3 0,-1 9 0,-4 18 1,-7 9-704,-6 14 1,4-22 0,-1 1-1,-2 5 1,0 0 0,-2 2-1,-1 0-460,-1 1 1,0-2 0,2-4 0,1 0 0,0-3 0,2-2 0,-9 20-2118,8-14 1299,4-14 1,2-12 0,2-10-934,1-6 1,0-10 0,-3-5 1711,-1-5 0,-5-4 0,-1-6 0</inkml:trace>
  <inkml:trace contextRef="#ctx0" brushRef="#br0">17464 8393 7877,'0'-11'1227,"1"4"1,1 2 464,2 0 1,7 3 0,1-2 0,9 3-1191,9 1 1,3-4 0,11-1-1,5-2-818,4-2 0,6-1 1,2-4-1,0 0 110,1-2 0,-11-3 0,0 2 1,-8-2-2296,-2-2 1,-12 4-1,-1 2-512,-4 2 3405,-10 1 1,-14 5-1,-7 3 1,-4 4 264,-1 4 1,0 4 0,1 6 0,-1 4-23,0 0 1,-1 7 0,-1 5-1,-2 3 480,1 2 0,1-2 1,0 7-1,-3 0-622,-2-1 1,4 2 0,-4-5 0,2 1-149,3-3 0,1-7 0,2 0 0,2-6 474,1-6-672,5-7 1,3-8 0,8-8 0,4-3-78,4-5 0,-2-3 0,6-3 1,1 0-327,1-2 0,2 3 0,1-7 0,1-1-214,1-3 0,1 3 1,-5 2-1,1 2 166,0 2 0,-5 0 1,0 5-1,-2 5 143,-3 4 1,-5 6-1,-2 0 1,-2 6 250,-2 5 0,-2 4 0,-1 3 0,0 4 229,0-1 1,0 3-1,0-5 1,1-2-63,3-1 0,3-2 0,6-3 0,1-4 59,2-3 1,5-2-1,-1-5 1,2-4-23,1-5 0,-3-6 1,-2 2-1,-1-3-177,-2-2 1,-2 0-1,-3 2 1,0 2-125,-2 5 0,-6 2 0,1 2-32,-6 3 0,-3 4 0,-6 10 0,-1 7 113,-3 9 0,-2 3 0,-6 6 0,2 2-445,2 1 1,2 1-1,5 0 1,0-1-29,2 1 0,7-6 1,2 4-1,4-5-1119,6-1 1,9-13 0,7 3 0,6-5-1834,4-7 0,-3-5 3351,1-8 0,-6-5 0,3-11 0</inkml:trace>
  <inkml:trace contextRef="#ctx0" brushRef="#br0">19621 8641 7877,'12'-5'371,"-4"2"1,-1-5 0,-1-1 763,1-1 1,-5-2-1,4-1 1,-2-3-243,0-4 0,1-3 0,-3-4 0,2-1-491,-1-2 1,3-2 0,2-2 0,3 0-199,1-1 1,5 5 0,2-7 0,4 1-822,0 4 0,1 8 0,-1 3 0,1 5-526,0 6 1,-6 6-1,-2 1 282,-3 6 1,-7 9 0,-2 7 122,-3 4 1,-1 4 0,-1 2 0,-1 0 737,-2 0 0,-6 9 0,4-2 0</inkml:trace>
  <inkml:trace contextRef="#ctx0" brushRef="#br0">20258 8193 7877,'-12'0'258,"-3"0"0,-1 0 0,2 1 1096,1 3 1,5 8 0,0 8 0,0 3-504,1 5 1,1 3 0,3 7 0,-2 1-1276,-2-1 0,5-6 0,-2-5 0,3-3-2685,1-4 0,1-11 322,3-13 2787,2-3 0,6-20 0,0 2 0</inkml:trace>
  <inkml:trace contextRef="#ctx0" brushRef="#br0">20353 7934 7877,'0'-12'726,"0"0"2016,0 0 1,0 7-2246,0 5 1,0 10 0,0 10 0,0 2-1373,0 2 0,5 1 0,3 2 0,2 3-431,2 1 0,4 3 0,1-4 1306,1 0 0,7 4 0,5-4 0</inkml:trace>
  <inkml:trace contextRef="#ctx0" brushRef="#br0">20612 8240 7877,'8'-20'291,"-2"2"0,0 1 748,-4 3 0,-4 1 0,-4 2 0,0 3-297,-3 4 0,-2 3 1,-1 1-1,1 0-575,-1 0 0,-4 7 1,0 3-1,1 6-51,-2 2 1,4 0 0,-3 3-1,3-1-89,1 1 1,5-4 0,3-1 0,3-3-82,1-1 0,1-6 0,3-2-151,4-3 1,3-1 0,1-1 0,1-3 70,2-4 0,-2-2 1,3-1-1,-3 2-362,-1 1 1,0 4-1,0-2 607,-1 1 1,-3 2 0,-1 7 0,-2 4 488,-2 2 1,-3 7 0,-4 4-1,-4 5 2,-3 6 0,0-1 1,-2 2-1,-2 1-106,-1-1 1,-1-2 0,3 2 0,-3-3-1,-1-1 1,-2-5-1,-2-7 1,2-3-965,4-4 1,-1-4-1,2 0 1,0-2-924,2-5 1,6-4-1,4-8 1,1-3-1222,2-4 1,7-3 0,5-4 2611,6 0 0,9-11 0,4 1 0</inkml:trace>
  <inkml:trace contextRef="#ctx0" brushRef="#br0">21237 7721 7877,'0'-11'3338,"1"4"-271,3 3 1,-2 4-2176,1 4 1,-1 7-1,-2 6 1,0 2-417,0 6 1,-5 1 0,-5 10 0,-4 6-432,-6 6 1,-3 3-1,-5 8 1,12-27-1,-1 2-308,-1 2 1,-2 0 0,0-2 0,-1 1-1,-2 0 1,1 1 0,1-3 0,0 1-860,1-4 1,1 0 0,-6 13 0,-1-5-1,6-7-1522,6-4 1,6-14-483,4-9 3126,8-19 0,8-4 0,6-10 0</inkml:trace>
  <inkml:trace contextRef="#ctx0" brushRef="#br0">20954 8299 9296,'-7'-12'5261,"-2"4"-3700,5 1 0,2 0-1292,6-1 1,2-1-1,6 5 1,0 0-220,0-1 0,-1 4 0,1-3 0,0 2 169,0 2 1,0 0-1,-1 0 1,1 2 63,0 2 1,-2-2 0,0 7 0,-4 3-126,-1 3 0,-1 2 0,-4-2 1,0 5-431,0 2 0,-4 2 1,-1-2-1,-1-1-533,-4-1 0,0-2 0,-2 2 0,0-5-1716,1-2 1,3-1-398,0 0 2918,5-5 0,-2-7 0,5-7 0</inkml:trace>
  <inkml:trace contextRef="#ctx0" brushRef="#br0">21720 7792 7877,'0'-17'957,"4"7"0,0-5 4606,-1 1-5026,-2 5 1,-6 14 0,-4 12 0,-6 9 273,-4 9 1,-3 7 0,-2 8 0,-1 4-742,-2 3 1,11-25-1,0-1 1,-3 5-1,0-1 1,0 0-1,-1-1-632,1 0 0,0-2 0,-14 19 0,4 0 0,3-8-223,4-10 1,9-11 0,-2-7-663,1-6 0,-1-4 1447,4-5 0,-6-10 0,-2-3 0</inkml:trace>
  <inkml:trace contextRef="#ctx0" brushRef="#br0">21166 8252 7877,'-10'-5'3276,"2"-3"1,4-1 0,9-1-1351,7 3 0,8 4 0,11-2 1,8 1-1540,6 0 1,2 0 0,0 4-1,2 0-1281,2 0 1,-1 4 0,3 1 893,0 2 0,8 0 0,0 5 0</inkml:trace>
  <inkml:trace contextRef="#ctx0" brushRef="#br0">22805 7945 7877,'-5'-6'1044,"-3"2"0,-2 4 222,-2 4 1,-2 2-1,-5 7 1,-4 4-812,-2 7 1,-7 2 0,-2 10 0,-5 7-304,18-17 1,0 0 0,-1 1 0,1 1 0,-2 4 0,0 0 0,0 0 0,1 1 4,0 0 1,1 0 0,4-2 0,1-1 0,-14 27-1,8-4-600,6-7 0,8-5 1,6-8-1,4-4-704,6-5 1,4-10 0,4-1 0,3-5 56,4-3 0,2-1 0,1-5 0,3-4 80,1-7 1010,-4-5 0,8-7 0,-4 1 0</inkml:trace>
  <inkml:trace contextRef="#ctx0" brushRef="#br0">22735 8464 7877,'-12'0'0,"0"-1"1397,0-3 0,6 1 0,2-5-350,2-1 0,4-1 0,2-2 1,4 0-561,2 0 0,3-3 1,3-1-1,3 0-277,4-1 1,-4 4 0,1-3 0,0 2-78,-2-2 1,0 7 0,-3-3-1,1 3-9,-2 3 0,-1 0 0,-1 8-175,0 2 0,-6 3 0,-2 9 0,-3 4 23,-1 2 1,0 4 0,0 3 0,2 4 12,2 0 0,-3-1 0,3 2 0,-3-1-528,-1-2 0,2-4 1,0 0-1,3-3-328,2-5 0,-1-5 1,4-8-1,-2-1 58,1-2 0,2-7 0,3-4 0,-1-4 339,-3-3 0,-2-4 474,0-4 0,2-1 0,-3 1 0</inkml:trace>
  <inkml:trace contextRef="#ctx0" brushRef="#br0">22770 8547 7877,'-12'0'212,"0"0"0,1 1 1,-1 1 1896,0 2 1,7-1-1520,5-7 1,12-2 0,11-8-1,9-1-89,6-5 1,0 0 0,4-2-1,-1-3-401,1 0 1,-2 1 0,-1 1-1,-4 4-1292,-5 3 1,-11 3-1,0 2-2201,-4 3 1,-9 5 3392,-2 6 0,-8 9 0,-2 7 0</inkml:trace>
  <inkml:trace contextRef="#ctx0" brushRef="#br0">23419 8370 8095,'-12'0'441,"0"0"0,0 0 1,0 0 713,1 0 1,3 0 3801,0 0-3372,5 0 0,-1 0-1178,8 0 1,-1 1 0,5 2-1,1 2-212,1 1 0,2-2 1,1 3-1,2-2-408,0-2 0,5 2 0,-3-1 0,1 0-206,3 1 0,2-4 0,-1 5 1,-1-2-41,-1 0 1,-5-1-1,4-1 1,-2 0 408,-3 2 0,-1 0 0,-1-4 298,0 0 0,-6 2 1,-3 0 37,-6 2 1,1 1 0,-6-2 0,-3 2-57,-3 2 0,0-3 1,-6 4-1,-2 1-451,-5 1 0,2 3 0,-3 2 0,0 0-324,1 0 1,-1-2 0,5-1 0,0 0-237,4-1 0,2-3 0,6 0 242,3 1 1,4-4 0,8-1 0,5-4-42,6-4 1,4 2-1,8-6 1,1-1 54,3-2 0,-5 0 1,1-1 524,-2 0 0,4-5 0,1-1 0</inkml:trace>
  <inkml:trace contextRef="#ctx0" brushRef="#br0">24020 8452 7877,'12'-12'95,"1"5"0,1-1 0,3-1 682,2-2 1,-5-1 0,2 2 0,-3 1 486,-1 1 0,-1 1 0,0-2 1530,-3 1-2416,-3 6 0,-10-4 0,-3 6 0,-3 0-100,0 0 0,1 4 0,0 2 0,-3-1 142,0 0 1,-2 4-1,1-1 1,-3 3-124,-1 0 1,-1 1-1,-2 1 1,2 2-336,-2 0 1,4 2-1,1-2 1,3 0-182,1 0 0,0 2 0,2-1 0,2-2 125,4-1 0,7-1 0,3-2 1,3-2-66,4-4 0,6-2 0,-2-4 1,1-2 78,3-4 1,-3-2 0,1-2 0,-1-1-116,0-3 0,-3 3 0,1-4 0,-2 1-71,2 1 1,-7-1-1,3 4-57,-2 0 0,-1 1 0,-1-1 330,-4 0 1,-3 7-1,-2 5 161,-3 6 1,2 9 0,-5 1 0,0-1-44,1 2 1,2 2-1,-4 4 1,0 1-227,2-1 0,-3 1 1,3 0-1,1-2-865,0-3 0,-3 2 1,4-5-1618,1-1 1,3-8 0,3-4 2582,1-6 0,10-14 0,-1-8 0</inkml:trace>
  <inkml:trace contextRef="#ctx0" brushRef="#br0">24492 8016 9417,'6'5'1668,"3"2"0,-5 6 0,-1 3-605,-2 3 0,-1 14 0,0 8 0,0 10-512,0 12 0,0 0 0,0-27 0,-1 1 0,0 0 0,-1 1-628,1 0 1,-2-1 0,-1-2 0,-1-1 0,-3 30 0,-2-9-751,-2-8 0,0-16 0,0-2 0,1-5-536,-1-7 1,0-8 0,0-5 0,0-3-2151,1-1 3513,-1-5 0,-5-7 0,-1-6 0</inkml:trace>
  <inkml:trace contextRef="#ctx0" brushRef="#br0">21980 9985 19139,'0'-12'-651,"0"0"1,0 0 0,1 2 0,2-1 771,1 0 1,5 1 0,-1-5-1,1 2 381,-1 1 0,2 4 0,-2 0 0,1-1 1096,-1-2 55,3 5 1,-10 2 0,2 9-1669,-6 7 1,-5 1-1,-6 7 1,-3 1 158,-2 1 1,0 2 0,-4-1 0,2 1 104,2-1 1,-1 1 0,-2-1 0,1 1 34,1 0 0,6-5 0,-2 0 0,3-1-213,1 0 0,7-9-513,5-1 1,7-8 0,8-8 0,5-7 495,2-6 0,3-4 0,1-1 0,2-2 15,-2 2 0,0 1 0,-1 3 0,0 1 47,-3 1 0,-5 2 0,0-2 1,-2 5-109,-5 1 0,-6 3-396,0-1 0,-8 5 0,-4 5 0,-2 3 272,-2 3 1,0 5 0,0-1-1,1 2 139,-1 2 0,3 0 0,0 0 1,-2 0 404,2-1 0,0 2 0,-3 2 0,0 2-536,0 1 1,1 2 0,-1 2-1,0-1 22,0-1 0,2-5 0,0 4 0,4-2-38,1-3 0,1-5 1,5-2-1,4-2 65,7-2 1,1-8 0,7-6 0,2-5 477,4-2 1,1-2 0,3-3 0,0-1-427,0 1 0,-3-1 0,4 2 0,-1 0-87,0-2 1,-3 8 0,2-3 0,-3 4-338,-3 3 1,-9 7 0,-2 5 218,-7 7 1,-10 5 0,-7 3 0,-6 5 521,-5 2 1,-1 3-1,-3 1 1,-1 3 156,-3 1 0,5-2 1,-1 3-1,2 1-116,1-2 1,5-1 0,0-7 0,2-1-378,3-2 1,5-4-1,2 1-298,2-3 1,2-7 0,7-2 92,4-3 1,2-6 0,2-3 0,0-2 256,0-2 0,0 0 0,-1 0 0,1 1 223,0-1 1,1 1-1,2 2 1,0 1-680,0-1 1,-2 3 0,-1-1 0,-1 1 116,1-1 0,0 4 1,0-1-59,0 3 0,-6 2-167,-2 3 1,-3 3-1,-2 5 1,-2 0 674,-1-1 1,-5 5 0,1 0 0,-2-1 45,-2 2 0,0-2 1,1 3-1,0-1-281,3-2 1,-2-2 0,3-1-1,-1-1-198,0 1 0,6 0 0,-3 0 100,-1-1 1,5 1-1,-3 0 1,3 0-187,1 0 0,-4-3 1,0 1 116,1 3 0,3 2 509,4-3 0,3-6-469,5-2 0,5-3 1,1-1-1</inkml:trace>
  <inkml:trace contextRef="#ctx0" brushRef="#br0">1698 12225 18442,'0'-12'2457,"0"5"1,0 7-1,0 9 1,0 6-1335,0 4 1,0 10 0,-2 7 0,-2 6-1124,-3 3 0,0 3 0,-2-1 0,-3 0 0,-2 0 0,2-4 0,5-4 0,1-4-1677,-1-9 1,5-9-664,-2-2 1,4-8 0,2-7 0,2-8 506,-1-6 1,2-2 1917,-1-8 0,5-2 0,-2-9 0</inkml:trace>
  <inkml:trace contextRef="#ctx0" brushRef="#br0">1332 12154 18160,'-12'0'1447,"0"0"0,1 4 1,0 1 1009,3 2 1,4-5-1,10 2 1,7-1-2350,9 1 1,8-3 0,9 2 0,7-7-109,8-8 0,-2-1 0,10-6 0,1 1 0,1 0 0,-6 3 0,-2 1 0,-6 3 0,-8 4 0,-5 3 0,-7-3 0,-7 2-269,-6 2 1,-9 3-1,-4 4-2525,-3 4 0,-1 4 0,-1 4 2844,-3 3 1,-2 3 0,-6 2 0</inkml:trace>
  <inkml:trace contextRef="#ctx0" brushRef="#br0">1367 12731 29355,'-10'12'0,"1"0"853,1 0 0,4-4 0,-3 0 0,2 1-853,3 1 0,2-2 0,4-1 0,5-1 0,5 1 0,4-5 0,7 2 0,3-2 0,3-2 0,3-4 0,2-2 0,0 0 0,4-3 0,-2-2 0,4-1 0,0 1 0,0-1 0,-8 0 0,0 2 0,-3 0-1507,-1 3 0,-4 4 0,2-2 1,-4 1 1252,-5 0 0,3 0 0,-3 4 1</inkml:trace>
  <inkml:trace contextRef="#ctx0" brushRef="#br0">2146 12790 30639,'8'-11'532,"-1"-1"0,-3-5 0,3-3 0,-1-3-532,1-5 0,0 1 0,2-9 0,-1-6 0,1-6 0,-3-3 0,1-6 0,-2-2 0,-2-1 0,-1 8 0,1-1 0,1 10 0,-1 8 0,-2 11 0,0 2-227,3 4 1,-1 7-1,5 7 9,1 3 0,-3 2 0,2 2 1,1 2-163,2 2 1,1 2-1,-1 5 1,3 2-790,1-2 1,0 3 0,2-1 0,-2-2-363,0 0 0,-5-3 1,6 0-1,-3-2-751,-1-1 1,-4-4 1938,0 4 0,-6 0 0,3 3 0</inkml:trace>
  <inkml:trace contextRef="#ctx0" brushRef="#br0">2099 12390 18160,'-12'11'9830,"1"1"-8636,3 0 0,8-6 0,10-2 1,4-2-1195,6-2 0,3 0 0,3-2 0,3 0 0,1-2 0,2-5 0,2 1 0,-1-1 0,-2 1 0,-10 3 0,12-1 0,-8 0 0</inkml:trace>
  <inkml:trace contextRef="#ctx0" brushRef="#br0">3502 11953 18403,'-1'-6'-21,"-3"2"1,1 4 2079,-5 4 1,5 8 0,-2 7 0,1 5-1745,0 3 0,-5 5 1,3 7-1,-2 6-709,0 4 1,0-3 0,-2 1 0,0-2-826,3-4 1,4-13-1,-1 0 1,3-10-323,1-5 0,1-6 0,2-5 1809,1-4 0,5-10 0,-3-6 0</inkml:trace>
  <inkml:trace contextRef="#ctx0" brushRef="#br0">3620 12177 18160,'-2'20'124,"0"0"1,-2 1 1071,1 1 0,-2-2 0,1-2 0,0 0-465,-1 1 1,4-4 0,-3 4-1,2-2-944,2-3 0,0-5-1290,0-1 0,0-7 0,0-1-2055,0-6 3591,0-10 0,6-7 0,0-8 1</inkml:trace>
  <inkml:trace contextRef="#ctx0" brushRef="#br0">3690 11859 18580,'-7'0'3204,"0"1"-1786,2 3 0,1-1 1,4 5-1,0 1-1745,0 1 0,0 2 0,0 1 0,0 2-2640,0 0 2656,5 6 1,2-2 0,4 4 0</inkml:trace>
  <inkml:trace contextRef="#ctx0" brushRef="#br0">3879 12118 18839,'-10'12'2179,"2"0"1,-1 0-1,5 1 1,0 1-1455,-1 2 0,3 1 0,-2-1 0,2 3-148,-2 4 1,2 0-1,-1 0 1,1-3-578,2 0 0,-4-8 0,0 2 0,2 1 0,0-2 0,2-5 0,0-6 0,2-8 0,2-6 0,-2-4 0,5 2 0,-1-3 0,1-2 0,1 4 0,4-4 0,-1 1 0,1 0 0,0-1 0,-2 0 0,0 2 0,-3 0 0,1 8 0,4-3 0,-1 1 0,-4 1 0,4 3 0,-5 5-48,1 4 1,0 5-1,-5 6 1,2 3 94,-1 3 1,-2 0-1,-2 0 1,-2 1-48,-1-2 0,0 1 0,4-5 0,0 2 0,0-1 0,0-3 0,2-7 0,2-5 0,-2-5 0,6-7 0,2 1 0,5-1 0,-1-4 0,5-1 0,-1 0-213,0 0 1,-2 0 0,2 3-1,1-2 257,-1 1 0,-3 8 0,0 3 1,-2 4-186,-1 4 1,-4 3-1,-1 9 1,-2 5 144,-3 5 1,-2-1 0,-4 4-1,-3-1-185,-4-1 1,-1 1-1,1-6 1,-1-1 20,0-2 0,0-4 1,0 1 169,1-3 1,-1-2-1,0 1 1</inkml:trace>
  <inkml:trace contextRef="#ctx0" brushRef="#br0">3183 12944 18333,'-6'5'3018,"-1"-4"0,5 4 931,-2 1 500,-5-5-4449,7 4 0,-3-6 0,6-3 0,3-4 0,-1-2 0,3-3 0,1-2 0,0-1 0,-1-1 0,3 3 0,-1-3 0,1-1 0,-2 3 0,1-1 0,1 3 0,1 2 0,-2 3 0,0 1 0,1 2 0,2 2 0,1 7 0,-2 5-31,-2 6 1,2 4 0,-2 8 0,3 1-434,1 3 1,-5-1 0,1 1-1,1-2-538,2 0 1,1-8 0,-1 1 0,1-4-915,0-3 1,0-3 0,0-5 609,-1-3 1,1-4-1,-1-4-2479,-3-3 3705,-3-4 0,0-1 1,2 1-1</inkml:trace>
  <inkml:trace contextRef="#ctx0" brushRef="#br0">3219 13120 19368,'-12'7'3215,"7"-2"0,5-5 0,6-2-2345,5-6 1,6-3 0,2-11 0,5-5-804,4-6 1,2-3 0,4-8 0,-1-2-68,-2 1 0,-6 6 0,-2 3-1915,-5 7 0,-7 6 628,-3 12 1,-3 9-1,-6 6 1,-2 5 1192,0 3 1,-7 5-1,4 2 1</inkml:trace>
  <inkml:trace contextRef="#ctx0" brushRef="#br0">3690 12955 17260,'-11'0'7963,"3"0"-4144,0 0-2107,0 0 0,0 0-1411,0 0-301,6 0 0,-3 0 0,14 2 0,2 2 0,8-3 0,-3 3 0,-2-3 0,-1-1 0,-1 0 0,1 0-437,3 0 1,-7 0 0,3-1 0,-2-2 453,1-1 1,-4-4 0,1 3 371,2-1 0,0-2 68,2-4 0,-4 6-457,0 2 0,-6 2 0,5 4 0,-5 2 0,2 3 0,-1 4 0,-2 1 0,-1-1 0,-1 1-478,-3 0 0,3 0 0,-5 0 0,2-1-446,1 1 1,-5 0-1,2 0 1,0 0-63,-3-1 1,3-3 0,1-1-595,0-2 1,5-1 1541,0-4 1,5-11-1,7-2 1</inkml:trace>
  <inkml:trace contextRef="#ctx0" brushRef="#br0">4257 12849 17271,'0'-6'5302,"-4"-1"-4641,0 3 1,0 2 813,4-6 1,-6 5-662,-1-1 0,0 3 94,-1 1 0,0 5 1,-3 3-518,-1 3 1,0 4 0,0 2 0,0 0-433,1 0 0,1 4 0,1-2 0,-1 2-151,1 2 0,-1-6 1,0 7-1,1-3-76,1-3 1,5 0-1,-1-3 386,3 1 1,2-6 0,3-6 0,4-3 69,3-1 0,2-1 0,1-3 0,2-4-62,-2-2 1,1-6 0,-1-1 0,2 0-127,-2 0 0,-1-3 0,-2 3 0,-2 0-386,-1 0 0,0-3 0,2 5 0,-1-1-129,-1-1 0,-4 8 1,3-3 336,-2 2 544,-1 4 1,-4 2 0,0 8 0,0 6-72,0 4 1,0 0 0,0 5 0,0-1-599,0 0 1,0 1-1,0 2-514,0-2 0,-4-3 1,0 2-1,1-1 1,2-1-727,1 1 1,0-8 0,0 3-705,0-1 1,1-6 2079,3-1 1,3-8 0,5-3 0</inkml:trace>
  <inkml:trace contextRef="#ctx0" brushRef="#br0">4598 12649 24634,'-6'1'4078,"2"3"-3747,3 4 1,1 4-1,-2 2 1,0 3-615,-2 2 0,0-4 0,3 5 0,-2 0-829,-1-2 0,0 0 0,4-3 0,0 0-1108,0 0 1,-4-2 0,0-1 2601,2-1-387,0-4 0,2-2 0,0-5 0</inkml:trace>
  <inkml:trace contextRef="#ctx0" brushRef="#br0">4492 12755 18160,'-6'0'2457,"-5"0"1,11 0-1,0 0 1,7 0-866,3 0 0,2 0 1,0 0-2255,0 0 0,3 0 1,1 0-1,-1 0 1,-2 0-2966,-2 0 1,5 0 3626,0 0 0,0 0 0,-5 0 0</inkml:trace>
  <inkml:trace contextRef="#ctx0" brushRef="#br0">5235 12861 18578,'0'8'5286,"0"0"-4502,0-6 0,0-5 0,0-9 67,0-1 0,0-7 0,0-2 1,2-6-486,1-2 1,0-4 0,5-8 0,0-5-575,-2-2 1,4-6 0,-5-2 0,0-6-915,0-3 1,3 1-1,-4 0 1,0 6 369,1 6 1,-3 19 0,1 8 552,-1 6 1,-2 11 535,0 9 0,1 5 1,2 7-460,1 0 0,5 1 1,-1 3-1,2 2-129,2 0 0,4 5 0,1-5 0,0 3-372,0 3 1,2-7 0,-3 5 0,0-3-996,1 0 1,-8-5-1,3 2-846,-2-3 1,-3-1 2286,1 0 1,-11-6 0,2-1 0</inkml:trace>
  <inkml:trace contextRef="#ctx0" brushRef="#br0">5129 12472 19334,'-10'12'3003,"2"0"1,-1-4 0,5-1-1899,1 3 1,3-4-1,5 1 1,6-2-1106,3-2 0,7-2 0,-1-1 0,2 0-224,2 0 0,3 0 0,1 0 0,-1 0 202,2 0 1,-1 0 0,4-1 66,1-3 0,9-3 0,-5-5 1</inkml:trace>
  <inkml:trace contextRef="#ctx0" brushRef="#br0">5907 12225 18160,'-18'11'2843,"2"1"1,2 0-614,-2 0 0,3-1 0,-4 3 0,0 0-2230,-3 2 0,3 6 0,0 0 0,0 6 0,-2 2 0,0 7 0,1 3 0,1 2 0,2 1 0,6-10 0,3 8 0,1-5 0,2-3 0,3-11 0,5-2 0,6-7-2800,3-5 1,7-3 0,-3-5 2925,1 0 1,8-10-1,-2-3 1</inkml:trace>
  <inkml:trace contextRef="#ctx0" brushRef="#br0">6002 12401 18024,'0'12'-284,"1"0"1,2 0 0,2 0 1220,1-1 1,2 1-1,4 0 1,0 1-796,0 3 1,1-3 0,1 4 0,3-1-842,2-1 0,-4 1 1,4-4-1,-2 0-1807,-3-1 0,-2 1 0,-4 0 2596,-4 0 1,-3-1-1,-1 1 1</inkml:trace>
  <inkml:trace contextRef="#ctx0" brushRef="#br0">5943 12720 18160,'-5'-7'-1472,"-1"-3"1,-2 2 3522,4-3 0,3 2 1,2-1-1,5-5-368,6-2 0,1 0 0,8-5 1,2-4-1031,3-3 0,3 1 0,-3-3 0,3 0-1265,1 0 1,-3 1 0,-3 5 0,-4 0-6694,-4 3 7463,-11 12 0,16-16 1,-8 6-1</inkml:trace>
  <inkml:trace contextRef="#ctx0" brushRef="#br0">6261 12177 18160,'8'6'-973,"-1"1"2693,-2 4 0,4 6 0,-1 3 0,2 5-119,2 6 1,0 2 0,0 10 0,-1 1-1280,1 2 0,-5-2 1,-3-3-1,-3 0-132,-1-3 1,0-5-1,-1-4 1,-3-2-2296,-4-1 0,-3-7 0,0 3 2535,-1-4 0,-5-2 0,-1-4 0</inkml:trace>
  <inkml:trace contextRef="#ctx0" brushRef="#br0">6686 12449 18160,'-12'0'647,"4"0"1,0 0 7921,-1 0-7651,4 0 0,6 0 0,10 0 0,4 0-711,4 0 1,2 0 0,5 0 0,3 0-626,1 0 1,-3 0 0,3 0-1,1 0-1521,-1 0 0,-3 0 0,5 0 1,-1 0-264,-1 0 0,-1 0 2150,-5 0 0,4 5 1,3 1-1</inkml:trace>
  <inkml:trace contextRef="#ctx0" brushRef="#br0">6768 12566 18160,'-6'6'1436,"-5"-5"0,5 4 3162,-1 0 0,-2-2-3964,5 5 1,1-5 0,7 2 0,4-1-635,3 0 0,4 1 0,2-3 0,2 2-570,2-1 0,5-2 0,1-1 0,1 0-1272,1 0 1,1 0 0,4 0 0,-1 0-1995,-2 0 3836,-5 0 0,8 0 0,-3 0 0</inkml:trace>
  <inkml:trace contextRef="#ctx0" brushRef="#br0">6721 12873 18160,'0'-8'1258,"0"0"0,0-1 233,0-1 0,7-7 1,4-6-1,9-8-975,6-12 1,-6 14 0,1-1 0,4-6-1,1 0 1,3-4 0,1 0-233,3-2 1,1 0-1,-6 5 1,0 1 0,1 0-1,0 2 1,-6 6 0,0 2-2818,12-16 0,-10 20 2763,-9 6 0,-9 11 0,-1 0 0</inkml:trace>
  <inkml:trace contextRef="#ctx0" brushRef="#br0">7629 11942 18160,'-12'5'1677,"4"0"1,2 4 0,-1 0-415,1 5 1,3 0-1,-1 10 1,2 6-1004,-2 6 1,2 8-1,-3 4 1,1 2-679,0 0 0,0-5 0,4 5 0,0-5-1591,0-6 0,0-11 790,0-5 800,6-12 1,5-6 0,8-12-1</inkml:trace>
  <inkml:trace contextRef="#ctx0" brushRef="#br0">7759 12213 19998,'-4'21'0,"-1"2"189,-2 2 1,4 0 0,-1-3 0,2-1 986,-2-1 1,3-6-722,-3 2 1,4-8 0,4-4 4,3-3 1,-1-11 0,-1-3-1</inkml:trace>
  <inkml:trace contextRef="#ctx0" brushRef="#br0">7794 11824 16261,'-12'12'2046,"6"-1"1,1 1 0,1 0-1751,0 0 0,0 5 1,4 1-1,1 2-2070,3-1 1,-1 2 1407,4 7 1,1-3 0,4 3 0</inkml:trace>
  <inkml:trace contextRef="#ctx0" brushRef="#br0">7995 12213 22969,'-4'12'0,"-2"1"1317,0 2 1,3-4-1,-2 3 1,1 1-314,0-2 1,0 0-1,4-1 1,-1-1-835,-3 1 0,3 0 0,-3 0-170,2 0 0,4-6-121,2-2 1,1-4 0,4-4 0,-1-4 70,1-2 0,-2-3 1,1-3-1,1-2-355,1-1 0,2-3 1,0 2-1,0-2-24,-1-1 1,1 0 0,0 4 0,0 2 249,-1 0 1,1 7-1,0 0 193,0 3 0,-4 5 0,-2 6 0,0 5 262,-4 5 1,-1 5 0,-1 3 0,0-1 88,0-2 0,0-4 0,0 1 0,0-3 593,0-2 1,2-4-1615,2-3 1,-2-3-1,6-3 618,1-6 0,1 0 0,-1-8 0,-1 3 1,1 3-348,1 2 1,2-3 0,0 5-1,0-1-172,-1 3 1,-3 3-1,0 1 1,0 1-173,-1 3 1,2 7 0,-4 6 0,0 1 363,0 3 1,1-3 0,-4 2-1,2 1-483,-1 1 1,-2 2 0,-1-2 0,0-1-1484,0-1 2709,0-6 0,-5 3 0,-2-5 1</inkml:trace>
  <inkml:trace contextRef="#ctx0" brushRef="#br0">7464 12932 18047,'-7'-12'-97,"2"0"0,5 0 1,-1 1 959,-3-1 0,3-1 1,-3-2-1,2 0-99,2 0 1,4 1 0,2-1 0,0 0 209,3 0 0,-2 6 1,1 3-796,1 0 0,1 2 1,2 6-841,0 2 1,0 6 0,-1 7 0,1 2 0,0 3 96,0 4 1,0-1-1,-1 2 1,3 0-167,1 0 0,-2-2 0,3 1 0,-3-4-46,-1-2 1,0-6 0,-2 2 0,-1-3-3665,-1-1 4265,0-5 1,4-7 0,0-7 0</inkml:trace>
  <inkml:trace contextRef="#ctx0" brushRef="#br0">7499 13085 18160,'-8'0'1982,"1"0"0,4-1 0,-1-3-856,3-4 1,7-2-1,5-2 1,4-1-884,4-3 1,4 1-1,6-4 1,1-2-886,3-1 1,-3-5 0,0 3 0,1 1-385,-1 1 1,-8 9 0,0 1 1081,-3 2 0,-4 4 0,-3 1 0</inkml:trace>
  <inkml:trace contextRef="#ctx0" brushRef="#br0">7912 12920 18938,'-12'0'6993,"0"0"-4365,6 0-1368,1 5 0,5-2 1,1 3-2010,3 0 0,2 2 0,6-5 545,0 0 1,0-2-1,0-1 1,-1 0 167,1 0 0,0-1 1,0-2-1,-2-2 349,-2-1 0,3-2 0,-4-3 0,4 2 153,1 1 1,-4 0 0,-1-3-128,3-1 1,-4 4-757,2 0 1,0 6-476,4-2 1,-4 8 0,-2 3 481,-1 4 1,-1 1 0,-4-1-456,0 1 0,0 0 0,0 0-618,0 0 1,0-1-1,-1 0 1401,-3-3 0,-3 2 0,-4-3 1</inkml:trace>
  <inkml:trace contextRef="#ctx0" brushRef="#br0">8443 12826 18160,'6'-12'4915,"-2"0"0,-3 0-3192,-1 1 0,-5 4-1574,-3 3 0,-2 3 1,-2 1-1,0 1 34,0 3 1,-3 0-1,-2 6 1,0 5-184,0 2 0,-3-1 0,3 3 0,0 2 0,0 1 0,1 2 0,6-2 0,2-1-585,4-1 0,3-4 1,1 2-27,0-1 1,6-5 0,5-6 0,4-2 140,4-5 1,-4 0-1,4-9 1,-2-1 1009,-3-4 0,1-2 1,-1 3-1,2-3-113,-2-2 1,-1 1-1,-1-3 1,0 3-483,0 1 1,-4-3-1,-2 4-641,-1 2 0,-1 8 349,-4 6 0,-1 6 1,-2 8-1,-2 3 423,-1 2 0,2 0 0,-3 5 0,2 0-411,2-1 1,-2 1 0,1-2 0,1-1-1073,2-1 1,1-6 0,0 2-801,0-3 1,1-7 1928,3-2 1,3-8 0,5-2 0</inkml:trace>
  <inkml:trace contextRef="#ctx0" brushRef="#br0">8631 12779 19177,'-11'10'4915,"-1"-2"0,0 2-3662,0-2 0,6-1 1,3-1-1254,6 0 0,3-2 0,6-4 0,1 0-442,3 0 0,-2 0 0,6-2 0,0 0-1369,-2-2 1,4 0 0,-4 4 1816,1 0 1,3-5 0,-4-2 0</inkml:trace>
  <inkml:trace contextRef="#ctx0" brushRef="#br0">9150 12920 18973,'-6'5'3276,"-5"2"1,10-2 0,-3-5-2286,3-6 0,2-11 0,3-7 0,4-6-991,2-4 0,2-7 0,0-2 0,0-4 0,-1-4 0,0 5 0,-2-4 0,-2-1 0,-2-1 0,-1-3 0,-4-3 0,0 0-907,0-1 1,0 11 0,0-4 0,0 4-835,0 8 0,0 12 1678,0 9 1,0 11-1,1 8-720,3 6 1,-1 2 0,6 3 0,3 2 419,2 0 1,3 1-1,-3 2 1,3 2-243,2 1 0,0 3 1,4-4-1,-2 1-445,-2-4 1,0 0-1,2-1 1,-3 2-4225,-1-2 4953,-7-6 1,1 3 0,-4-5 0</inkml:trace>
  <inkml:trace contextRef="#ctx0" brushRef="#br0">8997 12496 22132,'-5'15'0,"-2"1"356,1-1 1,2-2-1,9-3 1,7-2 233,6-4 1,10-3 0,4-1 0,6-1-1544,5-3 0,5-4 0,1-6 0,4-2 1103,1 2 0,1-5 1,4 1-1</inkml:trace>
  <inkml:trace contextRef="#ctx0" brushRef="#br0">9763 12295 18595,'-11'8'1515,"-1"0"0,0-4 0,0 4 1,-1 1 328,-3 1 1,2 4 0,-4 1 0,-1 6-1662,1 5 0,2 2 0,-3 6 0,-2 5-183,-2 6 0,1-1 0,2 6 0,5-4 0,2-3 0,6-9 0,3 0 0,3-5 0,1-7 0,9-3 0,4-9 0,4-2 0,8-8 0,5-7 0</inkml:trace>
  <inkml:trace contextRef="#ctx0" brushRef="#br0">9728 12496 18869,'0'11'2776,"1"1"-2602,3 0 1,4-1 0,7-2 0,0-1 54,0 1 0,3 1 0,2 2 1,2 0-1658,2 0 0,-5-1 0,-1 1 0,0 1-924,-4 3 0,-1-7 0,-1 3 2156,0-2 1,-1 1 0,1 1 0</inkml:trace>
  <inkml:trace contextRef="#ctx0" brushRef="#br0">9740 12838 18160,'-12'-2'1330,"0"-2"1,0 3-1,1-3 80,-1 3 1,7-4 0,6-2 185,9 0 0,3-4 0,8 0 0,3-5-1596,2-2 0,3 1 0,-3-4 0,3-2-462,1-2 0,-4 2 0,1-3 0,-5 3-6222,-2-1 6796,-6 8 0,8-22 0,-3 7 1</inkml:trace>
  <inkml:trace contextRef="#ctx0" brushRef="#br0">10058 12260 19412,'8'0'8952,"-1"1"-7852,-2 3 1,4 3 0,0 4 0,4 4-1193,3 5 1,1 6 0,-3 13 0,2 6 108,-1 4 0,-6 1 0,-3 2 0,0 0-795,-4-3 0,-6-7 0,-4 3 0,-2-6-326,-2-5 1421,-5-6 0,-1 6 0,-6-4 0</inkml:trace>
  <inkml:trace contextRef="#ctx0" brushRef="#br0">17723 11953 8026,'0'-7'-852,"0"-1"957,0-1 0,0 2 0,0-1 22,0-1 1,0-3-1,0-2 1,0-2-1,0 2 0,0-5 0,0 1 0,0-2-196,0 1 1,0-1 0,0-2 144,0 2 0,-4-1 0,-1 4 0,-2 1 0,-2 2 82,-1 3 1,-2 4 0,0-1-1,0 3-18,0-1 0,-1 5 0,0-2 0,0 5-22,3 2 0,4 1 0,0-1-117,1 4 1,1-2 437,4 2 1,1-5 68,3 1 0,-1-3-251,4-1 1,1 1-24,4 3 0,-4-3 0,0 3-241,1-2 0,1-1 0,4 2 35,1 1 1,-2-1-1,4-3 1,0 0-32,3 0 0,-2 0 0,2 0 0,1 0-5,1 0 1,3 0 0,0 0 0,1 0-2,1 0 0,-9 0 1,5 0-1,1 0-34,2 0 1,-5 2 0,3 0 0,-2 2-31,0-1 1,3-2 0,1-1 0,2 0 77,-2 0 1,-1 0-1,-1 0 1,1 0 82,2 0 1,-5-4-1,3 0 1,0 0-27,0-1 0,-7 4 0,6-3 0,-2 1-38,0-1 1,-2 3 0,-2-3 0,-1 3-37,-2 1 1,2-1 0,-1-2 0,-1-1-36,2 1 1,-2 1 0,3-1-1,1-2-50,-1-2 0,-2 3 0,3-2 0,2-1 57,1 1 0,2-2 0,0-3 0,-1 2 111,1 1 0,-2 5 0,-1-4 0,-1 0 16,1 1 1,-3 3-1,0-1 1,-1 2-62,-2-2 1,-1 2 0,1-1 0,0 1 7,0 2 1,2 0-1,0 0 1,1 0 30,3 0 0,-3 0 1,2 0-1,0 0-82,-2 0 1,4 0 0,-3 0-1,0 0 17,1 0 1,-2-1-1,3-2 1,-1-1 14,1 2 0,-3 0 0,2 2 0,0 0-21,-2 0 0,4-3 1,-3-1-1,0 1 9,1 2 1,-4 1 0,2 0 0,0-2-3,1-2 1,-4 3-1,5-4 1,1 1 33,1 0 0,2 0 0,-2 3 0,0-2-83,2-1 1,-7-1-1,7 2 1,-2-1-30,0 2 1,2 1 0,-1-1-1,0 0 12,-4-2 0,4 0 0,-4 4 0,3 0 43,2 0 1,-4 0-1,-1-2 1,2 0 62,2-2 1,-2 0 0,-1 3 0,3-2-6,-2-1 0,0 0-28,2 4 0,0 0 0,-4 0 0,-3-1 0,-2-2 3,2-1 1,-5 0 0,3 4 0,0 0-36,-1 0 1,2 0 0,1 0-22,3 0 0,2 0 1,-1 0-1,-3 0-67,0 0 1,-3 0 0,5 0-1,-2 0-32,-3 0 0,1 0 0,-1 0 0,2 0 20,-2 0 0,-5 0 0,-1 0-658,1 0 0,-5 0-222,-4 0 1,-9 0-1,-8 0 1004,-1 0 0,-7-5 0,-5-1 0</inkml:trace>
  <inkml:trace contextRef="#ctx0" brushRef="#br0">10565 12802 10798,'-12'5'782,"5"7"0,-1 8 0,-1 2-1169,-2 2 0,-1 5 1,0 1-1,2 1-667,2 0 0,-2-4 0,3-1 1054,1-5 0,0-9 0,6-7 0</inkml:trace>
  <inkml:trace contextRef="#ctx0" brushRef="#br0">11249 12213 8267,'-1'13'0,"-2"1"0,-1 3 1022,2 2 0,-1 6 1,0 6-1,-2 4-404,-1 5 0,3 2 0,-2 5 0,1 1-969,0 3 0,-5-6 0,1 1 0,-1-6-612,1-6 0,-3-5 0,2-9 1,-4-5 7,-3-1 0,-5-8 955,2-2 0,-9-3 0,-2-1 0</inkml:trace>
  <inkml:trace contextRef="#ctx0" brushRef="#br0">10872 12637 8267,'5'7'1336,"-2"2"0,5-5 1,2-2-450,4 0 1,2-2 0,6-2-1,6-3-814,5-7 0,1-5 1,8-6-1,1-2-700,3-3 0,-10 2 0,6-4 0,-1 0 3,0 0 0,-7 6 0,-2-1 0,-4 2-1004,-6 2 1,-6 5 0,0 0 1642,-3 3 0,-7 5 466,-2 1 1,-4 4 0,-2 0 0,-4 5 883,0 2 0,2 3 1,-3-1-1,1 2-635,-1 5 0,3-4 0,-4 5 0,1 2 37,0 1 1,-3 3 0,3 2-1,-1-1-146,0-2 1,0 2 0,-2 4 0,1 1-688,1 1 1,4-4 0,-3 7 0,1 1-91,-1-1 0,5-8 0,-2 1 0,3-2-43,1-2 1,5-2 0,4-7-1,4-2-345,3-4 0,5-8 0,-2-5 1,4-5 453,0-6 0,1-8 1,-2-2-1,-1-1 121,-1-1 1,-5 1-1,4-3 1,-2 1 48,-3 2 0,-5 8 0,-2 0 0,-2 2 81,-2 3 0,-2 5 285,-1 5 0,-4 12 0,-1 2 0,-2 10-413,-2 6 1,0-1 0,0 8-1,1 0-600,-1 2 0,2-1 1,1-1-1,0-1-649,4-2 0,1-4 1,1 4-1,1-3-35,3-4 1,-2-8 0,6-1 0,1-3 737,2-5 1,5-7 0,-1-5-1,0-7 513,-2-6 0,4 2 0,1-8 0</inkml:trace>
  <inkml:trace contextRef="#ctx0" brushRef="#br0">11780 12519 8267,'6'0'1689,"0"2"1,-6 1 0,0 7-849,0 4 0,0 0 0,0 5 0,-2-1-398,-2 0 1,3 1 0,-3 0 0,3-3 29,1-3 0,0-1-199,0 0 1,5-6-1,3-4 1,2-8-220,2-5 0,0-9 1,1 0-1,1-2 30,2-1 0,1-1 1,-1 0-1,2 2-571,1 2 0,-2 3 1,-6 6-1,1 0 377,0 3 1,-1 4-1,-4 8 1,-3 7 92,-2 7 0,-2 3 1,0 9-1,0 0-198,0 0 1,-4-2 0,-2 2 0,1-1-417,0-3 0,0-2 1,2-5 629,-1-3 0,0 2 0,4 1 0</inkml:trace>
  <inkml:trace contextRef="#ctx0" brushRef="#br0">13089 11788 10130,'0'-11'5152,"0"3"-4130,0 0 1,0 8 0,-2 4-426,-2 10 1,2 8 0,-5 7 0,1 8-72,-1 9 1,-2 8 0,-5 7 0,-2 3-749,9-31 0,-1 0 0,0-1 0,-1 1 0,1 0 1,1 0-1,-8 26-1363,2-7 0,3-14 0,2-8 1,3-9-5461,-1-9 7045,5-6 0,6-21 0,8-5 0</inkml:trace>
  <inkml:trace contextRef="#ctx0" brushRef="#br0">13254 12095 8267,'-11'20'926,"3"-1"1,-2-3 0,3 2 0,0 2-1,-1 2 1,4-1-1,-4 7 1,0-4-882,2 0 0,-1-4 0,4-2 0,-1-1-1989,2-3 0,0-4 832,2-2 1,2-7 1111,2-1 0,2-11 0,6-7 0</inkml:trace>
  <inkml:trace contextRef="#ctx0" brushRef="#br0">13313 11765 8267,'-2'-19'1909,"-1"4"0,1 2 0,-3 2-929,0 3 0,2 3 1,-3 6-258,0 3 1,2-1 0,4 6 0,0 3-1576,0 2 0,0 3 0,0-2 0,0 2-335,0 1 0,4-2 0,2 2 1187,0-1 0,2 4 0,4-3 0</inkml:trace>
  <inkml:trace contextRef="#ctx0" brushRef="#br0">13419 12024 8915,'-4'12'0,"-1"0"1197,-2-1 1,1 5-1,-4 0 1,4 0-146,1 1 0,-1-3 0,4 6 0,-3 1-303,-2 1 0,4-2 0,-1-1 0,3 2-134,1 1 0,0-3 1,0-3-1,0-3-405,0-2 0,0-3-294,0 0 0,1-5 0,2-1 0,2-6 137,2-7 1,-3-1-1,4-5 1,1 0-703,1-3 0,3-2 0,2-2 0,1 1 293,-2-1 1,-1 5 0,-1 0-394,0 2 1,3-2-1,1 3 1,-1 1 354,-2 2 0,-6 7 1,0 3 562,-2 6 0,-1 9 1,-4 7-1,0 3 711,0 2 0,-4-4 0,0-1 0,2 1-466,0-2 1,-2-1 0,1-5-101,0 0 1,3-2-133,4-2 1,-2-9 0,8-10 0,1-4-395,4-4 1,2 0 0,-1-5 0,3 2-246,4 2 1,-4 2 0,0 5-1,-2 0 301,-3 2 1,-1 7 0,-2 2-1,-2 4-104,-1 6 0,-6 4 1,2 4-1,-3 3-118,-1 4 1,0 0-1,0 1 1,-1-1-740,-3 1 1,3-2-1,-4-1 1,1-3-785,0-1 1,-5 1 1900,1-3 0,-3-2 0,-1 4 0</inkml:trace>
  <inkml:trace contextRef="#ctx0" brushRef="#br0">12664 12908 8267,'-12'0'331,"5"2"0,-1 0 4081,-1 2-2902,-2 0 1,1-5-501,2-3 1,2 0 0,8-7 0,2-2-743,4 0 1,-2-1-1,2-1 1,1-2-94,2-1 1,0 2 0,1-2-1,0 1 70,0 3 0,-4 0 0,0 3 0,1 0-768,1 3 1,2 3-1,0 5 225,0 0 1,-1 9 0,0 6 0,-2 4 244,-1 6 0,0 7 0,4-2 0,-1 2-20,1 4 0,-3-9 0,0 5 1,3-6-484,1-2 0,-2-2 0,5-3 0,-3-4-1812,-2-6 1,1-4-1,0-6-309,0-3 2677,-6-2 0,5-17 0,-5-2 0</inkml:trace>
  <inkml:trace contextRef="#ctx0" brushRef="#br0">12711 13062 7486,'-4'7'0,"-1"0"3139,-1-2-1529,3-1 1,-1-10 0,8-5 0,4-6-757,2-5 0,7-2 1,2-10-1,2-4-478,2-2 0,0 0 0,7-2 0,-1 3-1064,-3 5 0,-1 0 0,-2 8 1,-1 3-815,-2 6 1,-3 6-1,-5 3 1,0 4-478,0 3 0,-5 6 0,0 3 1979,-2 2 0,-1 7 0,-4 1 0</inkml:trace>
  <inkml:trace contextRef="#ctx0" brushRef="#br0">13159 12861 8872,'-11'1'1391,"-1"3"0,4-2 0,0 2 410,-1-3 1,4 0 4059,1 3-5107,3-3 0,2 6 1,3-4-436,4 1 1,-2-1 0,2-3 0,1 0-47,2 0 0,0 0 0,1 0 0,0 0-793,0 0 0,0 0 1,-1 0-1,1-1-124,0-3 0,0 2 0,0-6 0,-1 0 302,1 1 0,0-3 1,0 3-1,-2-1 141,-2 1 0,3 4 356,-4-1-308,-1 3 0,-1 6 0,-5 3 0,0 4-105,0 3 1,0-2 0,-1 3-1,-2-3-107,-1-1 1,0 0 0,3-2-2906,-3-2 1628,3 3 0,-3-10 0,6 2 1642,2-6 0,11-9 0,-2-6 0</inkml:trace>
  <inkml:trace contextRef="#ctx0" brushRef="#br0">13690 12767 8267,'0'-8'4915,"0"0"0,0 4-1228,0-4 1,-5 2-2758,-3-2 0,1 3 1,0 5-829,-3 0 0,0 0 0,-2 1 0,-1 4-102,-3 7 0,3 1 0,-2 5 0,1 1-363,3-1 0,-1 2 0,1 3 1,2 1-356,1-1 0,6-3 0,-2-2 0,2-1-3,2-2 0,2-3 0,2-4 0,5-5 496,5-1 1,1-4-1,4-1 1,1-7 49,-2-4 1,5 0 0,-5-6-1,2-1 134,-1-1 1,-4 2-1,0 2 1,-2-1 114,-1 1 1,0 4 0,-1-2 76,-4 3 1,0 6-53,-3 3 1,-3 8-1,2 5 1,-4 6-10,-3 4 0,0 0 1,2 0-1,0 2-627,-2 2 0,0 0 1,4 0-1,-1-3-3428,-3 0 1,2-5 3964,-2 0 0,8-7 0,3-3 0</inkml:trace>
  <inkml:trace contextRef="#ctx0" brushRef="#br0">14315 12743 8267,'-5'12'671,"2"0"1,-3 0 0,0-1 653,4 1 0,-1 0 1,1 0 1178,-2 0-1601,0-6 0,8-2 1,1-9-1,1-7-308,4-6 0,-4-11 0,2-5 1,1-7-641,2-5 0,-1 0 1,-1-7-1,-2-1-446,-2 0 0,3-2 0,-4-7 0,-2 30 0,0-1-95,1 0 0,-1-1 1,-1-28-1,3 4 0,-2 5 255,-2 10 0,1 10 0,2 8 387,0 5 0,3 9 0,-4 9 0,4 5-34,0 2 1,-2 5 0,4 0 0,1 4-446,2 3 1,0 1 0,1-2-1,1 5-364,3 2 1,-3-2 0,4 0 0,-1-1 230,0 0 1,-1-1-1,-4-4 1,-2 2 555,-1-2 0,-6 5 0,4-1 0</inkml:trace>
  <inkml:trace contextRef="#ctx0" brushRef="#br0">14197 12378 8267,'-17'12'1484,"-3"-1"964,-2 1 0,8 0 1,3 0-1269,5 0 1,7-6 0,8-1 0,6-1-978,4 0 1,5 0-1,3-4 1,5 0-948,2 0 1,3 0-1,1-1 1,2-2-666,2-1 0,-5-5 0,5 1 0,4-2-4347,1-2 5756,-4-5 0,8-1 0,-2-6 0</inkml:trace>
  <inkml:trace contextRef="#ctx0" brushRef="#br0">15011 12154 8267,'-5'-12'664,"2"4"1,-5 2 0,-1 0 1230,-2 4 1,-2 0 0,-2 4-1,-5 2-175,-2 4 0,-2 7 0,1 5 0,-4 3-733,-4 5 0,3 2 0,-7 5 0,1 2-987,0 2 0,2 1 0,4 6 0,1 2-162,5 1 0,8-5 1,2-3-1,7-3-2085,3-4 1,13-8 0,3-3-1,6-6 153,3-3 1,0-8 0,7-2 0,0-3-1030,0-1 3123,-4-5 0,8-7 0,-3-6 0</inkml:trace>
  <inkml:trace contextRef="#ctx0" brushRef="#br0">15093 12272 8267,'-6'5'1082,"1"1"1,5 6 551,0 0 0,5 0 0,3 0 0,2 1-853,2 2 0,5 4 1,1 4-1,2 1-889,0 0 0,-1 0 0,4 3 0,-4 0-1105,-3-1 0,-3-1 1,-2-3-1,-2-1-111,-1-1 0,-6-8 0,1 1 1,-6-1 549,-5-3 1,-2-4-1,-3 2 1,-2-2 773,0-2 0,-6-2 0,2-1 0,-4 0 0</inkml:trace>
  <inkml:trace contextRef="#ctx0" brushRef="#br0">15046 12661 8640,'-16'-11'0,"1"2"473,0 1 0,6 6 1,1-4 2352,-1 1-2083,4 4 0,0-6 0,6 5 0,3-4-33,4 0 1,2 2 0,3-4 0,2-2-188,0-5 0,6 1 1,-1-6-1,2-1-977,2-1 1,3-2 0,1 2 0,-2 0-350,-1-2 1,-1 7-1,-1-6 1,0 2-2202,-4 2 1,-2-2 3003,-5 6 0,5-6 0,1 2 0</inkml:trace>
  <inkml:trace contextRef="#ctx0" brushRef="#br0">15435 12083 8267,'8'-6'2457,"0"2"1,0 2-1,4 5 1,0 5-627,-1 7 0,1 8 0,0 6 0,0 6-1234,-1 7 0,-3 5 0,-1 3 0,-2 2-382,-2 2 1,-3-3-1,-4 0 1,-5-4-1121,-6-5 1,2-7 0,-4 3 0,1-5-88,1-5 0,-6-7 1,2-3-1,1-2 992,2-6 0,-2-3 0,0-7 0</inkml:trace>
  <inkml:trace contextRef="#ctx0" brushRef="#br0">16178 12413 10042,'-5'-6'5071,"-2"0"-4221,-4 6 1,3 11-1,1 5 1,2 6-339,2 5 0,1 5 0,-1 6 0,-1 4-332,2 4 0,-1-2 0,0 5 0,-1-6 151,2-4 1,0-14 0,2 1 88,0-6 0,0-12 1,0-12 243,0-11 1,0-11-1,2-7 1,2-5-701,4-5 1,-2 0 0,2-3 0,1-4-169,2-2 1,-3 3 0,-1-2-170,3 2 0,4-8 0,2 10 1,-2 1-1,-1 4 60,-1 7 0,0 13 0,0 3 0,-1 9 198,1 6 0,0 4 1,-2 4-1,0 5-25,-3 5 1,3 5 0,3 4-1,1 2 292,1 3 0,-5 2 1,6 7-1,-3 1 591,-1 1 0,-4 1 0,-2-3 0,1 1 201,-1 0 0,-3-4 0,-1 4 1,-6-4-945,-7-2 0,-2-9 0,-7 3 0,-2 1 0,-5-3 0,3-6 0,-4-5 0,2-2-726,-2-1 1,3-6 0,-1-1 0,4-1-788,2-2 1,10-5 0,-1-3 0,5-3 42,3-1 0,2-1 0,3-1 0,6-2 217,8 2 0,5 2 1,4 3-1,2 1-926,5-1 2179,-3 4 0,10-6 0,-2 4 0</inkml:trace>
  <inkml:trace contextRef="#ctx0" brushRef="#br0">16744 12720 8267,'-6'17'864,"-5"-4"0,5 2 0,-2 0 244,0 1 0,1-3 1,0 4-1,1 0 282,1 2 0,4-4 1,-3-1-356,2 1 0,4-7 240,2-8 1,-2-11 0,5-9 0,-1-3-768,1-5 1,-4 1 0,2-7 0,-1-3-539,0 0 0,4-3 1,-4 0-1,-2 1-57,-1-1 0,3 3 1,0-4-1,0 2-487,1 0 1,-3-1 0,2 6-1,-2 3 466,2 3 1,-2 7 0,3 3 355,0 1 0,-4 8 0,3 10-298,-2 10 0,-2 6 0,1 8 0,2 1-17,0 1 1,3 7-1,-4 0 1,4 6 209,0 2 1,-2-3 0,3 3 0,-1 0-75,1 0 1,-3-4 0,4 1 0,-1-4-25,0-3 0,3-3 0,-2-7-111,3-2 0,1-10 0,-1-11 0,1-10 390,0-7 0,0-10 0,0-4 0,-1-6-125,1-6 0,0-3 0,-2-1-517,-2 1 1,1-7 0,-3 7 0,-1-2 0,0 2-433,-2 4 0,-2 8 0,-1 8-7,0 6 0,0 11 0,0 11-458,0 10 1,0 2-1,0 6 1,0 4-136,0 3 0,0 0 0,0 4 929,0-1 0,1 6 0,2-1 1,2 1 420,2-1 0,1 13 0,3-4 0</inkml:trace>
  <inkml:trace contextRef="#ctx0" brushRef="#br0">17216 12908 8267,'-8'0'2771,"0"0"0,6-1-1432,-2-3 1,2-4-1,2-8 1,0-5-672,0-5 1,6-1-1,0-9 1,2-4-204,0-5 1,0-4-1,2-4 1,-1-5-307,-1-2 1,-4 7-1,3-5 1,-2 4-312,-2 4 1,-2 11 0,-1 6-93,0 7 0,-1 10 106,-3 13 1,1 5 0,-4 3 0,2 2 54,3 2 0,-4 3 0,2 4-134,2 3 0,1-2 1,1 0-1,0-1 474,0 0 1,1-1-1,3-3 237,4 0 0,2-4 0,2-2 0,1 0 312,3-4 1,1 0 0,4-2-624,-2 0 0,1 0 1,5-2-1,0-2 0,0-3-1161,-3-4 0,-1 3 0,1 2 0,-1-1-569,-1 1 0,-10 2 1,2-3-1,-1 2-4796,-1 2 6343,-3 2 0,-13 11 0,-7 3 0</inkml:trace>
  <inkml:trace contextRef="#ctx0" brushRef="#br0">17298 12614 8267,'-3'11'2311,"-1"1"0,1-1 1,7-4 145,4-3 1,4-2-1,2-2 1,3-2-1734,1-2 0,-2-1 0,2-4 0,1 1-1040,-1-1 0,-2 2 0,2 0 0,-1-1-1245,-2 1 1,2-2 0,-2 5 0,0 1-483,-2 2 1,-5-3 0,0 0-3434,1 2 5476,-4 6 0,0 2 0,-5 6 0</inkml:trace>
  <inkml:trace contextRef="#ctx0" brushRef="#br0">17240 12896 8267,'-2'11'1408,"0"-2"3315,-2-1 0,0 0-3404,4 4 0,5-6 0,4-2 0,4-3-664,3-1 0,4 0 0,-3 0 0,1-1-631,3-3 0,-3 2 0,2-5 0,1 2-2280,1 2 0,-2 1 0,-2-1 0,1-1 2256,-1 1 0,2-3 0,3-1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2110 6531 8267,'-11'0'818,"3"0"1684,0 0-415,5 0-52,-2 0-535,5 0-949,5 0 1,-2 0-504,5 0 0,-4 0-23,3 0 1,-3 0 0,4 0 313,1 0 1,-2 0 0,1 0 60,1 0 0,-2 0 1,0 0-152,3 0 1,0 0 0,2 0-183,0 0 0,-1 0 0,1 0-37,0 0 1,0 0 0,0 0 0,-1 0 48,1 0 0,-4 0 0,0 0 0,1 0 4,2 0 1,0 0 0,1 0 0,0 1 63,0 3 1,0-3-1,-1 3-75,1-2 1,0-2 0,0 0 0,0 0 18,-1 0 0,1 0-22,0 0 1,0 3 0,-1 1 0,1-1 27,0-2 1,-4-1 0,0 0-1,1 0 44,1 0 1,2 0-1,0 0-11,0 0 1,0 0 0,-1 0-75,1 0 1,-4 0 0,0 0 0,1 0-58,2 0 0,-4 0 0,1 0 1,1 0-16,2 0 1,-3 2 0,0 0-1,1 2 25,1-1 1,2-2 0,0-1 1,0 0 1,1 0-79,3 0 1,-3 1-1,2 2 1,-2 1-1,1-1 8,1-2 1,-4 0 0,4 2 70,4 1 0,-3 1 0,-1-2 0,-2 1-21,-1-2 0,0 1 0,1-1 1,1 2 24,2-1 1,0-2 0,-4-1 0,0 2 54,-1 2 0,5-3 0,0 3 0,-2-3 50,-1-1 1,3 0 0,1 0-112,1 0 1,-3 0-1,2 0 1,-1 0 0,1 0-9,1 0 1,-2-1-1,2-2 1,0-1-17,1 2 1,-4-4-1,4 2 1,-1 2-28,0 0 1,-2 1-1,2-1 1,1-2-25,-1 1 1,-2 2 0,2 1 0,1 0 50,-1 0 0,-2 0 0,2 0 0,0 0 114,1 0 0,-4 0 1,4 0-1,-2 0 37,-3 0 0,3 0 1,-1 0-1,0 0-155,1 0 1,-7 0 0,5 0-68,-1 0 1,0 0 0,-2 0 0,0 0 0,0 0 0,0 0 1,-1 1 0,1 2 21,0 1 1,0-1 0,0-3 30,-1 0 1,1 0 0,0 0 0,1 0 51,3 0 1,-3-1-1,3-1 1,-2-2 52,2 1 1,-3-2 0,3 0-1,-2-1 65,2 1 0,-3-3 0,2 4 0,-1 0 32,-3-1 1,1 4-1,0-3 1,0 3-33,0 1 1,-1-2-1,1 0-10,0-2 0,0 0 0,0 4 0,-1 0 2,1 0 1,-4 0 0,0 0 0,1 0-66,1 0 0,2 0 0,0 1 0,0 2-31,0 1 1,1 0-1,2-4-24,5 0 0,-3 0 0,-1 0 0,-3 0-143,-1 0 1,0 1 0,-1 1 0,1 2 85,0-1 0,0-2 0,0-1 0,1 2 96,2 2 0,-2-3 1,3 3-1,-3-3-190,-1-1 1,0 0 0,0 1 0,-1 2 49,1 1 1,4 0-1,0-4 1,-2 0-222,-1 0 0,-1 0 0,0 0 0,0 0-382,-1 0 1,1 0 0,0 0 0,0 0-628,0 0 0,-1 0 0,1-1 1,0-2-3238,0-1 4557,-6 0 0,5-1 0,-5-2 0</inkml:trace>
  <inkml:trace contextRef="#ctx0" brushRef="#br0">21508 2322 6934,'0'8'246,"0"0"0,0 0 1395,0 4-779,0-6-642,0-1 1,0-6-1,0-3-192,0-4 0,0-3 0,0-4 1,0-2 23,0-1 0,0-2 0,-1-3-114,-3-1 1,1-4-1,-3 1 1,-1-1 0,1 0-82,-3-4 1,2-2 0,0 0 0,1 1-131,-1 2 0,3 5 0,-2 0 1,1 3 219,2 4 0,2 4 0,1 0 36,0 1 1,1 8 0,3 2-7,4 3 0,2 1 0,2 0 0,0 0-30,0 0 1,1 4-1,1 1 1,3 0-119,2 0 1,-5 1-1,2-4 1,-3 2-158,-1-1 0,-1 2 1,1-1 35,0-2 0,-6 5 292,-2 1 0,-2 2 0,-2 2 0</inkml:trace>
  <inkml:trace contextRef="#ctx0" brushRef="#br0">21213 2157 7792,'-4'12'162,"1"0"0,-3-6 1,4 0 430,-2-1 0,1-4 1,7 3-275,4-3 1,6-2-1,3-2 1,2-2-282,2-1 1,-2-2-1,4-4 1,2 0-315,-1 0 1,1 1 0,-1-1-1,-1 0-57,1 0 1,-2 4-1,-1 1 333,-1-3 0,0 0 0,3-2 0</inkml:trace>
  <inkml:trace contextRef="#ctx0" brushRef="#br0">21756 1851 7792,'6'-5'1151,"-2"-3"-756,-2 2 1,-2 3 0,-2 6-1,0 5 99,-2 3 0,-5 1 0,1 1 0,-3 2-251,-1 5 1,1-2 0,-1 2 0,0 1-148,0 1 1,4 2 0,2 1 0,-1 1-195,1 1 1,3 1-1,-1-5 1,3 1-324,1 0 1,5-6-1,3-2 1,3-3-796,0-1 0,1-6 0,1-2 0,2-4 1216,0-4 0,1-2 0,-4-17 0,0-2 0</inkml:trace>
  <inkml:trace contextRef="#ctx0" brushRef="#br0">21827 1922 7792,'7'7'0,"1"1"129,2 1 1,-4 2 0,2-1 0,1 1 124,2 1 0,0-3 0,1 7 1,0-3-424,0-2 1,1 1 0,1 0-1,2 0-244,-2 0 0,-3-2 0,-2-1 1,2-2-532,-2-2 944,-5-1 0,1 1 0,-5 2 0</inkml:trace>
  <inkml:trace contextRef="#ctx0" brushRef="#br0">21838 2110 7792,'-1'7'264,"-3"-3"42,3 2-234,-4-5 1,6 5-1,2-8 1,2-2-212,1-3 0,2-8 1,4-2-1,1-1-51,3-3 0,-3-1 1,3-2-1,-3 0-117,-1 1 0,3 3 1,1 1-1,-2-1 307,-1 2 0,-1-5 0,0 5 0</inkml:trace>
  <inkml:trace contextRef="#ctx0" brushRef="#br0">22074 1721 7994,'2'11'818,"0"-2"1,2-1-502,-1 1 0,2 1 0,0 2 1,0 1-118,1 3 1,2-2 0,-3 6-1,0 1-172,0 1 0,3-2 0,-4-1 1,-1 2-143,-2 2 0,-1-4 1,0 0-1,0-1-428,0 0 0,0-3 1,-1 0-118,-3-1 0,1-4 659,-5-2 0,0-3 0,-3-5 0</inkml:trace>
  <inkml:trace contextRef="#ctx0" brushRef="#br0">22345 1851 7792,'-7'0'112,"-1"0"284,-1 0 0,2 0 0,-1 0 541,-1 0 0,2 4 242,0 0-666,-1 0 0,2-4-532,6 0 1,6 0-1,5 0 1,1-2-370,0-2 0,0 3 1,0-4-1,-1 1 7,1 0 1,1 0 0,2 3 0,0-2-2594,0-1 2974,-2 0 0,-1 4 0,0 0 0</inkml:trace>
  <inkml:trace contextRef="#ctx0" brushRef="#br0">22357 1933 8069,'-12'6'427,"1"-4"1,-1 5 0,0-1 828,0 1 1,6-3-1076,2 4 0,4-6 1,4 2-1,4-3-378,2-1 0,2-3 1,0-3-1,-1 1-71,1 0 1,0-4 0,0 2 0,0-1-540,-1 0 0,1 6 0,0-3 807,0-1 0,0 0 0,-1-6 0</inkml:trace>
  <inkml:trace contextRef="#ctx0" brushRef="#br0">22581 1792 8069,'-4'-8'400,"0"0"0,1 4 0,3-4 1,0-1-24,0-1 1,1-2 0,1 0 0,4 0-151,0 1 1,1-1 0,2 0 0,-1 0-21,1 0 0,-2 1 1,0 0-1,1 2 28,-1 1 1,2 4 0,-4-2 0,2 0-148,2 4 0,-3 0 0,2 4 1,0 2-68,-1 4 1,3 2 0,-2 3 0,3 3-31,0 3 0,-3 0 1,0 0-1,0 2 69,-1 2 1,-1-4 0,-3 1 0,1 1 130,-2 1 0,-4-2 0,-4-2 0,0 1-258,-3-1 1,-2-4 0,-1 2 0,-1-2-135,-2 2 0,1-7 0,-1 3 1,2-3 128,1-2 1,0-1 0,0-3 0,0 1-157,1-1 0,3-7 0,1-4 194,2-3 1,1-1-1,4 1 21,0-1 1,5 1-1,3 4 1,3 1-109,0 1 1,3 4 0,0-3-1,2 3-19,-2 1 1,-1 1 0,-1 1-1,0 2-454,0-1 1,-1 0 0,1-1 101,0 2 1,0 0 0,0-3 0,-1 2 0,1 1 491,0-1 0,0 3 0,0 1 0</inkml:trace>
  <inkml:trace contextRef="#ctx0" brushRef="#br0">22888 1768 8283,'1'-6'1110,"3"2"1,3 2 0,4 2-1036,1 0 1,0 6 0,0 0 0,0 2-216,-1 0 0,-3 0 1,0 2-1,0-1-449,-1-1 0,3-4 1,-2 4-261,2 1 849,-3-3 0,3-1 0,-3-5 0</inkml:trace>
  <inkml:trace contextRef="#ctx0" brushRef="#br0">22935 1910 8612,'-12'0'2279,"0"0"-1579,1 0 1,5 0-1,6-2-452,7-2 1,0-3 0,0-8 0,4-2-247,3-1 1,-1-2 0,3-2 0,-3 1-554,-1 1 0,0 2 0,-2-2 1,-1 3-524,-1 0 1,0 8 0,3-3 1073,-3 2 0,2-1 0,-3 0 0</inkml:trace>
  <inkml:trace contextRef="#ctx0" brushRef="#br0">23301 1568 8127,'-12'0'0,"4"0"1590,0 0 0,5 5-1287,0 3 1,1 4 0,2 2-1,0 3 1,0 2-362,0 1 0,4-1 0,0 0 0,-1 2-330,-2 2 1,3-4-1,0 0 1,-1-2 169,-2-3 1,-1-5 217,0-1 0,5 0 0,2 4 0</inkml:trace>
  <inkml:trace contextRef="#ctx0" brushRef="#br0">23194 1733 8127,'-11'-4'910,"-1"0"1,4 0 0,1 3-301,2-3 1,1 1 0,6-3 0,2 0-727,3 4 0,4-3 0,2 1 0,1 0-345,2-2 0,1 5 0,-2-4 0,2 1-191,1 0 0,-2-4 0,2 3 0,-1 0-524,-3 0 1176,0-5 0,8 4 0,3-6 0</inkml:trace>
  <inkml:trace contextRef="#ctx0" brushRef="#br0">23525 1497 8127,'-12'0'434,"0"-1"454,0-3 0,4 3 0,2-5 0,-1 2-337,1 0 1,3-1 0,-1 1 0,4-2-596,4-1 0,3-3 0,4 3 63,1 1 1,0-5-1,0 5 57,0-1 0,-1 1 0,1 3-228,0-1 0,0 0 1,0 4 69,-1 0 0,-3 5 1,0 2-1,0 1 97,-1 0 0,2-1 1,-5 6-1,0 2 128,1 1 1,-4-1 0,3-3-1,-3 0-42,-1 0 0,0-1 0,0 1 0,-1 0 443,-3 0 0,2-4 0,-6 0-305,-2 1 0,0 0 0,-2 0-91,0-1 0,5-5 1,-1 0 30,-1-1 0,3-7 0,2-3-120,3-3 1,1 3 0,1 2 0,3-1-186,4 1 1,-1 3-1,1-1 1,1 3-57,1 1 0,2 0 0,0 0 341,0 0 1,3 5-1,2 3 1,0 2-1,0 2 476,-2 0 1,-2 0 0,-1 0 0,-2 1-119,-2 2 1,-3-2 0,-5 3-1,0-3-332,0-1 0,-5 0 0,-3 0 0,-4-1-1320,-3 1 0,0-4 1,-3-1-1,0-2-816,-1-2 1,5 2 0,-2-1 1950,3-2 0,-4 0 0,-1-2 0</inkml:trace>
  <inkml:trace contextRef="#ctx0" brushRef="#br0">13690 3147 6864,'-5'-6'0,"2"-1"2768,-5 3 0,1 3-606,-5-3 0,4 3-1570,0 1 1,4 0 0,-2 1-267,0 3 1,-3 3 0,3 4-1,-2 1-278,0 0 0,1 1 1,-2 2-1,1 2-83,-1 1 0,3-2 1,-1 2-1,2 0-217,2 1 0,2-5 0,1 2 0,0-3-117,0-1 1,5-1-1,3 0 1,2-2 424,2-1 1,0-4-1,0 2 1,1 0 86,3-4 0,-3 4 1,2-1-1,-1 0 146,-3 0 0,1 1 0,0-4 0,-2 3 205,-2 2 1,1-3-322,-5 4 0,0 0 1,-5 2-1,-2-1-155,-1-1 1,-5-1 0,1 2-1,-2-1-440,-2 1 0,0-3 0,1 1 0,-1-1 170,0 1 0,4 0 0,2 2 1,-1-1 271,0 1 0,5-3 219,-2 2 0,4-1 0,4 1 96,4-4 0,2-3 0,2-1 0,1-1 21,3-3 1,-2-3 0,6-5 0,1-1-145,1-3 1,-2 2 0,-1-6 0,1-2-170,-2-4 0,1 1 0,-5-4 0,2 0-44,-2-2 1,-2 2-1,-4 2 1,-3 0 170,0 0 0,-3 2 0,2-1 0,-3 5 290,-1 5 0,-5 7 0,-3 2-262,-3 2 1,4 1-1,-1 6 1,-2 2-31,0 3 1,2 4 0,2 1 0,-1 1-129,0 2 0,1 4 0,-2 4 0,3 1-236,0 0 1,3-5 0,-2 1 0,3-1-256,1 0 1,0 3-1,1-2 32,3 2 0,3-8 1,5-2-1,-1-3 29,1-2 0,4-2 0,1-6 0,0-3-256,0-4 0,3-2 0,-3-2 1,0 0-111,0 0 1,-2 0-1,-3 1 1,0-1-6,0 0 0,-2 0 0,0 2 0,-4 1-148,-1 1 0,3 4 1,-3-4 277,2-1 1,-4 2 883,1-1 1,-3 4 785,-1-3 0,0 3 201,0-4 1,0 4 0,0-4-371,0-1 0,0 2 0,0-1-331,0-1 1,0 3-1,0-2 1,0-1-38,0-2 1,0-1 0,0 1 110,0-1 1,4 0-1,0 0 292,-2 0 0,0 1-617,-2-1 1,-4 4 0,-2 2-87,0 0 0,2 2 1,-3 6-1,1 2-131,-1 3 0,-1 5 0,-2 3 0,1 2-214,1 1 0,4 2 0,-3 3 0,2 1-161,3-1 1,-1-3 0,0 0 0,-1-1-206,2 0 1,2-1 0,4-4-157,4 2 1,2-4-1,2-6-114,0 0 0,-1-4 1,1-4-1,0-4-1115,0 0 0,-2-2 0,-1-4 1894,-1 0 0,5-5 0,6-1 0</inkml:trace>
  <inkml:trace contextRef="#ctx0" brushRef="#br0">14221 3112 14209,'0'8'1903,"0"0"0,0 1-1508,0 1 0,0 2 0,1 0 1,2 1 123,1 3 0,1-2 0,-3 5 0,2-2-322,-1-3 1,0-1 0,-1-1-272,2 0 1,1-2 72,-1-2 1,-1-3-1,4-6 1,-2-3-227,-3-4 0,4-6 0,-2-3 0,0-2-211,1-2 0,-3-2 0,5-3 1,-2-2 257,-2 2 1,3 1 0,1 3-1,-1 1-10,-2 1 0,2 6 0,-1-2 130,1 3 0,-2 6 1,3 5-1,-2 4 383,-2 6 0,-1 8 0,1 2 1,1 2 90,-1 0 1,2-2 0,-1 2 0,-2-3-116,0 0 1,-2-4 0,1 1 0,2-3 107,0-3 1,1-4-195,-4 3 1,4-5-1,0-2-387,-1-7 0,0-7 0,-1-3 0,3 0-138,2 0 1,-3-3-1,2 3 1,1 0-12,0 0 0,-5 0 0,3 4 0,-1 0-191,0 2 1,1 3 203,-1 0 1,-1 5-1,4 6 1,-2 7 213,-3 4 0,0 3 0,-2 4 1,1-1-570,3 1 0,-3-3 1,3 0-1,-2-1-411,-2-2 0,3-2 0,3-3 395,0-2 681,2-3 0,4-5 0,0 0 0</inkml:trace>
  <inkml:trace contextRef="#ctx0" brushRef="#br0">14728 2841 7808,'0'-13'2101,"0"-3"0,0 7 1,0-3-629,0 2 1,-1 5 0,-3 2-717,-4 6 1,1-1-1,-1 6 1,0 1-454,2 2 1,-3 4 0,5 1 0,0-2-421,-1 0 0,3-1 1,-2 1-1,3 3-385,1 1 0,0-2 0,1 2 0,3 1 333,4-1 1,-1-2 0,1 2-1,-1 1 306,0-1 0,2-2 1,-4 2-1,1-1-15,-1-3 1,-1-1 0,-4-1-1202,0 0 1,-5-1 0,-5-4-54,-4-3 1,1-2 0,-4-2 0,1 0 486,0 0 0,-3-6 0,3-1 0,2-4 202,1-1 1,2 0-1,3 1 442,4-1 0,3-5 0,1-1 0</inkml:trace>
  <inkml:trace contextRef="#ctx0" brushRef="#br0">15199 2428 7690,'0'-7'2180,"0"-1"1,-1 1-857,-3-1 1,3 8-1,-2 9 1,5 6-631,2 5 1,3 8 0,-1 6 0,-1 7-592,0 5 0,-1 1 0,-4 9 0,0 2-351,0-2 1,0-2 0,0-3 0,1-8-734,3-5 1,-2-12-1199,2-2 1,-2-14 0,1-4 2178,1-12 0,10-7 0,-1-10 0</inkml:trace>
  <inkml:trace contextRef="#ctx0" brushRef="#br0">15400 2758 8070,'0'21'364,"0"3"0,0-7 0,0 8 0,0 0 85,0 1 0,0 2 1,0-6-1,0-1 976,0-2 1,0-4-2192,0 1 1,4-10 0,1-7-2940,2-10 3705,-5-6 0,4-12 0,-6-1 0</inkml:trace>
  <inkml:trace contextRef="#ctx0" brushRef="#br0">15388 2428 7742,'-1'-6'7187,"-3"2"-7210,3 3 0,-5 6 0,8 3 0,2 2 1,2 3-510,1 3 532,3-3 0,-3 9 0,5-3 0</inkml:trace>
  <inkml:trace contextRef="#ctx0" brushRef="#br0">15600 2358 7742,'-11'5'3049,"0"3"-1961,3 2 0,2 2 1,3 1-1,-1 3-568,2 4 1,0 4 0,2 7 0,0 5-295,0 5 0,4 2 0,0 3 0,-1-2-972,-2 0 1,-1-6 0,0 1 0,0-4-1587,0-3 1,1-13 2331,3-7 0,-2-3 0,3 3 0</inkml:trace>
  <inkml:trace contextRef="#ctx0" brushRef="#br0">15766 2546 7740,'-8'0'0,"0"0"1364,-1 0 1,2 4 0,-1 1 0,-1 1 298,-1-1 1,-2 4-1,0-1 1,0 2-856,0 2 1,1 0 0,0 1 0,2 2-480,1 0 0,5 2 1,-2-2-1,1 0-276,0 0 1,2-2 0,6-1 0,4-1-510,2 1 0,2-1 1,1-3-1,1-3-121,2 0 0,5-4 0,-3 3 0,2-2 183,0-2 1,-5-6 0,5-1-1,0-5 564,-2-4 1,4 0 0,-3-6 0,-1-4 15,-2-3 1,-2 3 0,-1-3 0,0 2 135,-2-1 1,-6 0 0,2 6 0,-2 3 302,-3 3 0,-2 3 0,-3 2 0,-5 3 2,-3 5 0,-1 1 1,1 5-1,-3 3-193,-1 6 0,0 8 0,-3-1 0,1 4-362,3 0 1,0 6-1,3 1 1,0 0-73,3-2 0,3 2 0,5 0 0,3 2-337,5-1 0,5-5 1,10 0-1,3-5-1271,6-5 1,-1-4 0,9-4 0,-2-4-4686,1-3 6293,-8-12 0,14-2 0,-8-10 0</inkml:trace>
  <inkml:trace contextRef="#ctx0" brushRef="#br0">13631 4161 8908,'-6'2'1344,"0"0"0,2 3-901,1 2 0,-1 1 1,4 5-1,0 3-426,0 3 0,4 9 0,1 3 0,0 5 151,0 3 0,3-2 1,-4 2-1,0-2-932,1-2 1,-2-4 0,3-2 0,0-3-967,-4-3 0,1-9 1730,1-2 0,2 0 0,6-6 0</inkml:trace>
  <inkml:trace contextRef="#ctx0" brushRef="#br0">13761 4362 7844,'-5'23'557,"3"-4"1,-2-4 0,3-2-191,1-1 0,0 1 1,0 2-1,1 0-575,3 0 1,-1-2-1,3-1-97,0 0 0,2-5 0,-3 0 582,1-2-277,2-1 0,-1-14 0,-2-3 0</inkml:trace>
  <inkml:trace contextRef="#ctx0" brushRef="#br0">13749 4114 8057,'-6'0'3028,"0"0"-4560,6 0 0,2 4 1532,2 0 0,2 5 0,6-2 0</inkml:trace>
  <inkml:trace contextRef="#ctx0" brushRef="#br0">13914 4267 7844,'-4'8'514,"0"0"1,-1 0-1,2 4 453,0 0 1,-1-1 0,4 1 0,0 0-617,0 0 1,0 1 0,0 3-259,0 3 0,4-6 0,-1-1 0,1-3 659,2-2-884,-5 3 1,5-10 56,-2 0 1,-2-5 0,2-7 0,-3 0-141,-1 1 0,0-5 0,0 0 0,0 0-17,0-1 1,4 3 0,1-4 115,2 1 0,-5 1 0,4 5 71,-1 4 0,-3 1 0,5 8 176,-2 2 0,3 2 0,-3 6 0,1 1 98,-1 3 1,-1-3-1,-3 3 1,2-3-84,1-2 1,-1 1-1,-1-1-118,2-3 1,-2-3-1,5-6-67,-2-3 0,0-4 1,-1-8-1,3-4-114,-1-2 1,5-1 0,-5 0 0,2 2 74,0 2 0,0-1 1,4-2 33,0 2 1,-1 8 0,1 10 97,0 4 0,0 6 0,-2 8 0,-2 5-52,-5 0-1</inkml:trace>
  <inkml:trace contextRef="#ctx0" brushRef="#br0">13549 5116 9323,'-8'0'1951,"0"0"0,5-5-1704,-1-3 0,3-2 1,1-2-1,1 0-62,3 0 1,-2 0 0,3 1 0,-1-2-85,0-3 1,4 3 0,-3-3 0,1 3-76,4 1 1,-4 4-1,2 2 1,0-1-86,-2 1 0,5 3 1,-3 0-1,2 6 54,2 5 0,1 2 1,1 3-1,2 2-191,-1 1 0,2 5 1,-2-3-1,0 0-124,-2-2 0,-1-3 0,-1-1 0,1-2-207,0-2 0,-4 1 1,0-5-2872,1-1 3398,-4-2 0,0-1 0,-5 0 0</inkml:trace>
  <inkml:trace contextRef="#ctx0" brushRef="#br0">13631 5234 7811,'-8'0'1670,"0"0"0,5 0-1265,-5 0 0,5-1 1,0-3-321,6-4 0,4 0 1,4-2-1,1-3-185,0-1 1,1-4 0,1-2 0,3-3-81,2-5 1,-5 2-1,3-4 1,-1 0-129,0 0 1,-4 7-1,-5 1 1,1 3-102,-1 0 0,-1 9-2179,-2-2 2588,-2 8 0,3-1 0,0 10 0,2 2 0</inkml:trace>
  <inkml:trace contextRef="#ctx0" brushRef="#br0">13950 4939 7811,'-7'6'0,"0"-5"0,5 4 0,-3-1 591,-2 0 0,3 0 1284,-4-4 1,6 1 889,-2 3-39,2-3-966,2 5-264,0-6-1497,6 0 0,0 1 1,6 2-157,0 1 1,-4-1-1,-1-3-92,3 0 0,0 0 173,2 0 1,0 0 0,-2-1 0,-1-3-86,-1-4 1,-4 2 0,4-2 95,1-1 0,0-2 0,1 0 0,-4-1 46,-1 0 1,-1 4 0,-4 0 0,2 0 51,1 2 1,-1-5 0,2 3 153,-3-2 1,-1 2-69,0 0 1,0 4-42,0-3-439,0 4 0,1-2 239,3 5 1,-1 0 88,2 0 12</inkml:trace>
  <inkml:trace contextRef="#ctx0" brushRef="#br0">14067 4751 7189,'-11'5'-357,"-1"-4"1056,0 3 0,4 1 196,0-1-445,6 0 0,-4-5 1081,6-3-119,-5 3-983,4-4 1,-6 5 0,5-2 50,-2-2 0,1 3-407,7-3 0,-1 3 0,5 1-396,1 0 1,1-4 0,2 0 0,0 1 119,0 2 1,-1 1 0,1 0 0,0 0 190,0 0 1,0 0-1,-1 0-54,1 0 1,0 0 235,0 0 1,-6 5-1,-2 3-71,-2 3 0,-2 0 1,0 1-1,0 0-128,0 0 1,-2 3 0,0 1 0,-4 0-207,0 1 1,2-3 0,-3 5-1,1-2-166,-1-3 0,5 0 0,-4 1-701,1 1 1,4-1 0,-3-3-938,3 0 2039,1-6 0,0 0 0,5-17 0,1-2 0</inkml:trace>
  <inkml:trace contextRef="#ctx0" brushRef="#br0">14292 4597 7910,'0'-7'-1204,"0"-1"2338,0-1 0,0 2 136,0-1 0,0 4 308,0-4-494,0 6-702,0-3 0,0 6-313,0 3 1,0 2-1,0 6-155,0 0 1,0 0-1,0-1 32,0 1 0,0 0 0,0 0-120,0 0 0,0-1 1,0 1 98,0 0 0,1-4 165,3 0 0,1-4 0,4 2-69,-1-1 1,0-1 0,4-5-4,-1-3 1,1-1 0,-1-4-1,-2 2-167,-1 2 1,0-3 0,3 3-668,1-2 1,-4 3 0,0-2-168,1 1 0,-2 1 0,-1 2-968,-1-2 1951,5 3 0,-9-4 0,4 5 0</inkml:trace>
  <inkml:trace contextRef="#ctx0" brushRef="#br0">14445 4480 7910,'0'-12'428,"0"0"277,0 0 1,-2 4 333,-1 0 1,1 7-402,-2 1 0,3 5 0,1 7 0,0 1-223,0 3 0,1 2 1,2 7-1,2 1-466,2 2 0,-3 5 0,2-3 1,1 1-304,-1 1 0,-2-5 0,3 3 0,-1-1-98,1-3 1,-1-5 0,4-4 0,-4-2-1493,-1-5 0,1-7 796,-2-3 1,-3-7 1147,3-8 0,-3-9 0,-1-6 0</inkml:trace>
  <inkml:trace contextRef="#ctx0" brushRef="#br0">14575 4397 7744,'0'-8'2116,"0"0"-692,0 6 219,0-9 247,0 10-1218,0-4 0,0 6 184,0 3-779,0-3 1,1 4-91,3-5 0,-2 0 1,5-1-1,-1-1-125,1-2 0,-3 0 0,4 4-239,1 0 1,-2-4 0,0-1 262,3-2 0,-4 4 0,2-2-11,1 0 0,2 0 1,-1-5-1,-1 4-287,-1 1 0,-4-1 0,3 3-887,-2-5 1,4 1-1863,-1-1 3161,-3 6 0,0-9 0,-5 5 0</inkml:trace>
  <inkml:trace contextRef="#ctx0" brushRef="#br0">15058 3702 7956,'0'6'953,"0"1"1256,0-3-1488,0-3 1,0 5 0,0-2-238,0 4 1,-1 1 0,-2 1-1,-1-3-58,2 3 1,-4 4 0,1 3-1,0 3-268,0 5 0,-3 1 0,4 8 0,0 2-115,-1 1 0,3 5 1,-2 0-1,3 0-326,1-3 1,5 0 0,3-2 0,3-3 85,0 0 1,5-5 0,0-1-793,-2-4 1,3-5-1,-1-3 1,-2-5-1,0-2 103,-3-1 0,-3-5 0,0 1 0,1-3 420,2-1 0,-5-1 466,-2-3 0,3-3 0,-1-4 0</inkml:trace>
  <inkml:trace contextRef="#ctx0" brushRef="#br0">15247 4008 8996,'-12'0'2610,"4"0"-2007,0 0 1,6-1 0,-2-3 0,2-4-83,2-3 0,0 0 0,2-2 0,0-3-381,2-4 1,5 3 0,-1 0-1,3 1-58,0 1 0,0-1 1,-2 6-1,-1 0-134,1 3 0,2 4 1,0-1 7,1 3 1,0 3-1,0 5 1,0 6-19,-1 4 1,-3 3 0,-1 3 0,-1 1 403,1-1 1,-4 1 0,0-1 0,-1 2 77,-2 3 0,0-7 1,0 2-1,-2 0-345,-1-1 0,0-2 0,-5-3 0,-2-2-189,-5 0 0,5-9 0,-5 6 0,1-3-239,1-2 0,0-2 0,1-5-53,0 0 1,2-5 0,0-3 372,3-3 1,4 0 0,0-1-96,6 0 1,3 6 0,8 0 62,1 1 0,-2 4 1,3-3-1,-1 3-304,0 1 0,-2 0 0,4 0 0,-1-2-362,0-2 1,0 3 0,-5-3-1,1 1-210,0-1 0,0 2 941,0-6 0,-1 0 0,1-4 0</inkml:trace>
  <inkml:trace contextRef="#ctx0" brushRef="#br0">15553 3819 7956,'2'8'1840,"1"0"1,0-1 0,5 2-1,1-1-1354,2 1 1,4 1-1,1 2 1,0 0-898,1 0 0,0 0 1,4-1-1,-3 1-499,-1 0 1,-1-4-1,-4-2-1680,0 0 1444,-6 3 0,-2-8 0,-8 3 1146,-4-3 0,-8-1 0,-2 0 0</inkml:trace>
  <inkml:trace contextRef="#ctx0" brushRef="#br0">15612 4032 7956,'-8'0'3496,"0"0"-2534,6 0 0,-3-6 0,5-1 0,1-4-547,3-1 0,-2-5 0,6-2 0,2-5-745,0-4 1,2 4 0,0-4-1,-1 3-31,1 2-1,0 3 1,0 2 0,-2 1-2128,-2 2 0,3 6 2489,-4 1 0,4 0 0,1-3 0</inkml:trace>
  <inkml:trace contextRef="#ctx0" brushRef="#br0">15907 3489 7956,'0'12'0,"-1"1"277,-3 3 0,2-6 0,-1 5 0,1 1 310,2 1 1,0-2-1,2 5 1,0 1-666,2 1 1,4 0 0,-3-1 0,0-1 15,1 1 0,2-8 1,-5-1-376,0-2 437,-2 1 0,-1-5 0,0 0 0</inkml:trace>
  <inkml:trace contextRef="#ctx0" brushRef="#br0">15824 3725 9044,'-3'8'2429,"-1"0"-1439,0-6 1,5 2-1,3-8-587,4-3 1,4-4 0,2-2 0,2-1-937,-2-2 0,3 0 0,-1 4 0,0-1-696,1-2 1,-3 1-1,4-1 1229,-1 2 0,4-4 0,-2-2 0</inkml:trace>
  <inkml:trace contextRef="#ctx0" brushRef="#br0">16119 3407 7956,'-12'0'1254,"1"0"1,3 0-1,0 0 981,-1 0-1962,4 0 0,1 0-187,8 0 0,-2-1 1,6-2-1,1-1-81,2 1 0,0 2 1,1 1-401,0 0 1,0 0 0,0 0 0,-1 0 187,1 0 1,0 0-1,0 0 128,0 0 0,-5 0 0,0 1 0,0 2 119,-1 1 1,-2 4-1,3-3 481,-2 2 1,-1 0 0,-6 4 0,-1-2-211,-5-1 0,1 0 0,-1 4 0,-1-1-151,-1 1 1,-2-4-1,0 0-249,0 1-570,6-4-538,0 1 0,16-12 914,1-2 0,5 3 0,-1 0 1,0 1 194,0 0 0,-2 0 0,-1 5 0,-1 3-116,1 4 0,-4 4 1,-1 2-1,-2 3 904,-3 2 1,0-3 0,-2 3 0,0 1-754,0-2 1,-4 0 0,-1-3 0,-1 1-962,1-2 0,-3-1 1,3-2 233,-2-4 1,3-1 779,-3-6 0,-1-11 0,-4-2 0</inkml:trace>
  <inkml:trace contextRef="#ctx0" brushRef="#br0">16308 3136 10575,'12'4'2046,"0"1"1,-1 1-1516,1 4 0,6 1 0,5 5 0,3 4 45,0 2 0,3 7 0,-2 4 0,0 3-407,-2 4 1,-11-1-1,-2-4 1,-3-1-333,-2-2 0,-2-2 0,-7-5 1,-1 0-59,-5-3 0,-3-2 1,-2-1-1,-1-3-1571,-2-3 0,-1-6 0,2-4 0,0-3-2508,0-3 4300,2-4 0,-4-15 0,-1-3 0</inkml:trace>
  <inkml:trace contextRef="#ctx0" brushRef="#br0">16626 3171 7956,'-10'5'1815,"2"3"1,1-3-913,4-1 1,6-2 0,1-4-810,6-2 1,1-2-1,2-6 1,2-1-536,1-3 1,3 3 0,-2-3-1,0 3-147,0 2 1,3-1-1,-4 0 1,-2 0-343,-1 0 1,-1 2 0,0 1 0,0 2 929,-1 2 0,-3-3 0,0 4 0,-5 0 0,2 4 0</inkml:trace>
  <inkml:trace contextRef="#ctx0" brushRef="#br0">16780 3147 7956,'-7'6'271,"-2"0"0,4 6 0,-1 0 270,1 0 1,-3-4 0,4-1 0,2 3 772,0 0 0,-1-2-472,-1 0 1,5-2-637,7 2 0,2-3 1,2-6-1,0-3-241,0-4 0,-3-1 0,1 0 0,3 1-433,0-1 1,-2-2 0,-1 0 0,4-1-363,-1 0 1,0 2 0,-12 9 746</inkml:trace>
  <inkml:trace contextRef="#ctx0" brushRef="#br0">17251 3100 6686,'2'-11'-271,"2"-1"0,-3 0 0,3-1 253,-3-3 0,-1 3 1,0-4-1,0 0 12,0-3 1,0 2 0,-1 0 0,-2-1 1,-1 1 1,-1 2-1,2-3 1,-2-1 1,-1 2 1,2 1 0,-3 5-1,1 0 1,-1 0 1,0 0 0,-2 2-1,1 1 0,-1 1 0,3 1 0,-1-2 1,1 3-4,-1 0 0,3-3 10,-4 1 0,4 2 42,-4-2 0,6 4 0,-3-2 1075,-1 0-433,5-3 1,-4 3 29,5-6 0,0 4 731,0 0 1,1 5 1041,3 0-1969,-3-4 1,6 6-1,-4-2 1,0 6-190,0 5 1,2 2 0,-1 3 0,0 4-362,1 7 0,1 1 0,3 6 1,-1 3-115,1 4 1,1 4 0,1 4 0,-2-2-500,-1 0 0,-2-6 1,4 0-1,-4-6-599,-1-4 1,3-9 0,-3-4 156,2-6 1,-4-5 0,1-9 496,-3-7 1,-1-1-1,0-7 1,0-1 583,0-1 0,0-7 0,0-1 0</inkml:trace>
  <inkml:trace contextRef="#ctx0" brushRef="#br0">17440 2487 7746,'0'-11'1246,"0"3"1433,0 0-2284,0 5 1,0-1 0,0 10 534,0 5 0,1 6 0,2 8 0,2 4 0,2 6-512,2 7 0,1 2 0,1 0 0,-2 3-984,-1 2 1,0-3-1,4 2 1,-1-6-1199,1-7 0,0-11 1,0-3 1763,-1-7 0,7 1 0,0-9 0</inkml:trace>
  <inkml:trace contextRef="#ctx0" brushRef="#br0">14008 10657 7746,'0'-12'1539,"0"4"0,-1 1-699,-3 2 1,3 3 0,-3 7-531,3 7 0,1 6 0,0 8 1,0 4-237,0 4 0,0 4 1,0 8-1,0-1-475,0-2 0,0-2 0,0 3 0,0 1-820,0-5 0,0-11 0,0-7 0,1-3 1221,3-5 0,-3-6 0,4-3 0</inkml:trace>
  <inkml:trace contextRef="#ctx0" brushRef="#br0">14150 10892 7410,'0'20'0,"0"1"277,0 0 1,0 0-1,0 1 1,0-1 153,0-1 1,0-2-1,0 2 1,0-4-977,0-3 0,1-5-386,3-1 1,-2-5 0,1-4 930,-1-8 0,3-7 0,2-7 0</inkml:trace>
  <inkml:trace contextRef="#ctx0" brushRef="#br0">14150 10598 11586,'4'8'-436,"0"-1"-1462,-2 3 0,5-4 1898,1 2 0,-3 0 0,0 4 0</inkml:trace>
  <inkml:trace contextRef="#ctx0" brushRef="#br0">14327 10786 7746,'-1'17'0,"-2"2"718,-1-1 1,-1 4-1,2-3 1,-1 0-120,2 1 1,0-2 0,2 3 0,0-2-247,0-2 1,0-2 0,0-3 28,0 0 0,2-2-124,2-2 1,-3-4-1,3-8 1,-2-5-71,2-5 1,-2-1 0,3-4-1,-1-2-323,0-2 1,1 0-1,-2-1 1,2 1-188,1-1 1,-2 1-1,3-1 1,-1 0 8,1 1 1,-3 3 0,4 0-131,1 0 0,0 6 0,0 4 435,-1 3 0,-4 10 0,3 7 0,-2 6 316,-3 3 0,1 0 0,0 3-125,1-2 1,0 2 0,-4-3 0,0-1-1,1-2-68,3-3 1,-3-1-1,4-2-8,1-2 0,-4-3 0,5-7 0,-1-5-82,1-5 1,-1-3 0,4-1 0,-3-4-133,3-2 0,0-2 1,2 2-1,0 1-100,0 1 1,-1 2-1,1 0 1,0 5 44,0 4 0,-1 6 1,0 0-1,-2 7 148,-1 8 0,-4 6 0,2 9 0,0 0 50,-4-1 0,0 3 1,-2-1-1,0-2-411,0-1 1,0-2-1,0 0 1,0-3-1204,0 0 1,0-8 1577,0 4 0,0-6 0,0 7 0</inkml:trace>
  <inkml:trace contextRef="#ctx0" brushRef="#br0">13796 11706 7746,'-6'1'1170,"0"2"2331,1 1-2142,-1 0 0,-2-4-663,0 0 0,5-6 0,1-1-335,4-4 1,1-1 0,3 0-1,1-1-96,0-2 0,-3 2 0,3-4 0,1 1-208,-1 0 0,3 0 0,-3 5-220,-1-1 0,5 1 0,-3 2 1,2 3-1,2 0-62,0 4 1,0 2 0,-1 5 0,1 5 29,0 5 1,1 7 0,1 0 0,4 5-298,0-1 1,-4 0 0,3-1 0,-1 0-341,0-3 0,-1-2 1,-4-1-1,-2-3-2783,-1-3 1736,0-6 1879,-2-7 0,5-12 0,-5-6 0</inkml:trace>
  <inkml:trace contextRef="#ctx0" brushRef="#br0">13867 11812 7746,'-7'-1'3286,"4"-3"-2661,1-4 1,9-4 0,3-4 0,6-5-553,2-5 0,2-4 0,4-7 0,0-2-285,4-4 1,-3 2-1,1 3 1,-5 6-510,-5 4 0,-7 10-61,-1 6 1,-6 7 0,2 10-1,-2 5 782,-2 5 0,-6 6 0,0-3 0</inkml:trace>
  <inkml:trace contextRef="#ctx0" brushRef="#br0">14244 11635 7394,'-8'4'3500,"1"0"1,3 0-2564,-4-4 1,4 0 2638,-4 0-487,5 0-2392,-2 0 1,6-4-719,3 0 1,-1 0 0,5 4-44,1 0 0,0-1 1,0-2-1,-1-1-181,1 2 1,2-4 0,1 1 19,0-1 0,-2 2 0,-1-3 0,-1 1 34,1-1 1,-2 3 0,1-2 0,-1-1 142,0 0 1,0 4 0,-3-5 99,3-1 1,-1 2-123,-2-1 0,-2 5-42,2 0 0,-3 6 0,3 5-120,-2 3 0,2-3 0,-1 0 1,0 1-91,-2 1 0,-1 2 0,0 0 1,0 0 1,0-1-1,0 1-483,0 0 1,0-4 0,-1-2-1,-2 1-985,0-1 0,-3 1-2059,2 1 3006,3 2 1,-3-8 841,8 2 0,3-14 0,4-3 0</inkml:trace>
  <inkml:trace contextRef="#ctx0" brushRef="#br0">14669 11411 7746,'0'-12'0,"0"4"4442,0 1-2095,0-1 841,0 1-2345,0 2 1,0 14 0,-1 3-654,-3 1 1,2 0 0,-2-1 0,3 0-380,1 0 0,0 1 1,-1 1-1,-2 2-68,-1-2 1,0-1 0,4-1 0,0 0-332,0 0 0,0-5 1,0 1-68,0 1 1,2-3 771,2-2 1,-2-3-1,6-1 1,0-1-615,-2-3 0,5 2 0,-5-3 0,2 1-741,0 0 1,-4-5 0,4 3 720,1-1 0,2-2 517,0 5 0,-4-5 0,-2 2 0</inkml:trace>
  <inkml:trace contextRef="#ctx0" brushRef="#br0">14846 11258 7746,'0'-7'6642,"0"3"-5890,0 8 1,0 7 0,0 6 0,0 1-518,0 3 1,-2 7 0,0 3 0,-3 4-402,-2 5 1,3-2 0,-2 2-1,-1 0-993,0-2 1,3-8 0,-2 2-1,1-5-1535,2-9 1,2-8 2693,1-2 0,0 0 0</inkml:trace>
  <inkml:trace contextRef="#ctx0" brushRef="#br0">15093 11128 7746,'-7'2'471,"-1"0"450,-2 2 1,5 1-1,0-2 1,1 2-363,0 2 1,0-3-1,4 4 1,-1 1-461,-3 1 0,3 2 0,-3 0 0,2 1-197,2 3 0,0 2 0,0 4 1,0-1-200,0-1 1,0-5-1,0 4 1,0-2-1663,0-3 1,0-1 1011,0-1 1,4-7-245,0-5 1191,0-5 0,-4-7 0,0 1 0</inkml:trace>
  <inkml:trace contextRef="#ctx0" brushRef="#br0">14952 11281 9001,'-8'4'4826,"0"0"0,7 0-4280,1-4 0,2-1 0,9-2 0,3-2-505,3-1 0,3-2 1,4-4-1,-1 0-1218,1 0 1,-1 1 0,0-1 0,-2 0 1176,-2 0 0,1 0 0,3 1 0</inkml:trace>
  <inkml:trace contextRef="#ctx0" brushRef="#br0">15577 10480 8508,'-12'4'3755,"0"1"-3125,0 2 0,5-3 0,0 3 0,0 3 98,1 0 0,2 7 0,-3 3 1,2 3-389,3 5 1,-4 3 0,2 8 0,1 6-165,-3 5 1,0 1 0,-6 7 0,1 3-109,4 3 1,-3-6-1,5 0 1,0-3-640,0-2 0,1-7 0,4-3 1,1-6-229,3-7 1,3-10 0,4 2 0,2-4-766,3-3 1,-3-7 0,3-4-1,-2-3 1564,2-1 0,2-11 0,6-2 0</inkml:trace>
  <inkml:trace contextRef="#ctx0" brushRef="#br0">15801 10881 7746,'-12'0'703,"0"-4"1,1 0 108,-1 1 0,4-2 0,1 0 1880,2-2 1,1-1-1,4-5-1919,0-3 1,5 3 0,3-4 0,3 0-533,1-2 0,-1 2 1,1 0-1,1 1-213,3 0 0,-2 0 0,5 6 0,-2 2-514,-3 4 1,1 3 0,-1 2 0,2 3 133,-2 4 0,-1 9 0,-1 5 0,0 7 222,0 5 1,-6 0-1,-2 9 1,-3 2 62,-1 1 1,0-3 0,-1 0 0,-3 0 550,-4-1 1,-6-1 0,-2-7-1,0-3-206,-1-3 0,0-8 0,-2-6 0,2-3-441,0-4 1,7-4 0,-1 1-1,0-5-170,1-7 1,-1 0-1,2-9 1,2 0 77,2-3 0,-3-2 1,4-2-1,2 1 265,1-1 1,2 6 0,3 3-101,4 6 1,2 4-1,3 5 1,2 0-353,0 0 1,6 5 0,-2 3 0,0 4-331,1 4 0,-4-2 1,3 6-1,1-1-473,-2 0 1,3-2-1,-5-5 1,0-1-1567,1 1 2811,-4-5 0,4-2 0,-5-5 0</inkml:trace>
  <inkml:trace contextRef="#ctx0" brushRef="#br0">16155 10940 9392,'4'7'2798,"1"0"0,1 0-2076,4-1 0,0 2 0,3 4 0,2-2-797,0-2 1,5 3-1,-3-4 1,1 4 261,3 1 0,-4-2 0,-1-1-2441,-3-1 1,-2-4 0,-2 3-2610,-1-2 4863,-6-1 0,-2-4 0,-6 0 0</inkml:trace>
  <inkml:trace contextRef="#ctx0" brushRef="#br0">16166 11164 7746,'6'6'3384,"-4"-1"-2230,6-5 0,0-5 0,4-4 0,1-7-580,3-7 1,2-2 0,6-8 0,0-4-620,4-5 0,-3 2 1,2 2-1,-3 5-875,-4 6 0,-3 7 0,-6 4 0,1 4 920,0 5 0,-5 1 0,-2 6 0</inkml:trace>
  <inkml:trace contextRef="#ctx0" brushRef="#br0">16685 10657 8410,'-8'1'1604,"1"2"-1057,-3 1 1,5 5 0,0 0 0,1 4 0,0 4 1068,1 1 1,2 6-1,1 5 1,0 1-2025,0 3 0,0-3 1,1-1-1,2-3 86,1-4 1,0-5-1,-4 1 1,0-1-4918,0-2 5239,0-7 0,0 2 0,0-3 0</inkml:trace>
  <inkml:trace contextRef="#ctx0" brushRef="#br0">16567 10904 17269,'2'-6'896,"2"2"0,3-1 0,8-1 1,2 0-2516,1-3 0,-2 2 0,2-1 0,1 0-3454,-1 2 5073,2-5 0,3 5 0,1-6 0</inkml:trace>
  <inkml:trace contextRef="#ctx0" brushRef="#br0">16909 10610 7746,'-11'0'586,"-1"1"0,0 1 5325,0 2-1203,0 0-3831,1-4 0,9 0 0,6 0-815,5 0 0,3-1 1,0-2-1,1-1-278,3 2 1,-3 1 0,3 1-1,-3 0-390,-1 0 0,1 0 1,1 0 35,2 0 0,-1 1 0,-3 3 604,0 4 1,-5-2 0,-3 2 0,-3 1 41,-1 2 1,-1 2 0,-3 1 0,-4 2 218,-3-2 0,-2 1 1,-1-1-1,-2 2-24,2-2 1,-3-1-1,1-2 1,3-2-296,4-1 1,-2-6 56,3 2 0,3-4-110,1-4 1,4-1-1,4-4 1,4 3-13,2 0 0,0-2 0,0 4 1,3 2-147,0 1 1,0 1 0,-1 1 0,0 3 270,0 4 0,-1 3 1,1 4-1,0 2 252,0 1 1,-2-2 0,-2 4-93,-4 1 1,-3 5 0,-1 1 0,-1-1 0,-3-1-800,-4-1 1,-3-4-1,-4-2 1,-1-1-1214,2-3 0,0-2 0,-1-3 273,-1-1 1,1-7 0,4-1 1542,3-6 0,-2-10 0,3-2 0</inkml:trace>
  <inkml:trace contextRef="#ctx0" brushRef="#br0">17122 10386 17303,'11'5'1368,"2"7"1,2 9 0,2 6-835,1 8 0,-2 7 0,2 8 0,-1 4-298,-2 3 1,-2 0 0,-3 4 0,-2-3-63,-4-3 1,-3-13 0,-1-2 0,-1-3-508,-3-4 0,-2-10 0,-6 0 0,0-5-1875,0-4 0,4-2 0,1-4 0,-3-4-4897,0-3 7105,3-6 0,-8-7 0,2-6 0</inkml:trace>
  <inkml:trace contextRef="#ctx0" brushRef="#br0">17452 10680 7746,'-12'0'5700,"4"4"-4629,0 0 0,7 0-952,1-4 1,5 0 0,7-1-581,0-3 0,3 2 0,1-3 0,-1 1-533,-2 0 1,0-3 0,1 1-1,2 1 162,-2 0 1,-1-3-1,-1 4 1,0 0 831,0-1 0,0-2 0,-1-4 0</inkml:trace>
  <inkml:trace contextRef="#ctx0" brushRef="#br0">17464 10822 18156,'7'0'585,"1"0"1,3 0-1045,3 0 0,1 0 0,3-2 1,0 0-443,1-2 0,-1-4 0,3 4 0,-1 0-1468,1-1 0,-4 4 2369,-2-3 0,4-3 0,-1 1 0</inkml:trace>
  <inkml:trace contextRef="#ctx0" brushRef="#br0">17971 10409 7746,'0'7'216,"0"-1"780,0-2 1,0-1 0,0 5-484,0 1 1,0 1-1,0 2 1,0 1 161,0 3 1,0 4-1,0 7 1,0 6-736,0 5 0,0 1 0,-2 6 0,0 0-680,-2 0 0,-4-4 0,4-1 0,1-3-1037,2-7 0,1-5-1,0-5 1778,0-5 0,0-7 0,0-8 0,0-6 0</inkml:trace>
  <inkml:trace contextRef="#ctx0" brushRef="#br0">18206 10409 7746,'-11'5'129,"4"-2"1,3 5 657,3 1 0,-3 1 0,0 2 0,1 1-130,2 3 0,1 8 0,0 7 0,1 4-429,3 5 0,-2-1 0,2 6 1,-3 0-537,-1 0 0,0-4 0,0-1 0,0-3-1441,0-7 0,0-8 1749,0-2 0,0-11 0,0 2 0</inkml:trace>
  <inkml:trace contextRef="#ctx0" brushRef="#br0">7676 13250 7746,'-5'-12'1521,"2"2"0,-5 1-745,-1 1 1,-1 5 0,-2-1 0,-1 4 537,-3 4 1,-1 4 0,-4 8 0,2 3-752,-2 4 0,2 0 0,1 1 0,1-1-632,2 1 1,6 0 0,3-1 0,0 1 43,4-1 1,1 1 0,2-2 0,3-1-161,4-1 1,6-5 0,3 4 0,1-2-551,3-3 0,-2-1 0,-1-1 0,0 0 700,1 0 0,-1 0 0,2-1 0,-5 1 106,-1 0 1,-8-4-1,-2 0 129,-3 1 0,-1 1 0,-1 1 0,-3-2 494,-4-1 0,-3-4 1,-4 2-1,-1 1-389,2-1 1,-3-3-1,1 1 1,0-2-239,-1 2 1,8-2 0,-3 2 63,2-3 0,5 4-92,1 3 1,9 1 0,6 0 0,4-2 70,4-2 1,0-1 0,5-4 0,1-1 113,2-3 1,-2-4-1,4-6 1,-2-3-162,1-2 1,0-2-1,-5-5 1,-1-1 46,-2 0 0,-3-1 1,-5 0-1,0 1 33,-1-2 0,-4 8 1,-3-1-1,-3 2 66,-1 2 0,-4 7 0,-1 1 0,-1 3 128,-4 4 0,0 2 0,-2 2 0,0 3-82,0 4 1,5 8-1,-1 4 1,-1 2-256,-2 1 0,3-2 0,2 0 0,0 2 0,4-2 0,1 0 0,1 2 0,0 1-265,0-1 0,1-4 1,3-4-1,5-2-431,5-1 1,1-1 0,3-3-1,0-5 591,1-1 1,0-4 0,4-1 0,-2-5 74,-2-3 0,-4-5 0,0 1 1,-1 0-280,-3 2 0,1 3 0,0 1 0,-2 1-578,-2-1 1,3-2 0,-3-1 128,2 1 0,-2-1 0,-1 0 636,-2 0 1,-1 4-1,-4 0 152,0-1 0,0-1 0,0-2 799,0 0 1,0 4 353,0 0 0,-2 2 0,0-3-222,-2 1 0,-1 5 0,1-1-448,-4 3 1,1 1-1,-1 1-276,-1 3 1,3 3 0,-2 5 0,0-1-179,1 1 1,-2 4 0,4 1 0,0 0-60,0 0 0,-1 4 0,4-1 0,-2 2-553,1 1 0,2-3 0,1-2 0,0 1-1030,0-1 1,1 0-1,2 2 1,2-4-641,2-3 0,0-7 1,5-2 675,0-2 1,0-4 0,0-3 1546,-1-7 0,6-5 0,2-6 0</inkml:trace>
  <inkml:trace contextRef="#ctx0" brushRef="#br0">8266 13616 7746,'-4'7'2700,"-1"0"-171,-2-2 1,4 4-1806,0-1 0,1 3 0,2 1 0,0-1 243,0 1 0,0 1 0,0 2 0,0 0-505,0 0 1,0-1-1,0 1 1,0 0-477,0 0 1,0-2 0,0-1-213,0-1 0,-1-4 202,-3-3 1,3-8 0,-2-5 0,4-6-350,3-4 1,5-4-1,-2 0 1,1-2 102,0-3 1,0 6-1,3-3 1,1 2 106,0 2 1,-4 4 0,0 0 0,0 2-54,-2 5 0,5 5 0,-4-2 415,4 2 1,-3 6-1,-2 7 1,0 2 469,-4 2 1,-1 5 0,-1 2 0,0 0-128,0 1 0,0-2 0,0 3 0,0-3-800,0 0 0,0-3 1,0-3-290,0 0 1,4-7 267,0-5 0,4-5 0,-3-8 0,1-3-230,-1-4 1,4 2 0,-2 0 0,1-1-141,-1 1 0,-3 4 0,4-2 296,1 3 0,2 2 450,1 3 1,-5 8-1,0 8 1,-2 4-240,-2 4 1,0-2-1,-1 6 1,3 0-264,2-2 0,-3 3 0,4-5 1,1-2-1157,1-1 1,0-6-1,0-3 1,4-4 715,3-4 1,-1-4 0,4-8-1,1-4 801,1-2 0,-2-1 1,-2-1-1,-1-1 7,-2-2 0,-2 6 0,-3-2 0,-2 5 37,-4 4 0,-3 0 2163,-1 3 0,-1 4 1,-3 3-1,-4 3-787,-2 1 1,-2 5-1,0 4 1,2 4-827,2 3 0,-3 1 0,3-1 1,-1 4-446,1 2 1,-1-3 0,5 1-1,2 1-25,0 1 0,2 3 0,2 1 0,2 2 177,3-2 0,4-1 0,1-3 0,-1-1 99,1-1 1,-5-6 0,-3 2 0,-3-3-1019,-1-1 1,0 0-1,-3-2 202,-4-2 0,-1-3 0,-8-5 0,2 0-6506,-2 0 6966,-2-5 0,-6-7 0,0-6 0</inkml:trace>
  <inkml:trace contextRef="#ctx0" brushRef="#br0">9811 13285 7746,'6'-14'1781,"-2"2"2146,-3 2-3248,-1 5 0,0 1 1,0 9-1,0 8 0,0 9-118,0 8 0,0 6 0,0 3 1,0 6-192,0 4 1,0 1-1,0 5 1,0 1-979,0 2 1,0-8 0,0-6-1,0-4-2105,0-6 0,0-7 1083,0 1 1,6-14 0,0-9 1629,1-10 0,3-13 0,-3-12 0</inkml:trace>
  <inkml:trace contextRef="#ctx0" brushRef="#br0">10117 13557 7746,'-8'23'314,"0"1"1,-1-1 910,-1 1 0,2 0 0,1-1 0,1 2-536,-1 2 0,5-2 0,-2 2 1,2-6-1216,2-6 1,0-6 0,2-2-557,2-2 1,-2-6 0,5-8 0,-1-7-1445,1-8 2526,-4-4 0,7-18 0,-3-3 0</inkml:trace>
  <inkml:trace contextRef="#ctx0" brushRef="#br0">10129 13050 8048,'-12'-11'646,"0"3"1,1 3 0,-1 5 0,1 1 726,3 3 1,-1 3 0,5 5 0,2 1-1357,0 3 0,2-2 0,0 6 1,2 1-1173,2 1 1,0 5 0,5 1 0,3-1-1827,1 2 2981,-3-4 0,12 9 0,-3-4 0</inkml:trace>
  <inkml:trace contextRef="#ctx0" brushRef="#br0">10436 13227 11606,'-4'7'0,"0"1"1461,1 1 1,-2 2 0,0 2 0,-1 4-645,1 7 1,0 2-1,2 9 1,-2 6-983,-2 3 1,3 5 0,-2 1 0,-1 1-632,1-2 1,3-5 0,-1-6 0,3-6-2620,1-4 0,0-8 3415,0-5 0,0-2 0,0-1 0</inkml:trace>
  <inkml:trace contextRef="#ctx0" brushRef="#br0">10612 13462 7746,'-7'0'1913,"-1"0"167,-1 0 1,2 0 0,-1 0-1011,-1 0 0,-2 4 0,1 1 0,1 2-627,1 2 0,0 2 0,-4 0 0,-1 3 47,-3 1 0,3 4 0,-2 4 0,2 2-364,1 3 1,5-2-1,3 4 1,3-1-423,1-3 0,6-5 0,6-3 0,7-2-205,3-6 1,4-3-1,3-7 1,4-3-33,-1-5 0,1-1 0,1-10 0,-2-4 379,-5-3 1,-2-4-1,-3-5 1,-2-1 416,-4 1 0,-7 4 1,-3 0-1,0 3 165,-4 1 1,0 3 0,-4 3 0,-2 4 209,-3 5 0,-4 8 0,-1 0 0,0 4-254,1 4 0,-1 4 1,0 6-87,0 2 0,1 5 1,-1-2-1,1 4 1,3 2-568,4 2 0,3-1 0,1 4 1,0 1-971,0-1 1,5-4 0,5 1-1,4-2-1830,6-1 1,2-6 0,1-3 3068,1-6 0,5-4 0,1-5 0</inkml:trace>
  <inkml:trace contextRef="#ctx0" brushRef="#br0">12381 13003 7746,'-1'-11'2452,"-3"3"1,3 4-1,-3 10-1877,2 5 0,2 8 0,0 8 0,0 5-753,0 2 0,0 6 0,0 3 0,0 3 31,0 1 1,0-3-1,0-4 1,0-2-1835,0-4 1,0-10 0,2-2 1980,2-3 0,2-9 0,6-5 0</inkml:trace>
  <inkml:trace contextRef="#ctx0" brushRef="#br0">12546 13179 7746,'-6'23'-781,"0"-2"0,3-2 1882,-1 2 1,0 1-1,4 2 1,0 0-502,0-1 1,0 1 0,0-2-1,0-1-727,0-1 0,1-6 0,2 2 1,2-4-1546,1-5 0,-2-1 1672,4-6 0,-5 0 0,2 0 0</inkml:trace>
  <inkml:trace contextRef="#ctx0" brushRef="#br0">12570 12908 7995,'-5'-6'736,"2"-1"0,-5 5 986,-1-2 0,2 0 0,1 2-433,1-2-1817,1 3 0,5 1 1,2 9-2577,1 6 3104,5-2 0,-3 9 0,6-4 0</inkml:trace>
  <inkml:trace contextRef="#ctx0" brushRef="#br0">14409 5847 8161,'0'-27'0,"2"-2"165,2-1 0,-2-2 1,7-5-1,6-2 349,7-4 0,11-7 0,-11 22 0,2 0 0,4-6 0,3 0-253,3-5 0,2-1 0,3 0 0,1-1 1,-9 9-1,1 0 0,1-1 0,1 0 1,2 0-1,0-1-387,2 0 1,2 0 0,0 0 0,-1 3 0,0 1 0,2 0 0,5-5 0,2-1 0,0 1 0,0 0 0,0 2 0,1 0 227,0 0 0,1 2 1,-1 0-1,-4 4 1,-1 0-1,1 0 1,1 1-1,0-1 1,1 2-1,-1-1 1,0 0-1,0 2-86,1-1 1,0 2 0,-2 0-1,15-7 1,-2 1 0,-17 10 0,1 2-1,-2-1 1,16-6 0,-3 1-36,-5 1 1,-2 1 0,-6 1-1,-2 1 1,0-2 0,-2 1-1,-1 1 1,-3 0 197,25-15 1,-15 6 0,-8 1 0,-6 2-11,-5 1 1,-5 6 0,-7 2 0,-4 3 612,-3 1 1,-2 5 0,-4 0-514,-2 2 1,2 1 0,-6 4-1,-1 0-195,-2 0 1,-1 0-1,1 0 1,-2 1-359,-3 3 0,3 3 0,-3 4 0,3 1-227,1 0 0,-1 1 0,-1 3 1,-5 4-79,-3 2 0,1 3 0,-6 1 589,2 1 0,-9 11 0,-3-1 0</inkml:trace>
  <inkml:trace contextRef="#ctx0" brushRef="#br0">14681 12177 9359,'14'-10'532,"6"1"1,11 1-430,14-1 0,-12 3 0,4 0 0,13-2 1,3-1-1,10-3 0,3-1-86,-15 2 1,2 0 0,-1-1 0,2 0 0,1-1 0,0 0-1,6-1 1,2-1 0,-1-1 0,1 1 0,0-1 0,0-1-381,1-1 0,0 1 1,-1 0-1,-6 2 1,0 2-1,-1-1 0,5-2 1,1 1-1,-1 0 154,-4 2 1,0 1 0,-1 1 0,-1 3 0,0 0 0,-2 2 0,13-1 0,-3 2 0,-3 2-1,-2 1 209,-3 1 0,-1 1 0,-1 2 0,-1 1 0,-8 0 0,1 1 0</inkml:trace>
  <inkml:trace contextRef="#ctx0" brushRef="#br0">12759 13250 11260,'0'-6'4069,"0"2"-3757,0 8 0,0 3 0,0 8 0,0 1 55,0-2 0,0 0 0,0 1 0,0 2 112,0 1 1,-4-3 0,0 0 0,1-2-8,2-1 1,1-4-192,0 0 0,1-6 0,2 0-167,1-9 1,5-1-1,-3-9 1,4 0-149,1-2 1,-5-4 0,5 0 0,1-1-81,3 1 0,-6 3 0,3 2-306,-2 1 1,-3 2 0,0 7 258,3 4 1,-4 4 0,1 4 475,-2 4 1,-1 7 0,-4 0-1,0 0-85,0-2 0,0 0 0,1 0 1,2 0 363,1-2 1,0-6 0,-3 1-337,3 0 0,-2-2 1,6-4-1,0-2-473,-1-2 0,3-2 0,-2-6 0,3-1-410,0-3 0,2-2 0,2-4 0,1 1 322,-2 1 1,-1 6 0,-1-1 0,0 5 19,0 2 1,-1 5-1,1-1 116,0 3 0,-4 8 1,-2 4-1,0 8-258,-4 3 0,-1 2 1,-1-1-1,0 1-672,0-1 1,0 0 0,-1-4-1,-1-3-273,-2-3 1,-4-1 0,3 0 1369,-2-1 0,-1 1 0,-4 0 0</inkml:trace>
  <inkml:trace contextRef="#ctx0" brushRef="#br0">12322 13910 8370,'-6'6'705,"-5"-5"0,5 4 1264,-1 0 0,-3-3-580,2 2 0,1-3-439,-1-1 0,6-1 0,-2-3-368,2-4 0,2-3 1,2-2-194,2-3 0,-2 2 0,6-4 0,1-1-282,2 1 1,1 0 0,-1-3 0,1 2-303,0 2 0,0 2 0,0 4 1,-1 2-555,1 1 0,0 6 0,0 0 312,0 9 0,-1 2 1,0 11-1,-2 1 15,-1 1 0,-4 1 1,4 0-1,1-2-84,1-2 1,-2-3 0,0 2 0,1-1-132,2-2 0,-3-6 0,-1-3 0,3 0-122,0-4 1,-2 0 0,0-2 0,0-2 224,-2-2 0,3-2 1,-3-6-1,-1 0 534,0 0 0,4-5 0,-2-1 0</inkml:trace>
  <inkml:trace contextRef="#ctx0" brushRef="#br0">12428 13922 8370,'-7'11'266,"-1"-4"0,4 3 0,-3-5 0,1 0 470,-1 0 0,3 1 1096,-4-3 1,6-3-1058,-2 0 0,9-9 0,5-8 0,6-2-526,3-6 1,-4 0 0,5-7-1,1 0-587,1-2 1,2 2-1,-2 2 1,-1 1-243,-1 3 0,-6 5 1,2 4-1,-3 3-976,-1 3 0,-5 7 0,0 2 1556,-2 4 0,-1 10 0,-4 6 0</inkml:trace>
  <inkml:trace contextRef="#ctx0" brushRef="#br0">12806 13722 8370,'-2'8'1313,"-2"-1"0,-1-3 0,-4 3 43,1-2 1,4-1 0,-2-3 503,0 3-491,3-2 0,3 4-535,0-2 1,1-1-662,3 5 1,-2-6 0,6 2-71,1-3 0,2-1 0,1 0-162,0 0 1,-2-1 0,-1-2-1,-1-2-236,1-1 0,-2 2 0,1-3 0,-1 1 42,0-1 1,2 3-1,-4-2 1,1-1 134,-1 1 0,0 3 1,-2-2-139,1-1 152,5 5 1,-7-4 0,5 6 0,0 2-93,-1 1 0,-3 5 0,2-1-277,0 2 1,-3 2-1,3-1 1,-1-2-673,0-1 0,0-1 0,-4 5-304,0 0 1,0 0 0,-2 0-1007,-2-1 2455,3-4 0,-9 3 0,3-3 0</inkml:trace>
  <inkml:trace contextRef="#ctx0" brushRef="#br0">13195 13616 9891,'0'-7'7850,"0"2"-6773,-5 5 0,2 0-800,-5 0 1,6 1 0,-4 2 0,2 2 19,0 1 0,-1-2 0,3 4-654,-2 1 1,-2 2 0,4 1-942,-2 0 0,0-5 0,4 1 637,0 1 1,0-2 561,0 1 0,4-4 0,1 2 70,2 0 1,0-3 163,5-3 0,0 0 0,0 0-103,0 0 1,-1-1-1,1-3-358,0-4 0,0 2 1,0-1-1,-2 1-670,-2-1 0,2 3 0,-2-4-243,3-1 1239,1 4 0,-1-6 0,1 5 0</inkml:trace>
  <inkml:trace contextRef="#ctx0" brushRef="#br0">13348 13462 8739,'0'-11'4030,"0"4"0,0 3-2983,0 8 0,0 5 0,0 9 0,0 7-1005,0 4 1,0 4-1,0 5 1,0 3-696,0 0 0,0 3 0,0 2 1,0-3-912,0-4 1,0-8-1,1-4 1,2-6 1563,1-6 0,5-12 0,-2-4 0</inkml:trace>
  <inkml:trace contextRef="#ctx0" brushRef="#br0">14091 12955 9050,'0'-11'3913,"0"3"-1883,0 0 0,0 4-861,0-4 0,0 7-535,0 1 0,-4 5 1,-1 7-1,-2 0-456,-2-1 0,1 6 1,-2 4-1,-3 6-324,0 4 1,-2 8 0,1 5-245,-2 1 0,-4 12 0,3 2 0,0 1 0,2 0-695,4-1 0,1-8 0,6-4 1,1-5 201,2-9 0,7-7 0,5-7 1,3-8-249,1-5 1,2-5-1,0-2 1,1-3 1130,3-4 0,-4-8 0,0-2 0</inkml:trace>
  <inkml:trace contextRef="#ctx0" brushRef="#br0">14315 13238 8370,'-12'0'1103,"1"0"0,-1 0 2313,0 0 0,1-1-2528,4-3 0,1-2 0,8-6 1,2 0-449,3 0 1,1-1 0,3-1 0,2-2-570,0 2 1,0 4 0,-1 3 0,0-1-35,-1 1 0,1 2 1,0 5-1,0 0-448,0 0 1,-1 5 0,1 3 0,0 2 171,0 2 1,-2 5-1,-1 2 1,-2 2 677,-2 2 0,0-2 0,-2 5 0,1-2 152,-1-1 0,-6-6 1,-2 7-1,-2-2 76,-2 1 1,-3-4 0,-3 0 0,-4-2-4,1-3 0,-4-1 1,3-2-1,0-4-427,-1-3 1,4-2 0,-2-2-1,1 0 4,2 0 1,4-6 0,3-1 0,4-4 0,3-1 0,1 1 1,1-1-23,3 0-1,2 5 1,6 3 0,1 3-207,3 1 1,-2 0-1,5 0 0,-1 0-646,0 0 1,1 4 0,2 1-1,-2 2-574,2 2 0,-2-2 0,0 0 0,2 1-15,2-1 0,-4 2 1,0-5 1421,-2-1 0,4 3 0,-3 1 0</inkml:trace>
  <inkml:trace contextRef="#ctx0" brushRef="#br0">14763 13227 8370,'0'11'582,"5"1"1,2 0-1,1 1 728,0 3 0,0-6 0,3 5 0,2 0-959,3 2 0,-1-2 1,3 0-1,-1-1-737,-3-3 1,-1 1 0,-1-1 0,0-2-2036,0-1-60,-6-6 1,-2 4 2480,-8-6 0,-13 0 0,-8 0 0</inkml:trace>
  <inkml:trace contextRef="#ctx0" brushRef="#br0">14728 13509 9483,'8'-3'0,"0"-3"1148,1 0 1,-1 1-1,2-6 1,4-5-435,3-5 0,4-5 0,6-9 1,1-2-1072,3-2 0,-8 5 0,2-3 1,-1 2-864,-3 2 1,-4 5 0,0 2 1219,-4 5 0,6-1 0,-5 4 0</inkml:trace>
  <inkml:trace contextRef="#ctx0" brushRef="#br0">15317 13014 8370,'0'12'1149,"0"0"1,-1 0-1,-2 1 214,0 3 1,-1-1 0,4 8 0,-2 1-1019,-2 1 1,3 5 0,-3-1 0,3 0-490,1-1 1,0-10-1,0 4 1,0-3-3512,0-5 0,0-1 3655,0-1 0,5-6 0,2 0 0</inkml:trace>
  <inkml:trace contextRef="#ctx0" brushRef="#br0">15152 13168 8370,'-8'4'3147,"1"-1"0,5 1 0,2-4-2364,7 0 1,5 0-1,3 0 1,5-1-630,2-3 0,2 2 0,-1-6 0,1-1-1495,0-2 0,3-1 0,1 0 1341,-2 1 0,4-6 0,0-2 0</inkml:trace>
  <inkml:trace contextRef="#ctx0" brushRef="#br0">15671 12896 9424,'-19'0'2310,"-1"0"0,5 4 2614,0 0-3489,2 0 0,7-4-1301,6 0 1,6-4-1,5 0-741,1 2 0,1-1 1,2 1-1,0-2-212,0 1 1,-1 2 0,1 1 0,2 0 87,1 0 1,-4 1-1,2 2 1,-3 2 583,-1 1 1,0-2 0,-2 4 767,-2 1 1,-1 2-1,-5 1 1,2-1 389,-1 1 0,-7 0 0,-4 0 0,-4 0-207,-3-1 1,2 1-1,-3-1 1,3-2-161,1-1 0,0-6-392,0 2 1,2-4-470,2-4 1,8 2 0,8-5 0,2 2-108,2 2 0,0 2 1,1 1-1,1 0 12,2 0 1,1 1 0,-2 3 0,0 5 126,0 6 1,-2-1 0,-1 6 0,-2 1 1034,-2 1 1,-3 3 0,-5 1 0,0 3-447,0 1 0,-1-4 1,-3 2-1,-5-3-1117,-6-2 0,2-4 1,-2-4-1,1-3-1140,3-4 1,-1 1 0,0-5 883,0-1 1,6-7 0,2-4 0,3-4 968,1-4 0,0-7 0,0-7 0</inkml:trace>
  <inkml:trace contextRef="#ctx0" brushRef="#br0">15978 12696 8370,'12'0'0,"-1"1"0,2 3 1641,3 4 1,-3 0 0,3 3 0,-2 4 487,2 6 1,-1 7 0,3 10 0,-1 5-1584,-3 7 1,-2-2-1,-3 12 1,-2-1-514,-2-2 0,-2-10 0,-7-3 0,-4-4-57,-3-6 0,0-5 0,-1-1 0,0-3-3253,0-6 0,0-5 0,1-4 2871,-1-2 1,-5-2 0,-1-6 0</inkml:trace>
  <inkml:trace contextRef="#ctx0" brushRef="#br0">16449 12920 8370,'-7'0'2200,"-1"0"-60,-1 0 0,2 0-1298,-1 0 0,7 0 0,1 0 1,6 0-447,5 0 0,5-1 0,1-2 0,1-1-899,3 2 0,1 0 0,2 1 0,-1-2-859,1-1 1,0 0-1,-1 3 1,1-1-1179,-1-2 0,-3 0 2540,0 4 0,-6-6 0,3 0 0</inkml:trace>
  <inkml:trace contextRef="#ctx0" brushRef="#br0">16567 12991 8370,'-13'10'0,"-2"-2"0,4 3 0,-3-4 3926,-1 4 1,2-3-2817,5 0 1,4-6 0,8 2-605,4-2 1,3-2 0,2 0-653,2 0 0,0 0 0,5 0 0,0-2 1,3 0-747,0-2 0,1-4 1,-1 3-1,1-1-6874,0 1 7766,-1-4 0,6 2 0,1-4 0</inkml:trace>
  <inkml:trace contextRef="#ctx0" brushRef="#br0">17322 12649 8370,'0'-8'7479,"0"0"-3077,0 6-3308,0-4 0,0 21 0,-1 4-754,-3 5 0,-3 10 0,-5 3 0,1 6-556,-1 9 1,0-1 0,0 10 0,1-2-881,-1-3 1,0-9 0,1-2 0,4-7-1206,3-8 1,2-9-1,4-7 596,2-5 0,-2-9 1705,6-8 0,0-13 0,4-3 0</inkml:trace>
  <inkml:trace contextRef="#ctx0" brushRef="#br0">17664 12496 8370,'0'11'1118,"-4"1"1,0 0 0,2 1 1245,0 3 1,1 0 0,-2 6-1,-1 4-855,2 3 1,-3 9 0,-1 8 0,1 6-1368,0 6 1,-4-2 0,2 6 0,1-5-968,2-2 1,2-14 0,2-4 0,0-10-2860,0-9 0,2-3 3684,2-3 0,2-11 0,6-2 0</inkml:trace>
  <inkml:trace contextRef="#ctx0" brushRef="#br0">20919 5882 9736,'-7'-6'1079,"1"1"-518,2 5-201,2 0 1,-4 0 0,3-2 904,-1-2-740,0 3 0,3-4 229,-3 5-395,3 0-227,-5 0 1406,6 0-1433,6 0 1,-4 0 83,6 0 0,-4 0-418,4 0 1,-4 0 249,4 0 1,-4 0 0,4 0 226,1 0-151,-4 0 1,5 0 51,-2 0 0,-1-4-38,1 0 0,-4 0-23,4 4 1,-5 0-105,5 0 0,-4 0-48,4 0 1,-4 0-157,4 0 107,-5 0 78,7 0 0,-7 0 36,4 0-188,-4 0 105,8 0 1,-9 0 79,6 0 146,-5 0-101,7 0 0,-9 1 0,5 2 229,-1 1-349,-4 0 1,6-4-171,-3 0 0,-2 0 41,6 0 174,-5 0 1,3 0 19,-2 0 0,-1 0-90,5 0 0,-4 0 59,4 0 0,-4 0 32,3 0 0,-3 0 0,4 0 0,-4 0-2,4 0 0,-4 0-36,4 0 0,0 0 10,3 0 0,-3 0-7,0 0 0,-4-4 24,4 0 1,-4 0-15,4 4 0,-4 0 9,4 0 54,-1 0 0,1 0 48,0 0-88,0 0 1,0 0-3,0 0 0,-4 0 66,3 0 58,-4 0-77,8 0 0,-9 0 142,6 0-125,-5 0 0,3 0-34,-2 0 0,-1 0-75,5 0 1,-4 0 24,3 0 1,-3 0 61,4 0 85,-5-5-53,2 3-176,-5-3-377,0 5 464,-5 0 343,4 0 0,-6 0 62,3 0 1,3-1-204,-3-3 0,1 3 21,-1-3 1,3 1-88,-3-1 0,1 2-24,-1-6 1,2 4-81,-6-4 0,4 4-7,-4-4 0,2 4 1,-4-2 71,3 0 0,3 3 99,-4 3 1,4-4 373,-4 0-330,0 0 0,0 4-90,0 0 0,5 0 238,-5 0-287,5 0 1,-2-2-69,5-2 0,-2 3 42,-1-3-76,1 3 16,-3 1 0,6 0 2,3 0 0,-1 0-71,5 0 0,-4 1 1,4 2 13,1 1 1,-3 0-1,2-4-11,1 0 1,-2 4-1,1 0-5,1-2 0,1 3 0,1 1-77,-3 0 0,2-2 118,-2 4 1,1-4 0,0 2 167,-1 0 1,-4-1 271,4-1 1,-4-3-84,4 3 0,-6-1 298,2 1-366,-2-3 1,-4 4-195,-2-5 0,2 2 0,-6 0 1,0 3 42,2 2 0,-5 1 0,3 4 1,-4-1-132,-3 1 1,2 0 0,-3 0 0,3 0-432,1-1 0,-4 1 1,2 0-1,2 0-1957,3-1 1,2 1 32,-1 0 1,5-7 2392,6-5 0,9-5 0,7-7 0</inkml:trace>
  <inkml:trace contextRef="#ctx0" brushRef="#br0">20636 5930 8611,'0'-7'3664,"0"2"-2115,0 0-355,0 3-746,5-3 0,1 5-324,6 0 1,0 0 0,0 0-231,0 0 0,-2-1 1,-1-2-1,-1-1-111,1 1 0,2 2 0,1 1 140,-1 0 0,-3 0 0,0 0 37,1 0 0,2 0 1,0 0-24,1 0 1,-4 0 65,0 0 1,0 0-15,4 0 0,-1 0 36,1 0 1,-4 0-4,0 0 143,0 0 0,0 0-14,0 0 1,-5 0-101,5 0 12,-5 0 1,4 0-59,-4 0 0,0 0 14,5 0 88,-5 0 1,3 1-5,-2 3 0,-1-2-39,5 2 0,-5-3 10,5-1 1,-4 0-9,4 0 0,-4 0-242,4 0 1,-4 0-297,4 0 0,-6-1 1,4-2-677,-1-1 1,-3 0-2133,6 4 2277,-5 0 1003,2 0 0,0-5 0,2-2 0</inkml:trace>
  <inkml:trace contextRef="#ctx0" brushRef="#br0">20860 4385 6321,'1'-6'1283,"3"2"0,-3 1-1946,3-1 0,-1 3-9,1-3 0,-2-1 672,6 1 0,-5-5 0,2 2 0</inkml:trace>
  <inkml:trace contextRef="#ctx0" brushRef="#br0">20907 4279 8370,'-12'0'431,"4"0"226,0 0 1,2-1-853,-2-3 1,3 1-941,5-5 0,1 6 617,3-2 1,2-3 517,6 0 0,0-4 0,0-1 0</inkml:trace>
  <inkml:trace contextRef="#ctx0" brushRef="#br0">20930 4173 7774,'-6'0'1157,"1"0"-2125,5 0 0,4-1 679,-1-3 289,7 3 0,-4-10 0,6 5 0</inkml:trace>
  <inkml:trace contextRef="#ctx0" brushRef="#br0">20989 4114 8370,'-7'0'1011,"-1"0"1,5-1-1372,-1-3-544,-2 3 1,6-6 758,0 3 145,5 3 0,7-10 0,-1 5 0</inkml:trace>
  <inkml:trace contextRef="#ctx0" brushRef="#br0">21037 4032 8370,'-8'0'710,"0"0"-681,5 0-291,-2 0 0,6-4 1,2-2-90,1 0 1,5 2-1149,-1-4 1499,-3 5 0,6-7 0,-5 3 0</inkml:trace>
  <inkml:trace contextRef="#ctx0" brushRef="#br0">21096 3973 8522,'-6'-7'580,"4"-2"0,-5 4-624,2-2-898,1 5 1,5-4 164,3 6 777,-3 0 0,10-5 0,-4-1 0</inkml:trace>
  <inkml:trace contextRef="#ctx0" brushRef="#br0">21154 3902 8370,'-1'-8'1451,"-3"0"0,3 0-1035,-3-3 1,3-1-314,1 0 1,1 2 0,2 0-1,2 4-540,1 1 1,1-1 0,2 4 0,-2-4-1620,-2 0 1,4 3 2055,-1-1 0,2-2 0,2-1 0</inkml:trace>
  <inkml:trace contextRef="#ctx0" brushRef="#br0">21237 3713 7984,'0'-11'696,"0"3"348,0 0 0,0 4 65,0-4-3442,0 5 873,0-2 0,1 5 1460,3 0 0,-2 0 0,3 0 0</inkml:trace>
  <inkml:trace contextRef="#ctx0" brushRef="#br0">21272 3643 8370,'0'-12'1416,"0"0"0,0 4-696,0 0 1,0 0-972,0-3 0,0 3-2355,0 0-489,0 5 3095,0-2 0,6 5 0,0 0 0</inkml:trace>
  <inkml:trace contextRef="#ctx0" brushRef="#br0">21296 3584 8370,'0'-12'3279,"0"0"-3910,0 6-1652,0 0 2147,0 6 1,-5 6 0,-2 0 0</inkml:trace>
  <inkml:trace contextRef="#ctx0" brushRef="#br0">21237 3725 8370,'-8'8'-537,"2"0"1,-1 1 1110,0 1 0,4-2 0,-5 0 0,0 1-155,1 2 1,-3 1 0,3-1-466,1 1 0,-3-4 0,5 0-434,1 1 0,-2-2 0,1 1-1439,1 1 1919,2-4 0,6 5 0,2-3 0</inkml:trace>
  <inkml:trace contextRef="#ctx0" brushRef="#br0">21107 3984 8370,'-11'11'0,"-1"-2"9,0-1 1,0 0 0,0 4 530,1-1 0,3-3 0,1 0-655,2 1 0,-3 2 0,4 1-1296,1-1 0,2-3 1411,1 0 0,5-5 0,2 2 0</inkml:trace>
  <inkml:trace contextRef="#ctx0" brushRef="#br0">20954 4373 8226,'-8'4'0,"0"2"248,-1 0 0,3-2 0,-1 4 1032,2 1-1789,1-4 1,5 1 0,3-6-240,4 0 1,-2-4 0,1-2 747,-2 0 0,4-2 0,-2-4 0</inkml:trace>
  <inkml:trace contextRef="#ctx0" brushRef="#br0">20978 4315 8370,'-12'0'0,"0"0"351,0 0 0,4 0 0,0 0 485,-1 0-1678,4 0 0,1 0 1,8 0 101,4 0 740,2-6 0,2 0 0,0-6 0</inkml:trace>
  <inkml:trace contextRef="#ctx0" brushRef="#br0">20989 4232 9822,'4'0'-3251,"-1"0"3251,13 0 0,-3 0 0,-1 0 0</inkml:trace>
  <inkml:trace contextRef="#ctx0" brushRef="#br0">20860 4432 8370,'-12'0'716,"4"0"-1267,0 0 173,6 0 1,-4-1 0,8-2-267,2 0 1,2-3 643,6 2 0,5-2 0,1-6 0</inkml:trace>
  <inkml:trace contextRef="#ctx0" brushRef="#br0">20930 4315 8370,'-7'0'254,"-1"0"412,-1 0 0,-2 0 1,-1 0 473,0 0-1031,6 0-425,1 0 1,6 0 0,3 0-971,4 0 1,-2-2 0,2-2 675,1-4 0,-2-2 610,1-2 0,0-5 0,3-1 0</inkml:trace>
  <inkml:trace contextRef="#ctx0" brushRef="#br0">21001 4102 8194,'-8'-1'1010,"0"-3"1,6 1-595,-2-4 1,3 3-1090,1-4 1,0 0 451,0-4 1,5 4 0,3 2-102,2 1 0,2-5 322,0 3 0,0-4 0,-1-1 0</inkml:trace>
  <inkml:trace contextRef="#ctx0" brushRef="#br0">21131 3926 8037,'-8'-2'402,"0"-2"1,-1-2 445,-1-1 1,2 1-1301,0 2 0,6-2-542,2-1 994,6 1 0,11 6 0,1 0 0</inkml:trace>
  <inkml:trace contextRef="#ctx0" brushRef="#br0">21190 3855 8037,'-12'0'193,"0"-4"0,0 0 0,1 0 48,-1-1 0,4 3 0,1-3-649,2 0 0,3 2 56,6-4 0,2 4 1,6-1-1,0 3 352,-1 1 0,1-6 0,0 0 0</inkml:trace>
  <inkml:trace contextRef="#ctx0" brushRef="#br0">21190 3796 8037,'0'-12'1723,"-4"0"-1471,0 0 1,0 5-1,4-1-450,0-1 0,1 3 0,2 1-1759,1 0 1957,5 4 0,-8-5 0,5 6 0</inkml:trace>
  <inkml:trace contextRef="#ctx0" brushRef="#br0">21025 4055 8031,'-12'0'557,"0"0"-309,0 0 1,5-4 0,0-1-314,2-2 1,1 4-402,4-5 1,1 4-1,3-3 1,4 1-837,2-1 1302,2 4 0,0-7 0,0 3 0</inkml:trace>
  <inkml:trace contextRef="#ctx0" brushRef="#br0">21119 3855 8031,'-8'-12'873,"0"0"-439,-1 0 1,3 5-1,-1-1 6,2-1 1,1 2-630,4-1 0,1 4 0,3-2 0,4 0-623,3 4 0,0-1 0,1 1 207,0-2 1,0 0 0,-2 2 604,-2-2 0,8 3 0,-3-4 0</inkml:trace>
  <inkml:trace contextRef="#ctx0" brushRef="#br0">21202 3678 6839,'-6'-8'1112,"-1"0"1,0 4 52,-1-4 1,4 2-684,-4-2 1,4-1-648,-3 5 0,4-1-731,-1 1 0,8 2-191,4-1 0,2 1 0,2 2 1087,0 0 0,-4 0 0,0 0 0,-1 0 0,5 0 0</inkml:trace>
  <inkml:trace contextRef="#ctx0" brushRef="#br0">21261 3607 6278,'-6'-6'120,"4"0"1865,-6 6 0,5-1-1485,-1-3-1976,-2 3 511,4-4 1,-1 1 417,6 0 547,4 0 0,5-1 0,0-2 0</inkml:trace>
  <inkml:trace contextRef="#ctx0" brushRef="#br0">21296 3525 8198,'-12'0'1733,"4"0"-1090,0 0 0,6-2-1640,-2-2-2,3 3 0,2-4 606,3 5 1,-2 0 0,5-1-1,0-2 11,-1-1 0,-2 0 382,4 4 0,-5-5 0,2-2 0</inkml:trace>
  <inkml:trace contextRef="#ctx0" brushRef="#br0">21331 3478 7471,'-1'10'641,"-3"-2"0,-2-3 0,-5-4-78,3 3 0,2-2-835,2 2 1,1-3-587,-5-1 0,7 0 463,1 0 1,4-1 0,5-2 65,-1-1 0,-4-1 0,4 1 329,1-4 0,-3 3 0,2 1-42,-5-3 0,3 6 199,-2-3 1361,-2-2-559,3 4 1,-6-7-712,-3 5 0,2-1 158,-2 1-2055,3 3 0,2-9 1235,3 7 0,3-1 0,3 2 414,-2-2 0,-1 3 0,-3-3-68,-3 3 12,4-4 336,-5 3 0,-5-3 179,-3 5 0,2 0-428,-2 0-928,5 0 784,-2 0 1,15-5-1,4-2 1</inkml:trace>
  <inkml:trace contextRef="#ctx0" brushRef="#br0">20459 4338 6389,'0'7'-409,"0"-2"409,0-5 0,-2-4 0,-2 0 0,3-1 0,-3 1 0,-2 3 0,-1-5 0</inkml:trace>
  <inkml:trace contextRef="#ctx0" brushRef="#br0">19716 4574 7782,'-8'0'2046,"0"0"0,4 0-13,-4 0 76,6 0-815,-4 0 1,6-1-928,0-3 1,0-3-1,2-6 1,0-1 222,2-2 1,4-6 0,-3-1-477,2-3 0,0-11 0,2 1 0,-3-4 0,1-3-238,-1-3 0,-2 5 0,3-8 0,-2 1-54,-2-1 1,2 11 0,-1-2-1,-2 4 355,0 7 1,-2 7 0,0 4 292,0 1-328,0 6 1,0 7-1,0 8 1,0 4-205,0 3 0,0 2 0,0 2 0,0 5 51,0 2 0,0 3 0,0 1 0,0 3 94,0 1 1,0-2 0,0 2 94,0-1 0,-4 1 1,0-5-1,1-4 1,2-3 1649,1-3-1361,0-2 0,0-17 0,0-8 0,0-9-199,0-7 0,0-2 0,0-5 0,0-2-355,0-2 1,0-2 0,0-3 0,0-1-38,0-3 0,0 5 0,0-3 0,0 4-275,0 4 0,4 2 0,0 6 0,-2 7 201,0 6 217,-2 9 0,0 4 1,0 9-1,0 7-234,0 6 0,0 5 0,0 1 0,0 4 178,0 3 1,0 0 0,-2-1 0,0-1 107,-2-3 0,0-1 0,4-3 0,0-3 793,0-3 0,0-3-316,0-1 1,0-8 0,0-7-506,0-7 0,1-10 0,2 1 1,1-5-44,-2-3 0,0 0 0,-2-4 0,0-2-409,0-1 1,0-3 0,0-1 0,0-1-161,0 1 0,0 5 0,0 3 1,0 3 502,0 5 0,0 3 147,0 7 1,0 7 0,0 5-172,0 7 1,0 3-1,0 2 1,0 0 233,0 0 1,0-1-1,0 1 245,0 0 0,4 0 87,0 0 1,1-2 506,-1-2-743,-3 2-131,4-8 1,-5-2-57,0-8 0,0-3 1,0 0 139,0-1 1,0 0-194,0 0 0,0 0 0,0 1 0,0 3 0,0 0 0,0 5 0,0-2 0,0 6 0,0 3 0,2 4 0,2 3 0,-3 0 0,4 1 0,-1 1 0,0 3 0,5 2 0,-2 5 0,1-2 0,-1-2 0,1 1 0,3 3 0,-2 1 0,-1 0 0,0-6 0,4-1 0,-2-1 0,-2-1 0,1-3 0,-4-4 0,2 1 0,-5-4 0,4-1 0,-6-8 0,-2 2 0,0-6 0,-3 0 0,-2 2 0,0-5 0,-2 3 0,1-2 0,-1-2 0,0-1 0,0-2 0,1 0 0,-1 0 0,2 1 0,-1-1 0,-1 0 0,-1 0 0,2 1 0,0-2 0,-1-3 0,4 5 0,1 3 0,1 0 0,-1 1 0,3 2 0,-4 0 0,-1-1 0,5 4 0,-6-1 0,4 6 0,1 0 0,-4 0 0,3 2 0,-1 2 0,-1-2 0,1 6 0,1-1 0,-3 2 0,-1-1 0,1 1 0,3-3 0,-2 2 0,0 1 0,2 2 0,-4 1 0,1-1 0,1 1 0,-1 0 0,-1-3 0,1 2 0,0 2 0,3 1 0,-1-2 0,3 0 0,-4-6 0,3-2-117,-2-8 0,4-2 0,3-6 0,2 0-1880,2 0 1,1 1 0,2-1 1996,-2 0 0,8-5 0,-3-1 0</inkml:trace>
  <inkml:trace contextRef="#ctx0" brushRef="#br1">22664 5835 6881,'5'-6'997,"-4"-1"251,3 3 0,-2 2-511,-2-6 0,0 4-244,0-4 0,0 4-86,0-4 1,-6 6-271,-1-2 1,-4 2 0,-1 2-1,0 0-90,1 0 1,-1 0-1,0 0-20,0 0 1,1 0-1,-1 0 1,0 0 33,0 0 0,0 0 0,1 0-37,-1 0 0,0 0 1,0 0-1,0 0-50,1 0 1,-1 0-1,0 0 15,0 0 1,0 0 0,1 0 0,-1 0 5,0 0 1,0 0 0,0 2 60,1 2 1,-1-3-1,0 3-19,0-3 0,0-1 1,1 1-1,-1 2 3,0 1 0,0 0 0,1-4 0,-1 0 10,0 0 1,0 4-1,0 0 42,1-2 1,-1 0-1,0-1-4,0 3 0,0-3 0,1 3 0,-1-3 9,0-1 1,4 0-1,0 0 109,-1 0 1,-1 0 0,-2 0-128,0 0 0,0 0 0,0 0-92,1 0 1,3 0 211,0 0-159,0 0 0,-4 0-19,1 0 1,3 0 51,0 0 0,0 0-67,-4 0 1,0 0-1,1 0 9,-1 0 1,4 0-1,0 2-62,-1 2 0,2-3 166,-1 3 1,1-3 0,-5-1-80,0 0 0,4 0-135,0 0 1,0 0-45,-3 0 1,-1 0 123,0 0 1,0 0 0,2 2 52,2 1 1,-3-1-1,4 2-20,-4-3 1,3-1 0,0 0-16,-1 0 1,3 0 0,-1 1 46,2 3 0,-4-2 145,1 2 1,1-3-60,-1-1 85,6 0 0,-5 0-321,3 0 37,3 0 0,-6 0 102,4 0 0,0 0 213,-5 0-66,5-5 0,-6 2-137,5-5-48,0 5 1,3-3-291,-3 2 200,3 3 1,-6-5 260,3 6 734,3 0-845,-4-5 0,6 4 0,3-4 16,4-1 1,-2 5-1,1-4 1,0 1-165,-1 0 1,1-5-1,2 2 1,-1-1-8,1 1 1,1 0-1,1-2 1,-2 1 79,-1-1 0,0 2 1,2-1-1,-1 1 9,-1 0 1,-4 0 0,4 4-33,1-5 1,-2 2 0,1 3-102,-6 1 0,2 2 60,-8 0 1,-2 4 0,-6 1 0,0 2 65,0 2 0,3-2 1,0 0-1,-3 3-21,-1 0 1,7-2-1,-6 0 1,1 1 90,1 2 0,-2 0 0,1 1-37,4 0 1,-3 0 0,5-1 0,0 1 0,0 0 81,2 0 0,2 0 1,1-1-1,1 1 33,3 0 1,3-2-1,6 0 1,2-3-90,5 3 1,-2-4-1,2 1 1,1-2-484,1-2 0,-2 2 0,-2-1 1,-1 0-1234,-2 1 1,-2 1-1,-3 6-388,-2 0 1,-3-4 2056,-5 0 0,-5 0 0,-1 3 0</inkml:trace>
  <inkml:trace contextRef="#ctx0" brushRef="#br1">21874 2570 7862,'-8'-8'2058,"0"0"0,2 4 431,-2-4-2190,-3 6-1455,10-4 850,-4 6 0,5 2-4794,0 2 5100,5 2 0,-4 1 0,4-2 0</inkml:trace>
  <inkml:trace contextRef="#ctx0" brushRef="#br1">21803 2641 7882,'-12'-4'589,"0"0"1419,1 1 1,-1 2-1138,0 1 0,4 0-1234,0 0 1,7 0-1,0 1 1,5 2-371,2 1 0,-2 4 0,3-3 0,-1 0-2306,1 0 3039,-5-1 0,9 1 0,-5 2 0</inkml:trace>
  <inkml:trace contextRef="#ctx0" brushRef="#br1">21791 2711 8398,'-12'-1'3428,"1"-3"1,3 3-2580,0-3-1682,0 3 0,-2 2-2958,2 3 1086,2-3 2705,12 10 0,0-10 0,6 4 0</inkml:trace>
  <inkml:trace contextRef="#ctx0" brushRef="#br1">21768 2747 7882,'-12'0'435,"0"0"1234,0 0 1,4 0-831,1 0 0,3 0-1051,-4 0 0,5 1-660,-1 3 1,4-3-1,3 4-2582,1 1 3454,5-5 0,-3 10 0,6-5 0</inkml:trace>
  <inkml:trace contextRef="#ctx0" brushRef="#br1">21732 2829 7882,'-1'11'509,"-2"-2"793,-1-1 1,-1-6 539,1 2-1009,3-2-2401,-10-2-2081,10 0 3649,-4 0 0,5 0 0</inkml:trace>
  <inkml:trace contextRef="#ctx0" brushRef="#br1">21720 2865 7882,'-11'0'638,"0"-2"0,2 0 0,1-2 850,-1 1 1,2 0-391,0 0-1908,4 1 0,-1-2 1,8 7-610,4 1 0,-2 4 0,2-4 1419,1-2 0,2 5 0,1-1 0</inkml:trace>
  <inkml:trace contextRef="#ctx0" brushRef="#br1">21709 2900 7882,'-8'0'1265,"0"0"272,-1 0 0,2 0-839,-1 0 0,4 0-834,-3 0 1,4 1-641,-1 3 1,3-1-492,1 5 0,1-6 0,2 4 1267,1-1 0,5-4 0,-3 4 0</inkml:trace>
  <inkml:trace contextRef="#ctx0" brushRef="#br1">21697 2959 7480,'-12'0'1601,"0"0"0,1 0 769,-1 0-1417,0 0-1864,5 5 1,2-2-844,5 5 0,4-4 1754,0 3 0,5 1 0,-2 4 0</inkml:trace>
  <inkml:trace contextRef="#ctx0" brushRef="#br1">21591 3077 8144,'-2'-8'1112,"-1"0"0,0 1 889,-5 0-2444,5-4 0,-1 10 0,8-3-514,4 3 0,-1 2 1,1 2-64,1 0 0,-3 5 1020,2-4 0,0 5 0,4-2 0</inkml:trace>
  <inkml:trace contextRef="#ctx0" brushRef="#br1">21638 3100 7768,'-12'-6'-171,"4"1"0,0 3 843,-1-2 0,-1 3 2435,-2-3-3634,5 3-554,2 1 0,6 0 0,3 1 489,4 3 0,-1-3 1,1 5 591,1-1 0,1-4 0,2 4 0</inkml:trace>
  <inkml:trace contextRef="#ctx0" brushRef="#br1">21638 3100 7882,'0'-8'341,"-1"2"298,-3 1 0,1 1-103,-5 4-1383,6 0 69,-4 0 1,6 1 18,0 3 1,2-3 758,2 3 0,2 3 0,6-1 0</inkml:trace>
  <inkml:trace contextRef="#ctx0" brushRef="#br1">21662 3100 7882,'-15'-4'268,"3"0"1,3 1 0,-3 3 821,1 0-1107,4 0 1,3 1-245,8 3 0,-1-3 86,4 3 0,-3-3-358,4-1 0,-4 0-62,4 0 1,-4 0 594,4 0 0,-6 0 0,4 0 0</inkml:trace>
  <inkml:trace contextRef="#ctx0" brushRef="#br1">19869 2228 7876,'7'-5'416,"-3"-3"1,-3 1-1,-1-1 922,0-1 1,0 3 1183,0-2-1415,0 5 0,0-1-678,0 8 0,-1-1 1,-2 5-1,-1 1 234,1 1 1,2 2-1,1 0 1,0 1-342,0 3 1,0-2-1,0 6 1,0 1-178,0 1 0,0-2 0,0-1 0,0 2 20,0 2 0,0 0 1,0-1-1,0-1-183,0-1 0,4-2 0,0 3 0,-1-2 60,-2-2 1,-1 0 0,0-3 0,0 2 173,0-2 0,0-1 0,0-1 89,0 0 0,0 0 0,0 0-73,0-1 1,0 1-350,0 0 0,0 0 13,0-1 1,0 1 167,0 0 0,0-4 0,0 0-21,0 1 0,0-3 1,0 2 69,0 2 1,0-4 0,0 2-53,0 1 0,0-2-148,0 1 1,0-1 44,0 5 0,0-4 103,0 0 1,0 0 97,0 4 1,0-5-179,0 1 1,0-4-72,0 4 28,0-5 208,0 2 713,0-5-699,0 5 23,0-4 300,0 5-320,0-1 1,1-4 36,3 3 1,-1-3-305,5-1 0,-4 0 62,3 0 0,-3-1 0,4-3 56,1-4 0,-2 2 0,1-2 25,1-1 1,0-2 0,0 0 0,-1-1 15,1 0 0,-2-1 1,1-2-1,1 0-16,1 0 0,-2 6 0,-1 1-39,-2-1 0,0 0 0,-1 1-150,-2 3 1,3 6-18,-5 3 0,-4 3 0,0 4 0,0 0 43,-1-3 0,2 2 0,-3-2 0,-1 4 35,0 4 0,4-3 0,-4 2 0,0-1 62,1-3 1,2 1 0,-3 0 0,1 0 68,-1-1 1,1-3 0,-3-1-1,2-1 214,2 1 1,-4-4 0,1 1 0,-3-3-255,0-1 0,3 0 0,0-1 0,-3-3-238,-3-4 1,1-4 0,-3-4 0,2-2-17,-2 0 0,3-3 0,-3 4 0,3 0 72,1 0 1,4 1 0,2 4-1,-1 2 197,1 2 1,3 1 0,0 4-513,6 0 1,0 0 0,5 7-1092,1 4 1,1 2-1,2 2-458,0 0 1,1 0 0,1 1 2043,2 2 0,5-2 0,-3 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9657 8405 10524,'-6'0'5425,"-1"0"-3640,3 0-411,3 0 21,-4 0-817,5 0 0,5 1-596,3 3 1,-2-2-14,2 2 0,0-3 0,4-1-238,0 0 1,-1 0-1,1 0 337,0 0 0,-4 0 0,0 0 131,1 0 0,1 0 0,2 0-118,0 0 0,-4 0 0,0 0 0,1 0-28,1 0 1,-2 0 0,0 0 0,1-1-34,2-3 0,-3 2 0,-1-2-8,3 3 0,-1 0 0,0-2 0,-1-1-5,1 2 1,-2 0 0,0 2-1,1-1 60,-1-3 1,3 3-38,-2-3 1,3 3 0,0 1-1,1 0 0,-4 0 1,0 0-98,1 0 1,-2 0 0,1 0 33,1 0 0,-3 0 0,2 0-100,1 0 0,-2 0 57,1 0 1,0 1 136,3 3 1,-3-3 0,0 3 46,1-3 1,-2 1-66,1 2 0,0-3 0,2 4 36,-2 0 1,2-3-107,-2 2 1,3-2 91,0 2 0,1-3-33,0 3 1,0-2-29,0-2 1,-5 0 0,1 0 29,2 0 1,-4 0-1,2 0 24,1 0 0,-2 0-44,1 0 1,-5 0 13,5 0 1,-4 0-49,4 0 53,-5 0 138,7 0-32,-8 0 87,3 0 0,-5-2 166,0-2 1,-2 2-136,-1-6 1,0 4-1,-5-4-399,-1-1 1,2-1 0,-1-2 0,1 0-13,0 0 1,-3 0-1,2 1 1,-1-1 37,1 0 1,-3 0 0,5 0 0,-2 1 55,0-1 0,0 1 1,-2 2-1,0 1 217,3-1 1,-1 4 229,-4 1-304,0 3 1,6 2-157,2 3 1,2-1 217,2 4 0,6 1 0,1 3 0,4-2 1,1-1 37,-1 1 0,1-2 1,0-1-1,0 1-142,0-1 1,1-2 0,1 3-1,2-1 45,-2 1 1,-1-1 0,-1 3 0,0-2 12,0-2 1,0 3 0,-2-3 0,-1 2 95,-1 2 0,-4-2 0,3 0 1,-2 3 150,-3 0 0,0 2 0,-4 0 1,-2-1-347,-3 1 0,-4 0 0,-2 0 0,-3 1 0,-3 3 0,-4-3 0,0 2 0,-1-1-149,1-3 1,-1 1 0,2 0 0,1-2-1824,1-2 1,6-1 0,-2-5-4115,3 2 6086,6 0 0,13-4 0,7 0 0</inkml:trace>
  <inkml:trace contextRef="#ctx0" brushRef="#br0">9245 9749 7525,'0'-8'1127,"0"0"0,0 4 595,0-4-804,0 6-1860,0-3 0,1 5-53,3 0 0,-2 0 0,6 0 995,1 0 0,2 0 0,1 5 0,-1 1 0</inkml:trace>
  <inkml:trace contextRef="#ctx0" brushRef="#br0">9362 9749 7768,'-11'8'0,"-1"-2"486,0 0 1,2 3 0,0-3 1324,3 1 1,4-1-1551,-1-2 1,3-1-154,1 5 0,1-6-1145,3 2 0,1-1 0,4 0 0,-1 1 97,1-2 0,-2-1 940,1-1 0,0 0 0,3 0 0</inkml:trace>
  <inkml:trace contextRef="#ctx0" brushRef="#br0">9410 9831 7768,'-6'11'130,"-1"-2"404,-4-1 1,3-4 0,0 4 759,-1 1 0,4-2-1438,1 0 366,3-4 1,2 2-1265,3-5 0,2 0 1,6 0-460,0 0 0,0 0 1501,0 0 0,-1-5 0,1-2 0</inkml:trace>
  <inkml:trace contextRef="#ctx0" brushRef="#br0">9492 9890 7768,'-5'12'1381,"2"0"-555,-5 0 0,2 0 0,-3-2 255,1-2-1131,5 2 1,-2-7-428,5 5 1,1-5 0,3 0-768,4-1 1,-1-2 1243,1 0 0,-1 0 0,5 0 0</inkml:trace>
  <inkml:trace contextRef="#ctx0" brushRef="#br0">9586 9973 9811,'-6'1'1812,"2"3"-2412,3-2 1,1 4-146,0-2 0,5-3 0,3 3 745,2-2 0,2 3 0,0 1 0</inkml:trace>
  <inkml:trace contextRef="#ctx0" brushRef="#br0">9704 10044 8496,'-1'8'1396,"-3"-1"1,3-3-1659,-3 4-541,3-5 0,2 2-90,3-5 1,2 0 123,6 0 0,-4 0 769,0 0 0,0 0 0,4 0 0</inkml:trace>
  <inkml:trace contextRef="#ctx0" brushRef="#br0">9822 10055 7790,'-4'8'2865,"0"0"-2590,1-5-61,3 7-789,0-8-318,0 8 1,5-9-437,3 3 1,-2-2 1328,2-2 0,5-6 0,6 0 0</inkml:trace>
  <inkml:trace contextRef="#ctx0" brushRef="#br0">9917 10067 6257,'-7'0'4694,"1"4"-3807,2 0-271,2 0-763,-3-4 1,6 0-349,3 0 0,-1 0 0,5 0-356,1 0 1,-2 0-1,0 0 173,3 0 0,-4 0 0,2 0 678,1 0 0,2 0 0,0 0 0,-3 0 0,0 0 24,1 0 1,-3-1 0,-1-2 368,0-1 1,-2 0 964,5 4 1201,-6 0-1885,9 0 0,-9 0-556,6 0 0,-4 0-2065,4 0 863,-5 0 0,7 4-978,-2 0 2062,-3 0 0,6 1 0,-5 2 0</inkml:trace>
  <inkml:trace contextRef="#ctx0" brushRef="#br0">10141 10103 10312,'6'0'-710,"0"0"1,-6 0 0</inkml:trace>
  <inkml:trace contextRef="#ctx0" brushRef="#br0">9292 9867 7794,'4'8'-35,"0"0"1,1-2 166,-1 2 1,-2 1 21,6-5 1,0 4 2,4-4 0,-4 0 0,0-4-38,1 0 0,-3 1 0,2 2-68,1 1 1,-2 0 0,1-4 27,1 0 1,-3 4 193,2-1 1,0 1-137,4-4 0,0 4 0,0 0-70,-1-1 1,-3-1 0,0 1 117,1 1 0,-2 0-175,1-4 0,0 4 0,3 0 139,1-2 0,-4 4 0,0-2 55,1-2 0,1 0 1,1-1-139,-3 3 0,2-3 0,-3 4-57,-1 1 0,5-5 0,-5 4 101,1 0 0,3-2 2,-2 5 0,2-4 0,-1 2-20,-1 0 1,-1 1 41,5-3 0,-4 2 0,0-4 1,1 2-19,2-1 1,-4-2 0,1-1-46,1 0 1,-2 0-1,1 0-30,1 0 1,-2 0 0,0 0-265,3 0 1,-4 0-37,2 0 1,0 0 200,4 0 0,0 4 181,-1 0 1,-3 0-1,0-4-73,1 0 0,-2 0 1,1 0-6,1 0 0,-3 0-47,2 0 0,0 4-5,4 0 1,-4 0 7,0-4 0,-1 4 78,5-1 0,-4 1 0,-1-2 97,-2 2 1,0-3-47,-1 3 0,3-3 106,4-1-127,-4 0-67,3 0 1,-7 0 2,5 0 1,-4 0 1,4 0 0,-4 0 76,3 0-78,-4 0 1,4 0 17,-3 0 26,-3 0 89,9 0 0,-8-1-46,2-3-66,-3 3-355,-1-5-158,0 6 478,5 0 499,-4 0 1,6-1 35,-3-3 1,-3 2 44,3-6 1,-2 4-237,-2-4 0,-2 0-134,-2-4 1,-2 0 0,-5 1-17,3-1 1,-1 4-1,4 1-143,-2 2 1,3 0-532,-3 1 153,4 3 50,-2-4 0,5 6 0,1 1 1,2 4 234,1 0 0,5-2 1,-1 4 174,2 1 1,-2-2-1,0-1 1,0 1-92,-2-1 0,5 1 1,-5 2-1,2-1-65,0 1 1,-5-2-1,2 1 37,0 1 0,-4 1 1,3 2-277,-2 0 0,-2-4 0,-2 0-92,-2 1 1,2-3-1,-6 1 1,-1-1 134,-2 1 1,0-5 187,-1 2 0,0 3 0,0 0 0</inkml:trace>
  <inkml:trace contextRef="#ctx0" brushRef="#br0">10614 10085 7748,'-1'5'1306,"-2"-3"-1457,3-1-671,-7-1 1,6 1 550,-2 2 0,3-3 0,3 3 72,2-2 1,-1-1 198,2 0 0,2 3 0,4 2 0</inkml:trace>
  <inkml:trace contextRef="#ctx0" brushRef="#br0">10784 10085 7748,'0'6'346,"0"-1"1,0-3-604,0 3 79,3-3 1,2 4 0,2-3-242,1-2 0,1 0 0,0-1 419,1 0 0,1-1 0,-4-1 0,5-2 0,0-4 0</inkml:trace>
  <inkml:trace contextRef="#ctx0" brushRef="#br0">11000 10093 7748,'5'3'-126,"0"-1"1,-3 2-1,2-3 621,-1 2 1,-2 0-490,1 0 1,3-2 0,0 1-332,2-1 0,-2-1 0,0 0 40,1 0 0,1 0 1,1 0-1,-1 0 285,1 0 0,0 0 0,0 0 0,-1 0 0,1 0 0</inkml:trace>
  <inkml:trace contextRef="#ctx0" brushRef="#br0">11271 10132 7254,'7'0'-433,"-2"2"1,1 1 0,0-1 385,0-2 1,0 0 0,-1 0-1,1 0 47,1 0 0,0 0 0,1 0 0,0 0-3,-1 0 1,1 0 0,0 0 2,0 0 0,3-3 0,1-1 0</inkml:trace>
  <inkml:trace contextRef="#ctx0" brushRef="#br0">11626 10093 6507,'5'0'-18,"-1"1"910,0 2 0,-1-3-782,0 3 0,1-2-388,4-1 0,-1 0 1,1 0-62,0 0 1,0 0 0,-1 0 0,1 0 338,0 0 0,3 0 0,1 0 0</inkml:trace>
  <inkml:trace contextRef="#ctx0" brushRef="#br0">11927 10070 7840,'8'1'0,"0"1"169,-1 0 1,-2 1 0,1-3 30,0 0 1,-2 0-1,1 0-370,1 0 0,-2 0 0,1 0 0,2 0 149,-1 0 1,2 0 0,0 0 0,0-1-470,3-2 1,-3 2 0,3-1 0,0 0 489,-1-1 0,4 3 0,-2-7 0,3 2 0</inkml:trace>
  <inkml:trace contextRef="#ctx0" brushRef="#br0">12252 10024 7840,'7'0'52,"1"0"183,0 0 0,-1 0 0,1 0 18,0 0 0,-3 0 0,0 0-586,1 0 0,1 0 1,1 0-1,0 0 1,-1 0 332,1 0 0,3 0 0,1 0 0</inkml:trace>
  <inkml:trace contextRef="#ctx0" brushRef="#br0">12638 9954 7840,'4'5'213,"-1"0"0,1-2-411,1 2 1,-1-3 0,2 0 0,0-1-146,0-1 1,2 0 0,0 0 0,0 0 281,-1 0 1,4-2 0,-1-2 60,-1 0 0,7-1 0,0-3 0</inkml:trace>
  <inkml:trace contextRef="#ctx0" brushRef="#br0">12962 9931 7826,'1'7'187,"2"-2"0,0-1 0,3-2-222,-1 1 0,0-1 0,3-2 0,0 0 10,0 0 1,-1-1 0,1 0 0,1-2-347,1 1 0,-1-1 0,3 0 1,0 2 214,0 0 0,1-2 0,2 1 0,-1 0 156,-2 1 0,1-3 0,3 0 0</inkml:trace>
  <inkml:trace contextRef="#ctx0" brushRef="#br0">13325 9915 7835,'8'3'95,"0"0"1,-3 0-1,0-1 297,1 0 0,1 1 1,1-2-313,-1 1 0,1-1 0,0 2 0,0-2-295,-1-1 0,2 0 0,0-1 1,2-1-62,1 0 1,-1-2 0,1 2 0,0-1-61,0-1 0,1 2 0,1-1 0,0 2 336,-1 1 0,-4 0 0,2 0 0</inkml:trace>
  <inkml:trace contextRef="#ctx0" brushRef="#br0">13696 9946 7840,'8'0'177,"0"0"1,-1 0-232,1 0 0,-3-2 1,0-1-1,1 2-64,1 0 1,1 0 0,0-1 0,0 0-147,2 0 1,0 1 0,2 1 263,-1 0 0,6-4 0,0 0 0</inkml:trace>
  <inkml:trace contextRef="#ctx0" brushRef="#br0">14021 9939 7484,'7'0'-138,"-2"0"0,1 0 178,0 0 0,-2 0 1,1 0-68,1 0 0,1 0 1,1 0-241,-1 0 267,1 0 0,3-4 0,1 0 0</inkml:trace>
  <inkml:trace contextRef="#ctx0" brushRef="#br0">14291 9931 7528,'8'0'-60,"-1"0"0,-2 0 0,1 0-145,0 0 0,0-1 70,2-2 0,3 2 1,1-4-4,0 2 1,0 0 0,-5 3 0,1-2 137,0-1 0,-1 1 0,1 1 26,0-2 1,-3 2-1,0-1 223,1 1 0,-1 1-37,0 0 1,-3 0 0,3 1 10,-2 1 1,0-1-247,0 2 0,1-2-5,4-1 1,-3 0-1,0 0-295,1 0 1,-1 0 148,0 0 0,0-3-200,3 1 374,-4-4 0,3 5 0,-3-3 0</inkml:trace>
  <inkml:trace contextRef="#ctx0" brushRef="#br0">7452 3737 8513,'-5'-7'867,"2"2"1295,-5 5 0,4-1 1371,-3-3-1975,-1 3 0,1-6 466,3 3-2018,3 3 0,6-4 0,3 5-438,3 0 1,0 0-1,1 0 1,0 0-295,0 0 1,0 0 0,-1 0 0,1 0-941,0 0 1,0 0 0,-1 0 1112,1 0 0,0 0 0,0 0 553,0 0 0,-1 0 0,1 0 0</inkml:trace>
  <inkml:trace contextRef="#ctx0" brushRef="#br0">7829 3560 7130,'0'-8'2276,"0"0"0,0 4 208,0-3-895,0 4 1,0-1-914,0 8 0,-3 3 0,-1 4 0,1 1-459,2 0 0,-3 5 0,0 1 0,0 2-242,-1 0 1,3-1 0,-2 3 0,2-1-219,-2-1 0,3-2 0,-3 3 0,2-2-106,2-2 0,2-2 0,2-4 0,3-2-98,4-1 1,-3-5-1,1-1 1,3-4 283,2-6 0,2-8 0,-3-4 0,1-2 212,2-2 0,-4 0 0,-4-3 0,0 0-120,-2 1 0,3 1 0,-5 3 1,-1 2-82,-2 4 0,-1 3 0,-1 3-32,-3 2 0,-3 3-137,-4 5 1,-1 5 0,0 3-1,0 3-244,0 5 0,6-3 0,1 3 1,1-3 66,0-1 0,0 0 0,4-1 0,0 1-494,0 0 0,0 0 0,1 0 992,3-1 0,3 1 0,4 0 0</inkml:trace>
  <inkml:trace contextRef="#ctx0" brushRef="#br0">8160 3819 7725,'-12'0'1149,"0"0"1,4 0-1,0 0 742,-1 0 1,3 0-128,-2 0-1666,5 0 1,-1 0-1075,8 0 1,-1 0-1,5 0-1177,1 0 0,1 0 2153,2 0 0,0 0 0,0 0 0</inkml:trace>
  <inkml:trace contextRef="#ctx0" brushRef="#br0">8372 3478 7747,'-8'0'3807,"0"0"-2559,6 0 1,-5 0 1184,3 0 182,3 0-829,-4 0-223,5 0 0,5 0-1548,3 0 1,-2 0 0,2 0 6,1 0 1,2 0-1,0 0 67,1 0 0,0 0 1,-1-2-1,-2 0 44,-1-2 0,-1 0-107,5 4 1,0-4 0,0 0 0,0 1 16,-1 2 1,-3 0-1,0-2 174,1-1 1,-2 0-62,1 4 1,-2 2 0,2 1 15,-4 5 1,-3 3 0,-1 1 0,-1 1 23,-3 2 0,2 1 0,-6 6 0,-3 5-435,-3 1 0,1 4 1,-4 4-1,1 2-933,0 2 0,0-4 0,5-3 37,-1 0 0,1-2 0,2-8 1,3-4-1,0-3-2093,4-3 1638,0-6 1,2-7 1589,0-8 0,6-8 0,0-2 0</inkml:trace>
  <inkml:trace contextRef="#ctx0" brushRef="#br0">8077 3819 8153,'0'-6'4826,"0"-1"-4550,0 3-901,0 3 1,1-4-2526,3 5 3150,-2 0 0,3-5 0,-5-2 0</inkml:trace>
  <inkml:trace contextRef="#ctx0" brushRef="#br0">7841 3548 8117,'-12'0'3506,"1"0"-3580,4 0 1,2-1-2243,5-3 2316,0 3 0,5-10 0,2 5 0</inkml:trace>
  <inkml:trace contextRef="#ctx0" brushRef="#br1">11402 8429 11711,'0'6'4500,"0"-1"-3280,-5-5-92,4 0-690,-4 0 0,3 0-143,-2 0 0,2 0 181,-6 0 1,4 0 370,-4 0-363,6 0 0,-9-1-483,3-3 1,2 3-11,-2-3 1,0 3 0,-4 1 123,0 0 1,4 0 0,1 0 0,-3 0-17,0 0 0,2 0 1,0 1-1,-1 2 36,-1 1 0,-2 1 0,0-3-79,0 2 1,2 2-1,1-4-174,1 2 1,0 0-16,-4-4 0,4 4 1,0 0 115,-1-1 0,4-1 0,0 1-273,-1 1 1,4 0 89,-6-4 0,1 1-170,0 3 329,-4-3-55,4 4 1,0-5-1,-1 0 13,-1 0 0,2 0 90,-1 0 0,0 0 26,-3 0 1,3 0 0,0 0-48,-1 0 0,2 0 0,-1 0 196,-1 0 1,3 0-124,-2 0 0,0 0-85,-4 0 1,4 0 10,0 0-27,0 0 0,-3 0-120,-1 0 0,4 0 163,0 0 0,4-1 82,-4-3 0,4 3-72,-3-3 1,3 3 177,-4 1 0,0 0-95,-4 0 0,4-4 69,0 0 0,4 0-41,-3 4 1,4-1-1,-2-2-81,-1-1 0,4 0-87,-6 4 1,1-1 114,0-3-122,-4 2 0,6-4 0,-4 3 41,1-1 0,4 0-142,-4 4 0,4-3 22,-4-1 1,4 0-37,-4 4 0,4 0 1,-3 0 67,-3 0 0,4 0 172,-2 0 1,4 0 335,-4 0 0,4 0-421,-4 0 42,6 0 0,-5 0-464,3 0 407,3 0 80,-9 0 35,8 0 1,-4 0-16,2 0 1,2 1 161,-1 3-49,1-3-234,2 4 0,-1-5-204,-3 0 212,3 0 113,-5 0 1,8 0-86,2 0 1,-3-1 0,4-1-224,0-2 1,2-6 164,5 3 1,0-4 0,-1-1 23,1 1 1,-4 0-1,0 2 1,0 1 51,-2-1 1,3 2-1,-3 1 1,-1-1 5,0 1 1,3 2-1,-3-4 48,2-1-90,-5 3 721,4 1 43,-6 5 567,0 0-1409,-6 0 0,4 4-218,-6 0 0,4 0 0,-2-3 60,0 3 0,1-2 0,1 1-52,-4-1 0,2 2 0,-1 1 139,2 2 1,0-5-1,1 3 275,-4 1 0,3-4 0,-1 5 0,2-1-2,1 1 1,-5-3 0,2 4-33,0 1 0,3-3 1,-2 2 91,0 1 0,3-2 485,-1 1 81,1-6 1,2 5-505,0-3 1,2-3 0,0 4-32,2 1 1,5-5 0,-1 4-1,3 0-59,0 3 1,-3-1 0,0 1-1,1 0-249,2-2 0,1 5 0,-1-3 0,1 1-566,0-1 1,0 2-1,0-2-1591,-1 2 0,-3-2 983,0 0 1298,-5-5 0,7 7 0,-3-3 0</inkml:trace>
  <inkml:trace contextRef="#ctx0" brushRef="#br1">11426 7922 9850,'0'-12'-510,"0"5"1,0 2 0</inkml:trace>
  <inkml:trace contextRef="#ctx0" brushRef="#br1">11355 7792 8571,'-11'0'1326,"-1"0"1,0 0-348,0 0 1,4 0-404,0 0 0,4 0-856,-3 0 1,4-1-1981,-1-3 0,4 3 2260,4-3 0,3-3 0,4 1 0</inkml:trace>
  <inkml:trace contextRef="#ctx0" brushRef="#br1">11308 7698 8252,'-8'0'682,"0"0"1,1 0 1650,-5 0-2873,0 0 1051,5 0-511,2 0 0,10-5 0,2-2 0</inkml:trace>
  <inkml:trace contextRef="#ctx0" brushRef="#br1">11261 7662 8626,'-12'0'543,"0"0"0,5 0 1,-1 0 903,-2 0 0,4 0-56,-2 0-2862,5 0 0,0-3-264,6-1 0,0 0 1735,5 4 0,-5 0 0,2 0 0</inkml:trace>
  <inkml:trace contextRef="#ctx0" brushRef="#br1">11190 7615 8252,'-12'0'174,"1"0"1,-1 0 1515,0 0 0,4 0-1139,0 0-2011,6 0 1,-4-1 1459,6-3 0,6-3 0,0-4 0</inkml:trace>
  <inkml:trace contextRef="#ctx0" brushRef="#br1">11143 7521 8252,'-12'0'804,"0"0"1,5 0 0,-1 0 298,-1 0 0,2 0-734,-1 0-768,6 0 0,-4-1 0,8-2 133,2-1 0,-2 0 266,6 4 0,-5-5 0,2-2 0</inkml:trace>
  <inkml:trace contextRef="#ctx0" brushRef="#br1">11037 7438 8023,'-12'4'0,"0"0"582,1-1 0,4 0 0,2-1-279,0 2-1104,3 0 0,-2-4 801,8 0 0,3-5 0,5-2 0</inkml:trace>
  <inkml:trace contextRef="#ctx0" brushRef="#br1">10978 7403 7793,'-12'0'0,"0"0"599,1 0 1,3 0 506,0 0 0,5-1-1301,-1-3 1,4 3-521,4-3 0,-1 2 1,5 2-30,1 0 744,1-5 0,2-1 0,0-6 0</inkml:trace>
  <inkml:trace contextRef="#ctx0" brushRef="#br1">10931 7297 7793,'-12'0'998,"0"0"1,4 0 0,0 0-218,-1 0 0,3 0 96,-2 0-3177,5 0 2300,-2 0 0,5 0 0</inkml:trace>
  <inkml:trace contextRef="#ctx0" brushRef="#br1">10872 7238 7782,'-12'4'771,"0"0"0,0-1 173,1-2 0,-1 0 219,0 3 1,4-3-1308,0 3 1,7-2 0,1-2-709,7 0 0,-1 0 1,2 0-1,1 0 852,2 0 0,0 0 0,1 0 0</inkml:trace>
  <inkml:trace contextRef="#ctx0" brushRef="#br1">10860 7214 7782,'-12'0'245,"2"2"827,2 2 1,-3-3-429,4 3 0,0-3-828,-1-1-1024,6 0 1208,-4 0 0,6 0 0</inkml:trace>
  <inkml:trace contextRef="#ctx0" brushRef="#br1">10766 7167 7782,'-12'0'0,"0"0"882,0 0 1,1 0 80,-1 0-1841,5 0 1,3 0 877,8 0 0,3 6 0,5 0 0</inkml:trace>
  <inkml:trace contextRef="#ctx0" brushRef="#br1">10719 7179 7538,'-8'0'1181,"0"0"1,4 0-2530,-4 0 1348,5 0 0,-2 5 0,5 2 0</inkml:trace>
  <inkml:trace contextRef="#ctx0" brushRef="#br1">11308 7757 7842,'-5'6'1007,"-3"-2"1,3-1-1,0-1-518,-1 2 0,1-1 0,-4-6-490,1-1 0,5-5 0,-2 1 1,1-2-424,0-2 1,0 0 0,3 1 168,-3-1 1,3 0-1,-3 0 1,3 0 254,1 1 0,-6-6 0,0-2 0</inkml:trace>
  <inkml:trace contextRef="#ctx0" brushRef="#br1">11131 7474 7686,'-12'0'129,"1"0"0,-1 0 156,0 0 0,2-1 0,0-2 0,3-1 414,-3 1 1,4 2-539,-2 1 1,4 0-1879,-4 0 600,6 0 1117,-4 0 0,6 5 0,0 2 0</inkml:trace>
  <inkml:trace contextRef="#ctx0" brushRef="#br1">10990 7403 7692,'-12'0'115,"0"0"450,0 0 1,1-4-183,-1 0 1,1-1-1081,3 1 1,3 1-197,5-4 1,5 3 892,3-4 0,-2 0 0,-1-4 0</inkml:trace>
  <inkml:trace contextRef="#ctx0" brushRef="#br1">10919 7273 7692,'-12'0'531,"4"0"0,0 0-146,-1 0 1,3 0 0,-1-1-488,2-3 0,0 3-1352,1-3 695,2 3 759,-3 1 0,10 0 0,2 0 0</inkml:trace>
  <inkml:trace contextRef="#ctx0" brushRef="#br1">10860 7214 7692,'-12'7'245,"0"-3"1,5-3-1,-1 1 118,-1 2 1,2-3-954,-1 3 192,6-3 0,-2-1-10,8 0 0,-2-1 408,6-3 0,-5-3 0,2-5 0</inkml:trace>
  <inkml:trace contextRef="#ctx0" brushRef="#br1">10777 7167 7577,'-11'0'-124,"-1"0"683,0 0 0,4 0 0,0 0-156,-1 0 1,3 0-634,-2 0-704,5-5 1,-1 2-15,8-4 948,3 4 0,5-7 0,-1 3 0</inkml:trace>
  <inkml:trace contextRef="#ctx0" brushRef="#br1">10683 7144 8008,'-12'0'534,"1"0"0,-1 0-73,0 0 0,0 0 18,0 0-1323,6 0-1497,1 0 2341,15 0 0,-2 0 0,9 0 0</inkml:trace>
  <inkml:trace contextRef="#ctx0" brushRef="#br1">10648 7120 7701,'-8'0'171,"0"0"1,-1 0 302,-2 0 1,4 0 0,-1 0 331,-1 0-1309,-2 0 643,-1 0 1,7 0-1302,5 0 0,5-1 1161,7-3 0,0 3 0,0-5 0</inkml:trace>
  <inkml:trace contextRef="#ctx0" brushRef="#br1">10612 7085 7701,'-7'0'0,"-1"0"0,0 4 1507,-4 0-1570,5 0-723,2-4 819,5 0 1,5-6 0,2 0-1</inkml:trace>
  <inkml:trace contextRef="#ctx0" brushRef="#br1">10589 7049 7727,'-12'0'542,"0"2"255,0 2-714,6-3-151,1 4 1,6-5-1693,3 0 1760,-3 0 0,10 5 0,-5 2 0</inkml:trace>
  <inkml:trace contextRef="#ctx0" brushRef="#br1">10471 6967 7487,'5'6'-178,"-4"5"1,5-4 239,-1-1 1,-4 5-1,3-4 198,-3 4 1,-2 1-1,-3-1-110,-4 1 0,2-5 0,-1-2 1,1-1 239,-1 0 0,-1 0 0,-2-3 0,1 2-28,1 1 0,0 0-332,-4-4 0,0-2 0,2-2-47,2-4 0,3-2 1,5-2 38,0 0 0,1 1 1,3 0-148,4 3 0,-2-1 0,1 4 0,0 0 82,-1-1 0,2 3 1,2 1-1,0 0-23,-3-2 0,-3 0 1,4 4-1,0 1 22,-1 3 1,2-1 0,-4 3 0,0 1 139,1-1 0,-1 2 172,-1 4 0,-3 0 0,3-1-80,-3 1 1,-5-4-1,-1-1 1,-1-2-91,-4-3 1,0 0 0,-2-2-1,0 0-29,1 0 0,-1 0 1,1-2-1,2 0-184,1-2 1,4-5 0,-2 1 57,0-3 1,3 0-1,3-1 1,1 0-47,3 0 0,-2 4 0,6 1 0,1-1 30,2 1 0,1 1 1,0 3-1,-1-1-17,1 1 1,0 2 0,0 2 0,-1 2 183,1 1 0,-1 5 0,-2-2 128,-1-1 1,-6 5 0,2-3 0,-2 2 83,-2 2 1,0 0-1,-2-2 1,-2-1-266,-3-1 1,-4-4 0,-2 3 0,-1-2-391,-2-3 1,0 0 0,4-2 0,1 0-245,-1 0 0,1-2 0,2-1-194,1-5 1,6 1 0,-1 1 786,6 0 0,8-3 0,8 3 0</inkml:trace>
  <inkml:trace contextRef="#ctx0" brushRef="#br1">10447 7026 7377,'-6'-1'411,"2"-3"-515,-3 2 1,7-3-59,0 5 1,2 0-1,5 0 162,3 0 0,0 0 0,2 0 0</inkml:trace>
  <inkml:trace contextRef="#ctx0" brushRef="#br1">10660 6955 8510,'0'-8'-340,"0"0"1,0 4-125,0-3 1,5 4-246,3-1 709,-3 3 0,5 1 0,-3 0 0</inkml:trace>
  <inkml:trace contextRef="#ctx0" brushRef="#br1">10919 6979 8202,'1'-7'-178,"3"3"1,-1 3-250,5 1 1,0 0 0,3 0 426,1 0 0,5 0 0,2 0 0</inkml:trace>
  <inkml:trace contextRef="#ctx0" brushRef="#br1">11355 6967 6624,'12'-7'-201,"0"2"0,0 5 1</inkml:trace>
  <inkml:trace contextRef="#ctx0" brushRef="#br1">11733 6967 8342,'6'-5'-264,"5"3"1,-5-3-1,2 1 157,0 0 0,-4 0 0,4 4 16,1 0 1,1 0-1,2 0 91,0 0 0,0 0 0,0 0 0</inkml:trace>
  <inkml:trace contextRef="#ctx0" brushRef="#br1">12181 6943 8310,'12'-10'-139,"-1"2"1,-3 3 0,0 5-576,1 0 0,-2 0 714,1 0 0,-1 0 0,5 0 0</inkml:trace>
  <inkml:trace contextRef="#ctx0" brushRef="#br1">12558 6943 8011,'1'-8'647,"3"1"-367,-2 4 1,8-2-783,-2 5 1,-1 0 0,0 0 0,3 0 501,0 0 0,2 5 0,0 2 0</inkml:trace>
  <inkml:trace contextRef="#ctx0" brushRef="#br1">13006 6967 8510,'12'-11'18,"0"4"0,-4-3 1,-1 6-231,3 2 1,-4 1-1,2 1-99,1 0 0,2 0 0,1 0 338,-1 0-27,1 0 0,5 5 0,1 1 0</inkml:trace>
  <inkml:trace contextRef="#ctx0" brushRef="#br1">13372 6979 7780,'0'-7'-726,"5"2"873,3 5-147,-3 0 0,6-5 0,-5-2 0</inkml:trace>
  <inkml:trace contextRef="#ctx0" brushRef="#br1">13667 6979 8510,'0'-7'-1818,"0"1"1218,0 2 600,5 2 0,1-3 0,6 5 0</inkml:trace>
  <inkml:trace contextRef="#ctx0" brushRef="#br1">13891 6943 6186,'11'0'-21,"1"0"1,0-5 0,0-1-1</inkml:trace>
  <inkml:trace contextRef="#ctx0" brushRef="#br1">14209 6979 7811,'0'-7'563,"5"2"-862,3 5 1,3 0 0,0 0-250,1 0 0,-4 0 548,0 0 0,5 0 0,5 0 0</inkml:trace>
  <inkml:trace contextRef="#ctx0" brushRef="#br1">14492 6991 6213,'8'-4'496,"0"0"1,-4 0-1,3 4-296,3 0 1,-4 0-1,2 0-649,1 0 449,-4 0 0,11 0 0,-3 0 0</inkml:trace>
  <inkml:trace contextRef="#ctx0" brushRef="#br1">12865 3548 7821,'0'-11'1764,"0"-1"-879,0 0 1,0 4 0,-2 2 176,-2 0 1,2 2-655,-6 4 0,4 6 1,-4 1-1,0 4-167,2 1 0,-5 5 1,3 2-1,-2 4-159,-2 0 0,4 2 0,0 1 0,1 3-130,0 1 1,-2-4-1,5 1 1,1-5-281,2-2 0,2-5 0,5 4 151,5-2 1,2-7-1,6-7 1,-1-7 223,0-8 0,-2-1 0,3-5 0,-1-1-54,0 1 1,-3-3 0,0-5 0,-2-2 88,-1 2 1,-5 0 0,-3 1 0,-3-1-281,-1 0 1,0 6-1,-1-5 1,-3 3 15,-4 5 1,0 2 0,-2 5 0,-4 2-85,1 4 1,0 3 0,1 2 0,1 2-147,-1 1 1,0 9-1,2-1 1,0 2-176,3 3 0,4 1 0,-1 5 0,3-2 587,1-2 0,5 6 0,2 5 0</inkml:trace>
  <inkml:trace contextRef="#ctx0" brushRef="#br1">13171 3867 7854,'-12'4'1071,"1"-1"1,-1 1-266,0 2 1,0-5-1,1 3 1611,-1-3 1,4-1-1078,0 0 1,5-1-1350,-1-3 1,3 1 0,2-3 0,3 1-210,4 2 0,-1-2 0,1 1-4043,1 1 0,1-2 4261,2 1 0,5 0 0,1 4 0</inkml:trace>
  <inkml:trace contextRef="#ctx0" brushRef="#br1">13384 3537 8589,'-12'0'900,"0"0"1,0 0-1,2-2 1398,2-2 1,-3 3 1343,3-3-1982,3 3-1523,0 1 1,14 4 0,4 0-58,4-2 0,-1 0 0,4-2 0,-1 0-258,0 0 0,3 0 0,-2 0 0,2 0-256,1 0 0,-3 0 1,-2 0-1,1-2 333,-1-2 1,-2 3-1,4-3 344,0 3 0,-6 1 0,-3 1 0,-1 3 293,-4 4 0,-1 2 0,-5 3 0,0 3-145,0 4 1,-6 6 0,-5 3 0,-4 2-459,-4 6 0,4-4 1,-5 5-1,-1 1-275,-1 2 0,2-7 1,2 0-1,1-4-1767,2-4 1,2-5 2108,1-1 0,6-6 0,0 3 0</inkml:trace>
  <inkml:trace contextRef="#ctx0" brushRef="#br1">7888 3466 10444,'0'-12'4914,"0"5"-4113,0-3 1,-1 9 352,-3-3-843,3 2 1,-6 2 0,5 2-2,-2 2 1,-4-2 0,3 6-141,-2 1 1,3 0-1,-2 1 1,-1-3-180,1 3 0,2 1 1,-3 4-1,1 1 37,-1-2 0,3 0 0,-4 1 0,0 2 23,2 1 1,-1-3-1,5 2 1,-2-2-38,1 1 0,-2 4 0,1-5 0,1 1-76,2 1 1,1-4 0,0 4 0,0-1 107,0 0 1,0-1 0,1-3-1,2 0 45,1 0 0,5 0 1,-1-2-20,2-2 0,-1-3 0,2-5 0,2 0-13,0 0 0,0-5 0,0-3 0,2-4-90,1-3 0,1-4 0,-3-3 0,2 0-101,-2-2 0,3 3 1,-1-8-1,-2 1-1,-1-4 1,-5 2 0,-1 0 0,-2 1 57,-2 3 0,-2 1 1,-2 3-1,-3 1 89,-4 1 0,-7 6 1,0-1-1,-1 5-244,-1 2 0,4 5 0,-3-1 0,3 3-453,1 1 1,0 4 0,1 1 14,-1 2 0,4-1 1,1 3-1,2-1 1,1 2-23,-1 0 0,4 3 0,-3 1 690,2 2 0,2 5 0,0-2 0</inkml:trace>
  <inkml:trace contextRef="#ctx0" brushRef="#br1">7393 3737 7811,'-12'0'8721,"1"0"-6582,4 0-1023,2 0 0,15 0-1374,6 0 0,1 0 0,1 0 0,1 0-790,-1 0 1,2 0 0,3 0 1047,1 0 0,-1 0 0,1 0 0</inkml:trace>
  <inkml:trace contextRef="#ctx0" brushRef="#br1">18195 3690 7849,'-4'-8'195,"-2"1"2021,0 2 1,2-3-1157,-4 4 1,0 2-1,-2 6 1,1 5-558,1 5 0,0 10 1,-3 7 105,4 3 1,-4 2-1,5 0 1,-2 1-1,1 0-185,2-3 0,0-7 0,2 1 0,-1-5 1143,1-3-1076,2-3 1,5-12 0,0-6-1,0-10-197,1-7 1,-2-5 0,5-5 0,1-3-307,1-3 0,-2-3 0,0-1 1,1-3 61,2-1 0,0-1 0,1-3 0,0 2-414,0 1 1,0 5 0,-1 0-1,1 5 73,0 5 1,0 9-1,0 4 237,-1 6 1,1 5 0,0 8-194,0 4 1,0 4 0,-1 3 0,1 5 162,0 2 0,0 3 0,0 3 0,-1 3 185,1 3 0,-4-2 0,-1-2 0,-1 0 412,1 0 0,-5-2 1,2 2-1,-4-1-8,-4-3 0,-2-5 1,-7-3-1,-3 0-465,-4 1 1,-2-5 0,-2 2 0,-1-3-41,-2-1 0,2-4 0,-2-1 0,3 1-1525,4-1 1,2-2 0,4-5-407,-2 0 1,5-1 0,7-3 722,3-4 1,8 1 0,3 1 0,6-1 76,2 1 0,2 2 0,3-3 0,2 1 1131,3-1 0,2-1 0,5-3 0</inkml:trace>
  <inkml:trace contextRef="#ctx0" brushRef="#br1">18607 4032 7849,'-6'14'0,"1"-2"733,-1-2 1,5-3 7423,-3 1-7155,3-6 1,2 2-1,2-8 1,1-4-304,-2-2 0,5-7 0,-1-1 0,2-3-234,0-3 0,-4 2 0,3-10 0,-1 0-581,1-2 0,-3-2 1,2 0-1,1-2-110,-1-2 0,-3-4 0,2 3 0,-1 2 116,0 3 1,0 13 0,-4 1-89,0 3 81,0 9 1,0 10-1,0 8 1,1 3-139,3 5 0,-3 3 1,5 5-1,-2 4 223,0 3 0,3 1 0,-1 1 0,-1 1-82,0-2 1,3-3-1,-3 1 1,2-1 140,2-3 1,-2-2 0,0-5 0,3-4 377,0-6 1,2-4 0,0-6 0,-1-4 48,1-7 0,0-6 1,0-9-1,1-1-313,3-2 1,-3-2 0,1-3-423,-5-1 0,2-2 1,-5-1-1,2 0 0,-1-3-415,-2 3 1,4 1 0,-2 4-904,-1 2 0,-2 16 501,-8 16 1,2 8 0,-5 14 170,2 3 1,-3 3-1,3-1 1,0 4-1,-1 0-114,4 0 1,0 1-1,2 3 1041,0 1 0,0-1 0,0 0 0</inkml:trace>
  <inkml:trace contextRef="#ctx0" brushRef="#br1">19197 3996 10060,'0'-8'2469,"0"1"1,0-3-1477,0 0 1,0-3-1,0-3 1,0-5-500,0-5 0,4-4 1,0-4-1,0 0-254,1-2 0,-4 6 0,5-6-170,-1 1 1,-4 0 0,3 8-1,-3 2 1,-1 4-413,0 5 0,0 3-574,0 1 1,-1 6 153,-3 2 1,3 8 0,-3 3 235,3 4 1,1-3 0,0 0 438,0 1 1,0 1 0,1 1 497,3-3 1,-2 1 0,6-5 0,1-2 238,2 0 1,1-2 0,1 0 0,1-2 96,2-2 1,5 2-1,-1-6 1,2-1-367,1-2 1,-3 1 0,-2 1 0,1 1-497,-1-1 0,0 2 0,2 1 0,-4 0-1193,-3 4 0,-1 0 1,0 2-1380,-1 0 0,0 2 1414,-3 2 0,-3-2 0,-5 6 0,0 1 252,0 2 1,-4-3-1,-1-1 1021,-2 3 0,-1 5 0,-3 4 0</inkml:trace>
  <inkml:trace contextRef="#ctx0" brushRef="#br1">19221 3831 8217,'-12'4'1003,"0"0"0,4 1 1,0-2 934,-1 1 1,3 0-1273,-2-4 0,6 0 0,2 0 0,8 0 419,7 0 1,-1-2 0,6-1 0,1-5-787,1-3 1,2 3 0,-2 1 0,-1-1-637,-2 1 0,1-2 0,2 5 0,-2 0-1030,-4-1 0,-2 4 1,1-3-1,0 2-62,0 2 1,-6 0 0,-3 2-736,0 2 0,2 2 2164,-5 6 0,1 0 0,-4-1 0</inkml:trace>
  <inkml:trace contextRef="#ctx0" brushRef="#br1">19197 4032 7849,'-12'0'2398,"4"1"1,0 2-660,-1 0 1,0 3 419,1-2 0,4-3 1,8 3-808,4-3 0,4-1 1,4-1-1,3-3-1188,4-4 1,0-1 0,1 0 0,-1 1-1630,1-1 1,-1 2-1,0 1 1,-2 0-5195,-2 4 6659,-4-5 0,7 6 0,-4-4 0</inkml:trace>
  <inkml:trace contextRef="#ctx0" brushRef="#br0">16485 8464 8874,'-7'0'8262,"2"0"-6104,5 0-203,0-5-1415,0 3 1,1-3-36,3 5 0,-1 0-22,5 0 0,0 0-174,3 0 1,-3 0-1,0-1-19,1-3 1,-2 3-270,1-3 0,-4 2 1,4 2-219,1 0 1,-3 0 399,2 0 0,0 0 36,4 0 0,0 0 0,-1 0-77,1 0 0,-4 0 0,0 0-202,1 0 0,-2 0-329,0 0 0,1 0 172,4 0 1,-4 0 0,0 0 30,1 0 1,-2 0 173,0 0 1,1 0 111,4 0 1,-4 0-87,0 0 1,-4 0-69,4 0 1,-5 0 0,5 0 10,2 0 1,-4 0-35,2 0 0,-4 4-58,4 0 127,0 0 0,2-2 10,-2 1 0,2-1-15,-2 2 1,-2-2 0,-1 1 0,0 1 0,-2 0-7,4-4 0,-3 0 0,3 1 5,-2 3 1,0-3 0,-1 3-149,4-2 0,-1-2 91,1 0 1,-4 0-13,3 0 1,1 4 185,4-1 0,-4 1-51,0-4 0,0 0-203,3 0 1,-3 0-102,0 0 1,0 0 100,4 0 0,-4 0 124,0 0 1,-1 0 0,5 0 28,0 0 0,-4 0 0,0 0 6,1 0 1,-4-1-1,0-2 20,1 0 1,0-1-5,6 4 1,-4-2 87,0-2 1,0 3-36,3-3 1,-3-1-92,0 1 1,-4 0-1,3 3 45,-2-3 1,0 2-468,-1-1 383,3 1 1,0 2-90,1 0 0,-4 0-190,4 0 269,-5 0 0,7 0 173,-2 0 181,-3 5 1,2-3 874,-3 2-167,-3-3-868,4-1 1,-6-4 0,-3-1-36,-4-2 0,2 1 1,-2-3-1,0 1-236,1-1 0,-3 2 0,3-1 0,-1 0 6,1 2 0,-1-5 0,-4 3 118,0-2 1,4 3 0,2 2 0,-1 1 15,1 0 0,2 0 0,-3 3-2,2-3 0,0 3 212,1-3-122,2 3 1,-3 2 55,5 3 0,4-2 0,1 5 1,1 0-164,-1-1 0,4-3 0,-2 2 0,0 0-166,1 3 0,0-3 0,3 1 0,-2-1 74,-1 3 1,0-2-1,3 1 1,1-1 31,0 1 1,-2-3 0,0 4 202,-3 1 0,0 1 1,2 2 136,-1 0 1,-5 0 0,1-1-232,-3 1 0,-5-4 0,-1-1 0,-2-1-50,-2 1 0,2-5 0,0 2 0,-3-2-2707,0-2 0,-2 0 0,0 0-1280,1 0 1,-1-4 3986,0 0 0,0-5 0,0 2 0</inkml:trace>
  <inkml:trace contextRef="#ctx0" brushRef="#br0">16615 10173 15819,'0'-6'-124,"0"-5"1,0 9 215,0-6 0,3 0-30,1-4 1,0 4-1,-4 0 27,0-1 1,0 3 0,2-1 0,0 1-96,2-1 0,0 3 0,-4-4 39,0-1 0,1 3-40,3-2 0,-2 4 1,2-4 326,-3-1 0,0-2-226,3 0 1,-3 3 0,3 0-75,-2-1 1,2 2 17,0-1 1,1 4 0,-3-4 37,2-1 0,0 3 1,-2-1 138,2 2 0,-3 0-199,3 1 1,-3 1-1,0-3-53,3 0 0,-2 1 90,2 1 1,-2 2-184,2-6 1,-1 5 0,3-2 170,0 0 1,-3 2-1,-1-4 29,2 2 1,-3 0-1,4 2 47,0-1-121,-3-5 1,7 7-12,-5-6 0,1 4 216,-1-4 1,-3 4-68,3-4 0,2 4-62,-3-4 0,3 4-18,-2-3 1,-2 3-116,6-4 0,-5 4 0,2-3 29,0 2 0,-3 0 0,3 2-83,0-1-23,-4 0 93,10-1 0,-6 3 155,3-6 0,-2 5-1,-2-1 0,-1-1-92,5 1 1,-4-1-8,4 1-2,-6 2 1,5-3-36,-3 5 1,-2 0 0,5-1 17,-2-3 1,0 3-41,-1-3 0,-1 1-76,5-1 0,-4 3 109,4-3 1,-4 1 31,3-1 0,-3 3 0,3-4-43,-2 0 0,0 3 48,-1-2 1,-2 2-1,3-1 21,0-1 0,-2-1-24,5 1-13,-6 3 1,5-4-1,-5 3 16,2-2 1,2 3-55,-3-3 152,-1 3 1,3-1 0,-4 0 556,3-2-540,-2 0 1,4 3-178,-2-3-111,-3 2 1,9-4-19,-7 2 0,3 3 133,-2-3 1,-3 1-1,4 0 16,0 0 1,-2-1 1,5 4 0,-5-2 0,2 0-49,0-2 123,-4 0 1,9 2 65,-7-1 0,3 1 1,-4-3-89,2 0 0,1 3-194,-1-1-10,-2 1 0,4 2 0,-3-1-94,1-3-8,0 3 364,1-5 1,-2 6 473,4 0-478,-4 0 0,4 0-117,-3 0 1,-3-1 32,3-3 62,2 3-8,-4-4-38,8 5 0,-7 0 18,5 0 1,-6-2-13,2-2 1,-1 3-67,1-3 42,-3 3 6,10 1 1,-6-1-31,3-3 0,-2 2 194,-2-2 69,-3 3 0,6 1 136,-3 0 52,-3-5-369,4 4 1,-8-6-48,-1 3 17,-6 3 0,4-5 1,-5 5 0,4-3 0,0 3 1,3-3 26,-4 3 0,-2 1-51,-2 0 0,0-4 1,0 0 15,1 1 0,-1 2-23,0 1 1,0 0 0,2-1 14,2-3 1,-3 2 31,3-2 0,2 3-24,-2 1 0,4 0 227,-4 0 150,6 0 749,-4 0-656,6 0 0,6 1-559,2 3 0,2-2 0,0 3 1,0-1-100,-2 0 0,-1 1 0,5-2 1,0 1 6,0-2 0,0 1 0,-1-1 1,1 4 86,0 0 0,0-3 0,0 1 0,-1-2 207,1 2 1,0-2 0,0 3 117,-1 0 1,-3-4 0,0 3 136,1-2 1,-2 2-171,1-1 0,-4 5 0,2-2 63,0 0 1,-3 2-382,-3 4 1,-3 0 0,-3-1 0,0 1-313,-3 0 0,-1 0 0,1-2 0,1-1-484,-1-1 0,3-1 0,-1 2 0,1-2-617,-1-2 1,4 0-1,-2-2-3674,0 1 5185,4-1 0,-5-8 0,6-1 0</inkml:trace>
  <inkml:trace contextRef="#ctx0" brushRef="#br0">7205 4739 8237,'-11'1'2039,"2"2"-456,1 1 0,5 1 1,-2-2-794,0 1 1,5 3 0,0-1-432,6 0 0,5-3 0,1 1 0,1-3-137,3-1 0,-2 0 1,4 0-1,1 0-882,-1 0 0,2 0 1,2 0-1,-1-1-535,-1-3 1,-5 1 1194,5-5 0,0 1 0,3-5 0</inkml:trace>
  <inkml:trace contextRef="#ctx0" brushRef="#br0">7759 4574 8481,'-12'0'3164,"0"0"-2323,0 0 0,4 0 0,1 0 576,-3 0 1,4 1-1,-2 3-1001,-1 4 0,4 2 1,-1 2-1,2 1-488,1 3 0,-3 2 1,4 6-1,-2 1 217,1 2 0,2-2 0,1 3 1,0-3-985,0-2 0,5-3 0,3-2 0,2-1 97,2-2 0,0-7 0,0-6 1,1-4 638,3-6 1,-2-8 0,4-4-1,-1-2 273,-2-2 1,-3-4 0,-3-2 0,-3-2 44,0 1 0,-1 4 0,-3 0 0,2 1-23,-1-2 1,-2 7 0,-2 0 0,-3 6-123,-4 4 1,-2 7 0,-2 2-480,0 4 0,0 6 0,2 6 1,1 3-373,1 2 0,5-5 0,-1 3 1,3-1-782,1 0 1,0 3 1561,0-3 0,5 5 0,2-3 0</inkml:trace>
  <inkml:trace contextRef="#ctx0" brushRef="#br0">8054 4880 7769,'-12'4'1439,"0"0"1,0 0 0,0-4 2771,1 0-3792,4 0 1,2-5-1,5-3-557,0-2 0,5-1 1,2 2-1,0 2-703,1 2 0,-4-3 1,4 4-1,1 2-2575,2 0 3416,-5 2 0,5-5 0,-5-1 0</inkml:trace>
  <inkml:trace contextRef="#ctx0" brushRef="#br0">8337 4503 11052,'-7'12'2687,"3"0"-2328,3 0 1,1 1-1,-2 1 1,0 3 12,-2 1 1,0-2 0,4 2 0,0 1-263,0-1 0,-4-3 0,0 0 1,1-2-26,2-1 0,1-4-12,0 0 0,0-7 0,1-1-10,3-6 1,2-9-1,3-1 1,-1 2-102,1 1 0,-3 1 1,2 0-1,1 1-149,2-1 0,-3 4 0,0 1 1,1 2-200,1 3 1,-2 0 0,0 2 258,1 0 0,2 5 1,-1 3-1,-1 3 317,-1 1 1,-1 3 0,2 2 0,-3 2 139,0 2 0,-2 1 0,-4 2 0,0-2 78,0-3 1,-2 2 0,0-5 0,-4 0-401,0 1 0,-2-4 0,-4 1 1,0-3-480,1-3 1,-1-4 0,-1 2 0,-2-1 205,0-2 1,-1-2 0,4-1-748,0 0 1,2-5-1,1-3 1,2-2-1,1-2 1012,-1 0 0,4-5 0,-2-1 0</inkml:trace>
  <inkml:trace contextRef="#ctx0" brushRef="#br0">8337 4456 10286,'-12'0'2662,"7"0"1,6-1-1880,9-3 1,13-4-1,8-7 1,3 0-1225,1 0 441,6 2 0,6-4 0,7-1 0</inkml:trace>
  <inkml:trace contextRef="#ctx0" brushRef="#br0">18407 8440 9843,'0'-6'784,"0"1"-219,0 5-517,-5 0 1,2-2-65,-5-2 1,0 3 41,-3-3 1,3 3-81,0 1 0,4 0 67,-4 0 51,0 0-54,-4 0 0,5 0 13,-1 0 0,4 0 61,-4 0 0,5-1 226,-1-3-150,-2 2 1,3-3 62,-5 5-370,6 0 142,-9 0-25,5 0 1,-2 0 21,0 0 0,4 0-23,-4 0 0,0 0 17,-4 0 0,5 0 69,-1 0 0,0 0 0,-4 0 0,0 0 85,0 0 1,5-1 0,-1-2 0,-1-1-25,-2 2 0,3 0 0,0 2-116,-1 0 1,3-4 0,-2 0 0,-1 2-92,-2 1 1,3-1 46,0-2 0,1 3 0,-4-4-189,3 0 0,2 3 77,2-2 1,1 3-13,-5 1 0,4 0 106,-4 0 1,5 0 26,-5 0 1,4 4 19,-4 0 0,4 1 303,-4-1 1,4-3-61,-4 3-170,6-2 1,-9-2 16,3 0 1,2 0-113,-2 0 1,0 1-26,-4 3 0,0-3 33,1 3 1,3-3 0,0 1 22,-1 2 0,2-3 1,-1 3-5,-1-3 1,3-1 179,-2 0 0,0 0-143,-4 0 1,0 0-55,1 0 1,3 4 0,0 0-2,-1-1 1,2-2 32,-1-1 1,4 0 0,-2 1 0,-1 2 21,1 1 0,2 0-19,-4-4 0,4 0 89,-4 0-68,5 5 0,-3-4 151,2 3 131,3-3-175,-5-1 1,6-1-57,0-3-128,0 3 0,0-6-631,0 3 610,0 3 291,0-4 987,0 5-840,0-5-210,0 3-159,0-3-578,0 5 451,0-5 85,0 4 0,0-6-31,0 3 34,0 3 1,0-6-5,0 3 1,0 2 0,2-5 2,2 2 0,-2 0-2,6 1 0,0-3 45,4-5 0,0 2 0,-1 1 39,1 1 1,-4 5 0,-1-2 0,-1 1 59,1 0 1,-3 0 0,2 3 186,-1-3-85,-1 3 175,-4-5 1,-1 8-175,-3 2 0,-2 2 0,-6 5-181,0-3 0,0 2 1,0-3-1,2 0-1,2 1 0,-2-1 0,2 2 0,-3-2 84,-1-2 0,1 4 0,-1-1 17,0 2 0,0-2-97,0 0 1,2-4-116,2 4 0,3-4 49,5 4 0,1-6 0,3 2-9,4-3 1,-1 1 0,0 0-1,3 2-120,0-1 0,6 0 0,0-1 0,-2 2-389,-1-1 1,-1 2 0,0-1 0,-1 0-580,1 1 0,0-2 0,0 3 296,0-1 840,-1-1 0,1 2 0,0 0 0</inkml:trace>
  <inkml:trace contextRef="#ctx0" brushRef="#br0">18419 9572 7280,'0'-6'923,"0"-5"0,0 9-394,0-6 0,-4 4-201,0-4 0,-1 5-114,1-1 0,1-2-84,-5-2 0,4 3 1,-2-1-9,0 1 0,-3 4 0,3-4 0,-2 1-27,0 0 1,4-1 0,-4 2 0,-1-2-62,-1-2 1,2 5 0,0-4 0,-1 2-24,-2 0 0,-1-1 1,1 3-1,-1-4 22,0 0 1,0 3 0,0-1 0,1 2 28,-1-2 0,0 2 0,2-3 1,0 1 28,3 0 1,-1 0 0,-4 3-88,0-3 1,4 3-1,0-3-51,-1 3 1,3 1-1,-2 0 23,-1 0 0,2 0 23,-1 0 0,4 0 0,-4 0 136,-1 0 1,3 0 9,-2 0 1,1-2 0,-2 0 43,1-2 1,0 0 0,-3 4-39,-1 0 1,4 0 0,0 0-50,-1 0 1,-2 0-1,0 0-60,-1 0 0,4 0 0,0 0-51,-1 0 1,2 1 0,0 2 30,-3 1 0,4 0 0,-2-3-48,-1 3 0,2-3 17,-1 3 1,4-3 0,-2 1 31,1 2 39,-5-3 1,5 5-1,-4-3 168,1 1 1,4 0-214,-4-4 1,1 0 1,-5 0 0,4 0-10,0 0 1,4 0 123,-4 0 0,4 0 56,-4 0 1,5 0 34,-5 0-173,5 0-44,-2 0 1,4 0 0,-2-1 52,-1-3 69,0 2-110,4-3 65,0 5-136,0-5 1,1 4-4,3-3 1,-1-3-93,5-1 0,-6 2 1,4-2-47,-1-1 1,-3-2-1,5-1 60,-2 1 1,1 3 0,-4 0-70,2-1 1,4-2-17,-4-1 1,4 5 81,-4-1 1,3 4 85,-3-4 1,2 5-130,-2-1 938,-3 3 35,4 1-697,-5 0 0,-4 1 0,-1 2 1,-2 1-24,-2-1 0,3 2 1,-2 0-1,-1 0-27,-2 1 0,3 3 1,0-1-140,-1 2 0,0 2 0,0-2 0,1-1 8,-1-1 0,2 0 0,1 4 0,-1 0 32,1 0 0,3-1 0,-1 1 0,3 0 63,1 0 1,0-1 0,0 1-44,0 0 1,5-1-1,3-2 1,2-3-121,2-1 1,0 3-1,1-4 1,2 0-417,0 1 1,5-3 0,-3 2 0,0-2-1385,0 2 0,0-2 1952,-1 1 0,2 4 0,6 0 0</inkml:trace>
  <inkml:trace contextRef="#ctx0" brushRef="#br0">14728 9501 6131,'-8'0'679,"0"0"-567,5 0 0,-3 0-118,2 0-72,3 0-2,-5 0 0,8 0 32,2 0 1,1 2 0,4 0-449,-1 2 496,0 0 0,4-4 0,-1 0 0</inkml:trace>
  <inkml:trace contextRef="#ctx0" brushRef="#br0">14858 9513 6712,'-12'0'-956,"0"-4"1660,0 0 1,0-1 0,1 2-233,-1 0 1,4-1-630,0 4-283,5 0 183,-2 0 1,6 0 0,3 0 67,4 0 1,3 0-1,1 0 1,1 0 188,2 0 0,0 0 0,3 0 0,0 0 0,1 0 0,0 0 0,5 0 0,-2 0 0,-2 0 0,2 0 0,-3 0 0,0 0 0,1 0 0,-6 0 0,2 0 0,-3 0-270,-1 0 1,-4 0 0,0 0 1327,1 0-411,-4 0 0,2 0-108,-3 0 0,-2 0-491,6 0 1,0 0-512,4 0 0,-1 0 1,1 0-1,0 0 72,0 0 1,1 0 0,1 0 390,2 0 0,10-6 0,-1 0 0</inkml:trace>
  <inkml:trace contextRef="#ctx0" brushRef="#br0">15801 9490 6703,'12'0'0,"1"1"-241,3 3 0,-3-3 1,2 3-1,0-3 241,0-1 0,-1 0 0,1 0 0,4 0 0,-1 0 0</inkml:trace>
  <inkml:trace contextRef="#ctx0" brushRef="#br0">16214 9501 7795,'11'0'814,"1"0"-215,0 0-480,-5 0 0,3 0 66,-2 0 1,2 0-1,2 0-820,0 0 0,0 0 0,0 0 0,1 0 152,2 0 0,0 0 0,4 0 483,2 0 0,2 6 0,0 0 0</inkml:trace>
  <inkml:trace contextRef="#ctx0" brushRef="#br0">16756 9513 7795,'16'-1'0,"-1"-3"0,3 1 0,-4-3 0,3 1 41,1 2 1,-2 0 0,2 1 0,1-2 87,-1 1 0,0-2 0,2 1 1,-3 1-205,0 2 1,-4 1-1,3 0 1,-3 0-159,-1 0 0,0 4 1,-2 1-1,-1 0 93,-1 1 0,0 2 1,4-5-1,0 1 140,-1 2 0,1 0 0,0 6 0</inkml:trace>
  <inkml:trace contextRef="#ctx0" brushRef="#br0">12582 4715 7795,'-12'4'758,"0"0"0,0 0 1,0-3-1,1 2 729,-1 1 0,4 1 1,0-2-596,-1 1 0,0 1 446,1-1 0,4-3 1,9 3-1094,7-2 0,1-4 1,6 0-1,-1-4-807,0 0 1,2 2 0,2-3 0,-1 2-654,-1 2 0,-6 2 0,3 1 0,-1 0-495,0 0 0,-1 0 1,-3 0 1709,0 0 0,5 0 0,1 0 0</inkml:trace>
  <inkml:trace contextRef="#ctx0" brushRef="#br0">13171 4527 8764,'0'-12'2338,"0"0"0,0 0-1124,0 1 1,0 3-207,0 0 0,-1 7 1,-2 1-1,-2 6-522,-1 5 0,-4 2 1,-4 4-1,-3 5-524,-1 4 1,2 8-1,-4 0 1,1 6-360,0 1 0,2-3 1,5 2-1,2-4-280,2 0 1,3-6 0,6-4 0,4-5 205,7-5 1,3-8-1,7-4 1,3-4 325,0-4 0,0-4 0,-2-8 0,2-5 196,3-5 1,-4-3 0,3-2 0,-6 2-75,-6 0 0,-2 3 0,-2-4 0,-3 0-99,-4-1 1,-3 9 0,-1 0-1,-1 2 16,-3 2 1,-4 5-1,-7 1 1,0 7-110,0 4 0,1 2 0,0 3 0,-2 4-80,1 2 1,6 1 0,3-2 0,0-1-509,4 1 1,-3 1 0,1 2-173,1 0 1,7-4 974,4 0 0,2-1 0,2 5 0</inkml:trace>
  <inkml:trace contextRef="#ctx0" brushRef="#br0">13501 4857 7857,'-6'0'1219,"-3"1"0,3 2 673,0 1 1,2 0-897,-4-4 0,6-6-1262,-2-2 1,6 2-1,3-1-3387,2 2 3653,1-4 0,9 2 0,1-4 0</inkml:trace>
  <inkml:trace contextRef="#ctx0" brushRef="#br0">13820 4456 8177,'-12'-5'2798,"0"3"0,6-1 0,2 6-2530,2 5 0,2 3 1,0 2-1,0 1-144,0 2 0,0 4 0,0-5 0,0 1-121,0 1 1,0-4 0,0 4 0,0-1 86,0 0 1,-3-5 0,-1-3 611,1 2-559,2 0 0,2-3 1,3-4-283,4-1 1,-2-6 0,2-1 0,1-1-121,2 1 1,2-3 0,1 4 0,2 2 56,-2 0 1,0 2 0,-3 0 0,2 0 215,3 0 0,-5 6 0,2 2 1,-1 3 80,-3 5 1,0-2 0,1 6 0,-2 1 320,-4 1 1,-3 1 0,-1-2 0,0-2 68,0 2 0,-5-3 0,-3 1 1,-2-1-302,-2 0 1,-1-3 0,-3-1 0,-2-3-312,0-3 1,-5-4-1,5 2 1,-2-1-165,1-2 1,4-2 0,0-2-1,1-3-867,3-4 0,0-4 0,2-2 0,2-3-392,2-1 1,1 2 0,4-4 1549,0-1 0,0-1 0,0-2 0</inkml:trace>
  <inkml:trace contextRef="#ctx0" brushRef="#br0">13820 4432 11329,'-4'-11'1310,"0"-1"0,0 0 0,5 0 0,5 2-1054,5 2 1,8-1 0,10 4 0,6-1-357,7 1 100,4-4 0,17 8 0,-30-2 0,0 0 0</inkml:trace>
  <inkml:trace contextRef="#ctx0" brushRef="#br0">17758 4668 7871,'-5'7'514,"-3"-3"351,-2-3 1,2-1 0,1 1 0,1 2 1494,-1 1-1591,5 0 1,-2-4 0,9 0 0,5 0-613,5 0 1,6-2 0,-3 0-1,2-3-417,-1-2 1,1 4 0,4-2 0,-1 1 45,1 0 1,-2 0-1,-1 4 1,-1-1-2238,1-3 0,-3 3 0,0-3 2451,-1 3 0,4-5 0,-2 0 0</inkml:trace>
  <inkml:trace contextRef="#ctx0" brushRef="#br0">18513 4468 8550,'-12'0'1202,"0"0"0,1 0 0,-1 0-337,0 0 1,-1 0 0,0 1 0,-2 3-388,1 4 0,4 8 1,-5 2-1,5 3-76,2 2 1,0 1 0,-3 10-1,4 3-588,3-1 0,2-3 1,2-3-1,0-1-211,0-3 0,6-5 0,1-4 0,5-4-28,4-6 0,-2-4 0,5-5 1,-1-3 163,0-7 0,-2-5 0,3-6 0,-1-2 262,0-3 1,-3 2-1,0-4 1,-2 0 0,-1 0 1,-5 3 0,-3 0 0,-3 2-191,-1 2 1,0 3 0,-1 3 0,-2 2 10,-1 5 1,-5 6 0,1 0-1,-1 4-454,1 4 0,-2 3 0,3 4 0,1 2-282,2 3 0,1-1 0,0 3 913,-1-1 0,0 4 0,4-3 0</inkml:trace>
  <inkml:trace contextRef="#ctx0" brushRef="#br0">18784 4763 9244,'-12'0'3329,"5"3"-2054,-1 1 1,4 0-636,-4-4 0,5-1-571,-1-3 0,8 3 0,3-4-3457,-1-1 0,5 4 3388,-3-6 0,2 0 0,2-4 0</inkml:trace>
  <inkml:trace contextRef="#ctx0" brushRef="#br0">19126 4491 7871,'0'-7'-206,"0"-1"1,0 4 1332,0-4 1,2 0-387,1-4 1,-1 4 407,2 0 0,-3 5 1426,-1-5-1599,0 5 0,1-2-634,3 5 0,-2 5 0,2 3-250,-3 2 1,-1 6 0,0 1 0,0 2-295,0 1 1,0-1-1,0-1 1,0 0 159,0 1 0,-1-3 1,-2 2-1,-1-1 154,1-3 1,2-1-1,0-2 1,-2-2 169,-1-1 1,0-4 59,4 4 1,0-7 0,2 0 0,1-5-213,5-2 1,-1-2-1,1-4 1,1 0-155,1 1 1,4-1 0,0 0 0,2 2-545,-2 2 1,-1 1 0,-1 5-1,0-2 350,0 1 1,-2 3 0,-1 3 0,-1 3 314,1 5 1,-4-1-1,1 8 1,-2 1 144,0-1 1,-1 2 0,-4 2 0,-3-1 136,-4-1 0,-2-2 0,-2 3 0,0-3-472,1-1 1,-3-1-1,0-4 1,-3 0-624,-1-1 0,3-4 0,0-3 0,1-3 300,3-1 0,-1 0 0,0-1-1009,0-3 1,6-7-1,2-6 1,2 0-500,2 0 1,0-8 1923,0 2 0,0-9 0,0 2 0</inkml:trace>
  <inkml:trace contextRef="#ctx0" brushRef="#br0">19114 4444 10619,'2'11'2314,"3"-3"0,7-5-1924,6-1 0,11-7 0,5-3 1,5-3-1264,3-1 0,0 2 1,0 2 872,-7 4 0,6-2 0,-4-1 0</inkml:trace>
  <inkml:trace contextRef="#ctx0" brushRef="#br0">15931 5859 7871,'-17'0'838,"3"0"1,-1 0 0,2 0 533,1 0 0,0 0 2446,0 0-3376,6 0 1,2 0-1,8 1 1,4 2 39,2 1 0,2 0 0,0-3 0,1 2-331,2 0 1,4 1 0,4-5-1,1-3 95,0-4 0,0 0 1,3-2-656,0-3 0,1-5 1,-5 0-1,0 0 1,-2-1 16,-2 0 0,-6-3 0,-1 2 0,-7-1 252,-3 2 1,-2-2 0,-2 5 0,-3 3 323,-7 4 0,-5 3 1,-6 6-1,-1 2 159,0 2 1,0 4 0,-3 7-64,0 5 0,-1 1 0,5 1 0,0 0 0,3 5-65,0 1 0,9 0 1,0 2-1,1 0-276,4 0 1,2-2 0,8 1-1,5-3-460,5-4 1,1-2-1,5-2 1,0-5-336,3-4 1,-4-6 0,1 1-1,1-3 26,1-1 1,-2-1-1,-2-3 1,1-5-1501,-1-6 1,-4 1 2329,2-6 0,-3 1 0,-1-5 0</inkml:trace>
  <inkml:trace contextRef="#ctx0" brushRef="#br0">16332 5694 7871,'0'-8'5231,"0"0"-3946,-6 5 1,5 3 0,-3 10-1,3 3-546,1 2 1,0 6 0,0-1-1,0 4-579,0 3 0,0-6 0,0 3 0,1-3-178,3-3 0,1 0 1,4-5-1,-1 0-14,1-2 1,2-7 0,1 0-1,-1-5-179,1-7 1,0-2 0,1-9-1,2-3-283,0-5 1,1 1 0,-4-4 0,0 1 41,-1 3 0,1 0 0,-1 1 0,-3 0-522,-5 3 1,3 6 526,-2 0 0,0 10 0,-6 6 59,-2 6 1,2 10 0,-5 2 0,2 2 88,2 0 1,-2-1-1,1 4 1,2-2 142,0-2 1,2-3 0,0 2 0,0-1 192,0-2 0,2-2 0,1-1 0,5-1 387,3 1 0,-2-5 0,1-3 0,4-3 263,-1-1 1,4-9-1,-2-4 1,1-4-125,1-4 0,-2-2 1,3 0-1,-1-1-326,-3 1 0,-4-2 0,-3 0 0,1 0-58,-1 3 0,-2 5 0,-5-2-17,0 2 0,-1 7 0,-3 6 0,-4 4 66,-3 4 0,2 4 1,-1 8-1,-3 4-41,0 7 0,3-1 1,3 4-1,-1 0-417,1 0 0,-2 0 0,5 2 1,1-3-57,2-1 1,1-7 0,0 2 0,1-4-1574,3 0 1,-1-10-1,5-1 1,1-6-486,1-2 2344,2 0 0,0-10 0,0-3 0</inkml:trace>
  <inkml:trace contextRef="#ctx0" brushRef="#br0">16874 5741 10337,'-4'8'2237,"0"0"0,1 1-1602,2 1 0,-3 3 1,0 2-1,0 2-98,-1 1 0,4-3 1,-3 0-1,3-2-65,1-1 0,0 0-484,0 0 0,1-6 0,2-3 0,2-6-121,1-5 1,2-3 0,4-5 0,1-4-226,3-2 1,-3-2 0,4 1 0,-1-1-358,-1 1 0,2 0 1,-2 2-1,1 3 435,-2 1 0,-1 5 0,-1 6 217,0 1 0,-6 7 0,-2 10 1,-3 6 37,-1 5 0,-1 5 0,-2 3 1,-2 0 119,-1 0 0,2-3 0,-3 2-945,2-1 0,1-3 0,4-6 0,0-5-2550,0-2 3400,0-1 0,5-5 0,2-2 0</inkml:trace>
  <inkml:trace contextRef="#ctx0" brushRef="#br0">18171 5352 7920,'-4'-8'681,"0"0"0,-5 2 0,1-2 685,-2 4 1,2 4 0,1 5 0,1 7-374,-1 6 1,3 6-1,-2 5 1,0 6-885,4 7 1,-3 5 0,1 3-1,0 2-168,-1 2 1,3-8 0,-2 0 0,3-4-1776,1-4 0,0-15 1,-1-6-144,-3-5 1,1-4 0,-5-8 1976,-1 0 0,-7-11 0,-2-2 0</inkml:trace>
  <inkml:trace contextRef="#ctx0" brushRef="#br0">17829 5670 7871,'-8'0'2318,"0"0"1,6 2 0,0 0 0,9 2-1362,9-1 0,10-7 0,7-4 1,5-3-495,5 0 1,0-1 0,2 0 0,1 0-2024,-2 0 1,1-1-1,-1-1 1,-3-3-451,-6-1 1,-11 2 0,-2-4 0,-2-1 2009,-2-1 0,-9-2 0,2 1 0</inkml:trace>
  <inkml:trace contextRef="#ctx0" brushRef="#br0">18407 5375 7871,'-12'7'2473,"4"0"-1224,0-3 0,2 2 0,-3 5 0,2-1-141,2 2 1,0-2-1,2 10 1,-2 2-240,-2 4 0,5 6 1,-4 6-1,2 2-670,1 2 1,-5-4 0,4 0 0,0-4-223,-1-2 1,3-11 0,-2-2 0,3-4-343,1-3 0,0-8 0,1-7-97,3-8 1,3-8 0,5-1 0,-1-2 53,1-2 0,0-1 0,0-1 0,0-1 153,-1 1 1,1 1 0,0 2 0,0 2 31,0 2 1,-1 6-1,1 1 186,0 7 1,-6 5-1,-2 5 1,-2 7 138,-2 6 0,0 6 0,0 3 0,0 5-652,0 2 0,-4-4 1,0-3-1,1-2-836,2-1 1,2-6 0,2-2 0,2-3 1385,2-1 0,0-6 0,5-1 0</inkml:trace>
  <inkml:trace contextRef="#ctx0" brushRef="#br0">18784 5623 8320,'0'-12'1178,"0"0"0,0 1 1,-1 0 1239,-3 3 1,-3 3 0,-6 6-1325,-2 3 1,2 3-1,-3 6 1,3 1-901,1 2 1,0 5 0,0-1-1,2 1-741,2-2 1,1 4-1,5-5 1,-2 0 125,1-2 0,3-3 0,4-2 0,4-4-791,3-3 1,0-2 0,1-2 0,0-2 664,0-2 0,0-2 0,-1-7 1,1-2-416,0 0 1,-4-2 0,-2 2 0,1-2-263,-1-1 0,-3 6 1224,1-4 0,3 6 0,-1-7 0</inkml:trace>
  <inkml:trace contextRef="#ctx0" brushRef="#br0">18938 5611 8301,'-8'0'3142,"0"0"0,4 0 0,-3 2-2627,2 2 0,0 2 0,2 6 0,-1 1-626,2 3 1,0-3-1,2 2 1,0-1-234,0-3 1,0 1 0,2-1-15,2-4 1,2-1-1,6-6 122,0 0 1,0-6 0,-2-1 0,-1-4 19,-1-1 1,0-3 0,4-2 0,-2 0 21,-2 0 0,1 1 0,-4 4 0,1 0 334,-1 0-55,-1 6 0,-4 7 1,-1 11-1,-2 6-166,-1 5 1,-4-4 0,4 1-1,2 1-16,0 1 1,2 0 0,0-2 0,2-4-2004,2-3 1,2-3 0,6-2 2099,0-4 0,5-3 0,1-1 0</inkml:trace>
  <inkml:trace contextRef="#ctx0" brushRef="#br0">19338 5658 7871,'12'-11'435,"-1"-1"1,-3 0 0,-4 0 1102,-3 0 1,-1 5-1,-1-1-259,-3-1 1,1 3-1,-5 2 1,-1 3-437,-2 1 0,0 0 0,-1 0 0,0 0-483,0 0 0,1 5 0,0 3 0,2 3-881,1 0 0,1-1 0,-2 0 1,3 3-295,1 0 0,1-4 0,4-1 1,0 2 11,0 0 0,5-2 1,3-2 729,2 0 1,2-2-1,0-4 1,0-2 375,-1-2 1,1 2 0,-1-6 0,-2 0 322,-1 1 1,-1-2 0,5 5-64,0 2 0,-4 2 1,-2 4-1,0 4-222,-4 2 0,0 3 0,-2 3 1,0 3 65,0 4 1,0 4-1,-2 1 1,-2-1 25,-3 2 0,-4-3 0,-1 4 0,-1 1-639,-3-1 0,3-8 0,-2 0 0,2-5-1425,1-6 1,4-1 0,1-7 41,2-5 1,1-8-1,5-10 1,3-3 390,4-5 0,3 1 1,1-6-1,1-2 1198,2-2 0,4 3 0,4-7 0</inkml:trace>
  <inkml:trace contextRef="#ctx0" brushRef="#br0">19893 5258 7871,'-12'4'0,"-1"1"359,-3 1 0,7-2 0,-2 4 0,4 1 1931,0 2 1,4-2 0,-1 1-1,3 5-1543,1 2 1,0-1 0,0 3-1,0 3-412,0 5 1,-1-1 0,-2 4 0,-2 0-205,-2 0 0,-2-2 0,-5 2 1,-2-1-96,2-3 1,5-6 0,2-5-377,2-2 0,1-7 1,5-6 19,3-7 0,3-5 1,4-3-1,1-4-277,0 1 0,4-4 0,-1 3 0,1 0 209,1-1 1,-4 4 0,3-2 0,-2 1-23,2 2 1,-5 6 0,3 3 587,0 1 1,0 2 0,-7 7-1,-3 5 210,-2 5 1,-2 5 0,0 4 0,-2 1-404,-2-1 0,2 1 0,-5-2 0,1-2-981,-1-4 1,5-2 0,-4-1 0,2 0 995,0-2 0,-5-7 0,3 1 0</inkml:trace>
  <inkml:trace contextRef="#ctx0" brushRef="#br0">18997 6991 8250,'-11'11'0,"2"2"738,1 3 0,1-3 0,-2 3 0,3-2 439,0 2 1,3-7-1,3 3 640,0-2 0,1-4-1106,3-2 0,1-10 0,4-4 0,-1-7 373,1-5 1,-2-1 0,-1-7-1,1-1-985,-1-3 0,-2 0 0,3-8 0,-2 0-624,-2 0 0,-1 1 0,1-4 1,1-7 114,-1-4 0,-2 8 0,-1-5 0,0 5-435,0 3 1,0 15 0,0 4 0,0 6 920,0 6 0,1 6-81,3 4 1,3 8 0,6 4 0,1 2-144,2 2 1,5 0 0,-1 0 0,3 0-48,5-1 0,-2 1 1,4 0-1,0 1-864,0 3 1,-7-7 0,-1 3 0,-4-2-945,-3 1 0,-2-4 169,-2 1 1834,-9-5 0,-4 7 0,-9-3 0</inkml:trace>
  <inkml:trace contextRef="#ctx0" brushRef="#br0">18855 6755 7871,'-24'17'1219,"5"-7"1,0 5 1873,2-1 1,8-3-2266,9-4 1,7-4 0,9 1 0,2-3 0,3-1-73,2 0 0,0-5 1,8-3-1,3-2-264,4-2 0,-4 4 0,3 0 0,0-1-2533,-1-1 0,-2-2 0,4 1 1,-2 2-986,-1 1 0,-7 0 1,3-3 3025,-5-1 0,3-5 0,1-2 0</inkml:trace>
  <inkml:trace contextRef="#ctx0" brushRef="#br0">19528 6679 28671,'-1'2'0,"-22"42"0,-1 8 0,2 2-969,2-3 0,3-5 1,7-6-1,2-3-752,4-7 1,4-5-1,4-5 1,4-5 106,2-2 0,2-6 0,1-3 0,1-3-1116,2-1 2730,5-5 0,-3-2 0,-5 1 0</inkml:trace>
  <inkml:trace contextRef="#ctx0" brushRef="#br0">19669 6401 8431,'0'-12'1652,"4"4"-88,0 1 1,-1 3 210,-3-4 0,-1 6-1305,-3 2 1,-2 3-1,-6 8 1,0 2-152,0 0 0,-1 5 1,-3 2-1,-2 3-48,0 5 1,-4 2 0,3 7-1,0 2-648,-1 4 0,4 4 0,-1 2 1,3 1 68,3-1 1,7-11 0,0 4 0,4-4-1170,4-5 1,4-8 0,7-11-1,2-3-1213,1-3 0,-2-6 2690,3 2 0,1-13 0,4-4 0</inkml:trace>
  <inkml:trace contextRef="#ctx0" brushRef="#br0">19846 6755 8431,'-11'-12'1400,"3"0"0,-1 0 0,5 1 0,1-1-32,2 0 1,2-1 0,3-2 0,4 0-600,3 0 0,1-2 1,-1 2-1,2 0-551,3 2 1,-3 5-1,3 2 1,-3 0-354,-1 4 1,0 1 0,-1 1 0,1 1-34,0 3 0,-1 2 0,-2 7 0,-3 2-44,-1 1 1,-1 5-1,-4-2 1,0 5 407,0 3 1,-1-2-1,-3 4 1,-4-2 290,-2 1 0,-2-1 0,-1-3 0,-1 0-108,-2-1 1,-4-3 0,3-2-56,-1-1 1,2-2-1,-2-6 1,1-3-1,2 0-178,2-4 1,3-2 0,1-4 0,2-4-181,2-2 0,1-3 0,5-2-140,3 0 1,-1-1-1,6 4 1,3 0-1,2 2-86,0 2 0,3 3 1,1 5-1,0 0-318,3 0 1,-3 0 0,1 0 0,-1 1-634,0 3 1,-2-1-1,4 5 1,-1-1-270,0 0 0,2 2 0,-6-5 1,1-1-3162,1-2 4641,-4-1 0,9-5 0,-3-2 0</inkml:trace>
  <inkml:trace contextRef="#ctx0" brushRef="#br0">20329 6401 8431,'-12'0'3326,"0"0"-1856,1 0 0,4 5 1,3 3-511,3 3 1,1 6-1,1 2 1,3 5-36,4 3 1,2 4 0,2 4 0,0 2-840,0 2 1,-2-2 0,-1 2 0,-2-2-87,-2-2 0,-1 0 1,-4-2-1,-1-3 0,-3-2 0,-7-10 1,-6 4-1,-1-3-1572,-3-5 1,3-6-1,-1-4 1,1-3-439,0-1 0,7-1 1,-1-3 2009,2-4 0,5-8 0,0-2 0</inkml:trace>
  <inkml:trace contextRef="#ctx0" brushRef="#br0">20647 6660 8431,'-17'0'1237,"7"0"0,-5 0 3871,1 0-4416,0 0 0,8 0 0,6 0-48,7 0 1,3 0-1,2 0 1,1 0-694,3 0 1,2 0 0,5 0 0,-2 0-676,-2 0 1,-3 0-1,4 0 1,-1 0-879,0 0 1,-1 0 0,-4 0 0,3 0 1601,2 0 0,0-5 0,5-1 0</inkml:trace>
  <inkml:trace contextRef="#ctx0" brushRef="#br0">20683 6778 8431,'-17'12'466,"4"-1"1,-3-2 2782,3-1 0,6-4-2127,3 3 0,10-4 0,4 1 1,6-3-1139,2-1 1,-2 0 0,2 0-1,1 0-924,-1 0 0,-2 0 0,2 0 0,0 0-712,1 0 0,-4 0 1652,5 0 0,5 0 0,5 0 0</inkml:trace>
  <inkml:trace contextRef="#ctx0" brushRef="#br0">21166 6778 8431,'-8'0'1542,"1"0"0,-3 0 144,0 0 0,-2 0 359,0 0 1,7 0-1197,5 0 1,7-4-1,8 0 1,5 2-1955,2 1 0,3-3 0,1 0 0,2 1-662,-2 2 0,-1-3 1,-1 0-1,0 1 1767,4 2 0,-3-10 0,4-2 0</inkml:trace>
  <inkml:trace contextRef="#ctx0" brushRef="#br0">21827 6319 15394,'0'18'3019,"0"5"0,0 9-2683,0 6 0,-7 10 1,-3 10-1,-6 5-604,7-31 0,0 1 0,1 1 1,0-1-1,-1 1 0,-1 0 0,-8 29 475,0-8 0,7-12-367,-1-7 0,9-11 0,-3-8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2759 11057 8431,'-4'8'730,"-1"0"0,0 1-102,-1 2 0,-3 2 0,3 3 1,-2 6 77,0 8 0,-1 4 0,-4 13 0,-1 7-338,4 6 1,1 0-1,-2 3 1,2-2-532,1-2 0,4-14 1,-2-3-351,1-2 0,1-9 0,4-7 0,0-7 0,1-6-562,3-3 0,-2-2 1075,6-6 0,5-11 0,6-2 0</inkml:trace>
  <inkml:trace contextRef="#ctx0" brushRef="#br0">2830 11423 9352,'-2'12'0,"0"1"647,-2 3 0,0-2 0,3 4 0,-2 1-225,-1-1 1,0-1 0,4 5 0,0 2-228,0-3 0,0 2 0,0-4 0,0 0-768,0 1 0,0-6 1,1 1-1,2-5-940,1-2 1,1-5 0,-2-2 1019,1-7 0,1-4 1,-2-9 492,1-2 0,5-12 0,-3-4 0</inkml:trace>
  <inkml:trace contextRef="#ctx0" brushRef="#br0">2877 11152 8431,'-4'-12'1072,"-1"2"2338,-2 2-2801,4 2 0,-2 8 0,5 2-739,0 4 1,0 2 0,0 2 0,0 0-687,0-1 0,4 1 1,1 0-1,1 0-2105,-1 0 2921,4-1 0,-2 6 0,4 2 0</inkml:trace>
  <inkml:trace contextRef="#ctx0" brushRef="#br0">3018 11447 8431,'-11'17'711,"3"-7"0,1 4 0,2 1 717,2-2 0,-2 1 0,1 1 0,1 2-330,2 1 1,1 2 0,0 3-1,0 1-486,0-1 1,0 1-1,0-2 1,0-1-235,0-1 1,0-6 0,0 2-36,0-3 0,0-5-319,0 0 1,1-7-1,2-1-89,1-6 1,1-9 0,-1-2-1,4-2 32,3-6 0,-4 1 1,1-5-1,3 2-250,3-1 0,-3 1 0,3 3 0,0 1-89,0-1 0,-1 2 1,-3 2-1,-1 4 175,-1 3 1,-4 7-1,4 2 1,0 4 279,-2 4 0,0 4 0,-6 7 0,0 5 166,0 2 0,0 6 1,0-1-1,0-1-76,0-1 0,0-2 0,0-2 0,0-3 301,0-1 1,0-1-552,0-5 1,5-1-3,3-6 0,-2-6 0,2-11 0,1-3-67,2-3 1,1 0 0,-1 0-1,1-2 49,0-1 1,0-2 0,0 2 0,-1 1-182,1 1 0,0 6 0,0-1 0,0 5 133,-1 2 1,1 5 0,-1 2 0,-4 6 115,-3 7 0,2 8 1,-2-1-1,-2 5 68,-1 3 0,-1 0 1,0 3-1,0 0-633,0 0 1,0-8-1,0 1 1,0-4-1388,0 0 1,0-9 0,0 2-1886,0-2 3866,0-5 0,6-5 0,0-6 0</inkml:trace>
  <inkml:trace contextRef="#ctx0" brushRef="#br0">2417 12378 8431,'-5'6'2933,"3"5"0,-4-10 45,2 3-1549,3-3 1,-5-2-824,6-3 1,2-2 0,0-6 0,4-1-249,0-3 0,-3 3 0,2-3 0,-1 2-174,0-2 0,5 2 0,-2-5 0,0 2-111,1 3 0,-4-1 0,4 1-130,1-2 1,-2 2-1,1 6-157,1 4 1,1 4 0,1 4 136,-3 4 1,2 6-1,-3 3 1,1 2 28,-1 2 0,0 1 1,2 1-1,-1 1-63,1 0 1,-2-1-1,1-1 1,1-1-455,1-1 0,-2-6 1,0 1-417,1-6 1,2-4 0,0-5 320,1 0 0,-1-5 1,-2-3-1,-3-2-675,0-2 0,1-4 1,-3 1-1,-1 0 1335,-2 2 0,5-4 0,0-1 0</inkml:trace>
  <inkml:trace contextRef="#ctx0" brushRef="#br0">2488 12519 8431,'-6'7'3671,"5"-2"-2778,-4-5 1,10-5 0,3-4 0,2-6-357,2-4 1,1-4 0,3-2 0,4-3-273,2-8 0,3 0 1,0-6-1,0 0-288,-3 0 1,-1 4 0,0 1 0,-4 7-884,-5 6 0,-4 9-1549,-1-1 1,-1 9-1,-6 7 1493,0 7 0,-4 5 1,-1 2 961,-2 2 0,-1 10 0,-4-1 0</inkml:trace>
  <inkml:trace contextRef="#ctx0" brushRef="#br0">2959 12307 8431,'-11'0'1083,"-1"0"373,0 0 0,4 0 418,0 0 0,4 0 402,-4 0 0,5 0 1170,-5 0-1737,5 0-1141,-2 0 0,6 0 0,3 0-467,4 0 0,-2 0 0,2 1-125,2 3 0,0-2 1,2 2-223,0-3 0,-1-2 0,1-2 1,0-1-27,0 1 0,0-3 1,-1-1-1,0-1 64,-3 1 0,2-1 1,-2-3-1,3 2 228,0 1 1,-3 0 0,0-3 166,1-1 0,-4 4 0,1 1 271,-1 2-206,-4-4-420,4 8 0,-5 1 1,2 7 82,2 4 0,-3-3 1,4 0-94,1 1 0,-5 1 0,4 2-220,0 0 1,-3-4-1,2 0-414,-3 1 1,-2 1-115,-3 2 0,1-1 1,-4-2-1,1-3-1519,-1-1 0,3 3-2538,-3-4 3807,4 5 0,-1-7 1176,8 2 0,2-8 0,6-3 0</inkml:trace>
  <inkml:trace contextRef="#ctx0" brushRef="#br0">3549 12201 12346,'-7'-8'3761,"3"0"1,3 4-2271,1-4 0,0 5-554,0-5 1,-1 1 0,-2-2-312,-1 1 0,-1 5-61,1 0 1,2-3 0,-6 2-547,-1 2 0,-2 0 1,-1 2-20,0 0 0,1 4 0,-1 2 0,0 0 0,0 3 0,0 2 0,1 2 0,-1 1-265,0 2 0,0 4 0,1-3 0,-1 0-17,0 0 0,4 2 0,2-2 1,-1 0-15,0 0 0,5 1 0,-2-4 1,3 2 15,1-2 0,0-5 0,1-2 0,3-2 293,4-2 1,-2-2-1,2-1 1,3 0 124,3 0 0,-1-5 1,3-3-1,-3-3-143,-1 0 0,-1-1 0,1 0 0,0 0-107,0 0 1,-4 1-1,0-1 1,1-1-146,1-3 0,-2 3 0,0-3 0,0 3 136,-2 1 0,4 1 0,-7-1 0,1 0-153,2 0 1,-5 0 568,3 1-40,-3 4 1,-1 3 0,0 8 0,0 4-51,0 2 1,0 3-1,0 3 1,0 4-292,0 2 1,0-2-1,0-2 1,0 0-1170,0 1 0,0-1 0,0 2 0,0-3-178,0 0 0,0-4 0,0 3 1,1-5-2905,3-3 4337,-2-2 0,8-6 0,-3 0 0</inkml:trace>
  <inkml:trace contextRef="#ctx0" brushRef="#br0">4339 11270 9476,'0'-12'2158,"0"5"1,-1 3 0,-3 8-926,-4 4 0,1 3 0,0 2 0,-4 4-367,-3 6 1,-1 4 0,-4 8 0,-2 6-529,-2 3 0,-2 10 0,-1 5 1,12-26-1,-1 1-310,0 2 1,0 1 0,2 1-1,0 1 1,0 1 0,0 0-1,2-1 1,1 1-186,1-1 0,2 0 0,-1 24 0,6-29 0,0-1 0,2 26-776,4-7 0,4-18 1,7-1-1,2-7-107,1-5 0,-2-9 0,2 0 0,0-3 29,1-3 1,-5 0-1,2-6 1,-2 0-288,2 0 0,-2-3 1,5-3 1297,-2-6 0,4-13 0,-3 0 0</inkml:trace>
  <inkml:trace contextRef="#ctx0" brushRef="#br0">4681 11411 11635,'-5'12'1738,"3"0"1,-1 1 0,1 3-710,2 3 0,-4 6 0,0 5 1,2 8-619,0 7 1,-3 2 0,-1 9-1,-2 2-388,0-2 1,0-1 0,-4 0 0,0-4-719,1-2 0,0-11 0,2-4 0,2-5-2809,2-7 0,1-4 1007,4-6 0,2-5 2497,2-4 0,2-12 0,6-4 0</inkml:trace>
  <inkml:trace contextRef="#ctx0" brushRef="#br0">4964 11777 9443,'-8'4'0,"2"1"1684,0 1 1,1-2-1,3 4-297,-2 1 1,-2-4 0,4 1-284,-2-1 0,-4 2 0,3 3-673,-2-2 1,3 1 0,-2-4 0,-1 1 45,1-1 1,-2 3 0,-4-3 0,0 1-349,0 4 0,1-4 0,-1 2 0,0 1 29,0 2 1,0 0-1,1 0 1,-1-2-303,0-1 1,0 0 0,0 2 0,2-1 450,2-1 1,-1 0 315,5 4 0,1-2 1,7 0-624,4-3 0,3-4 0,2 2 0,1-1 0,2 0 0,0 1 0,-3-2 0,1 2 0,2 2 0,0-3 0,-5 2 0,1 1-933,0-1 0,0-3 0,-1 2 0,1-1-1377,0 0 0,-4 0 0,0-3-4798,1 3 7108,1-2 0,2-2 0,0-7 0</inkml:trace>
  <inkml:trace contextRef="#ctx0" brushRef="#br0">5223 11223 8431,'0'7'0,"0"1"1615,0 1 1,0 2-1,0 1 1,2 2 681,2 6 0,2 2 0,7 13 0,2 9-1715,0 8 1,5 7-1,-11-24 1,-1 2-1,1 2 1,-1 1-447,1 1 1,-1 0 0,-1-4 0,-2-1 0,-1 2 0,-1 0 0,-1-1 0,1-2-137,-2 0 0,0-1 0,-1 26 0,-2-3 0,-3-4 0,-2-9 0,-2-7 0,-6 2 0,0-3-1302,0-5 1,1-3 0,-1-9 0,0-3-1356,0-3 1,2-2 0,1-4 2656,1-3 0,-6-13 0,-2-4 0</inkml:trace>
  <inkml:trace contextRef="#ctx0" brushRef="#br0">5884 11871 8431,'-12'6'1086,"2"1"2579,2-3 1,2-1-2660,6 4 1,7-4 0,3 1-1,6-3-875,3-1 0,4 0 0,5 0 1,-1 0-1008,2 0 0,1 0 0,4-1 0,-1-2-107,-2-1 0,-3-1 0,1 3 0,-2-4-518,-1 0 0,-7 3 1,2-2 1500,-7 0 0,1-2 0,-9-5 0</inkml:trace>
  <inkml:trace contextRef="#ctx0" brushRef="#br0">5896 12095 11554,'1'6'2455,"3"-2"1,0-2 0,6-2 0,5 0-1775,2 0 0,0 0 0,5 0 0,4 0-1295,3 0 0,-1 0 0,3 0 1,3 0-1455,4 0 1,0-2 0,3 0 2067,-5-2 0,8-11 0,-8 2 0</inkml:trace>
  <inkml:trace contextRef="#ctx0" brushRef="#br0">6921 11399 18639,'0'12'1679,"0"0"0,0 1 1,0 4-1184,0 7 1,0 6 0,0 9 0,0 7-531,0 8 0,-5 2 0,-4 9 1,3-31-1,-1-1 53,0 2 1,-2 0 0,-10 25 0,2 3 0,0-7-2273,0-7 0,5-13 0,5-2-9,2-4 0,1-11 973,4-7 1,1-9 0,3 0 1288,4-6 0,8-8 0,2-8 0</inkml:trace>
  <inkml:trace contextRef="#ctx0" brushRef="#br0">7157 11800 8614,'7'0'4532,"-1"0"4441,-2 0-6652,-2 0 0,3 1-1366,-5 3 0,0-1-955,0 5 0,-4-4 0,-1 2 0,-2 1 0,-2-1 0,-1-2 0,-4 4 0,0 1 0,-2 2 0,-3 1 0,2-1 0,0 3 0,0 1 0,-3-2 0,4 4 0,0-1 0,-1 0 0,8 1 0,-3-1 0,2 3 0,5-4 0,2-2 0,6-1 0,5-3 0,3 0 0,4 1 0,2 0 0,1-3 0,1 1 0,0 3 0,-2-2 0,0-1 0,-4-4 0,3 2 0,-3 1 0,-1-1 0,0-2 0,0 3-7633,-1-2 7633,-4-1 0,-2 1 0,-5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FF8000"/>
    </inkml:brush>
  </inkml:definitions>
  <inkml:trace contextRef="#ctx0" brushRef="#br0">4552 3648 10622,'0'6'3276,"-2"0"-1638,0 0 0,-2-2-546,2 0 0,3-3 0,3 1-273,1-1 0,1-1 0,0 0 0,0 0-278,0 0 0,1 0 0,2 0 1,-1 0-1362,1 0 1,1 0 0,0 0 0,1 0-1,1 0 1,0 2 0,-1 0 0,0-1-1,-2 0 1,1 1 0,2 2 0</inkml:trace>
  <inkml:trace contextRef="#ctx0" brushRef="#br0">4593 3778 8431,'-10'6'0,"1"0"1092,1 0 0,2-2 0,3 0-273,0 0 0,4-1 0,3-1 0,3-1 0,3-1 0,1 0 0,1 0 0,1 0-1551,0 0 0,2 0 732,3 0 0,0-3 0,-1 0 0</inkml:trace>
  <inkml:trace contextRef="#ctx0" brushRef="#br0">5454 3330 7835,'-6'0'898,"0"0"1,2 0 0,0 0 193,0 0 0,1 0 0,1-2-273,2-2 0,2-2 0,2 1 0,2-2 0,2-1 0,1 1 0,3-3 0,2 0 0,2-2 0,-1 3 0,0-1 0,0 2-1022,0 1 1,-2 0-1,0 2 1,-1 1-118,-3 2 1,-1 3-1,1 2 1,-2 4 103,-2 1 1,-2 3 0,0 2 0,0 4 105,-2 2 0,-2 0 0,-3 2 0,0 0 457,-3 0 0,-2-2 0,-1 1 0,-2-1 281,-2-1 0,1-4 1,-2 1-1,0-1-426,0-1 1,1-1 0,0-2 0,1-2-318,1-1 1,5-4-1,-1 1 197,1-2 0,4 0 1,1-4-425,1-2 0,4-1 1,1-1-1,1 0 308,1 0 1,0 0 0,2 0 0,0 1-107,-1 1 0,1 1 1,1 3-1,0 0-253,1 0 1,0 0-1,-1 0 1,2 0-428,0 0 1,-1 2 0,0 1 0,0 0-820,1 2 1,1-1 818,0 0 1,0 1 0,0-1 0</inkml:trace>
  <inkml:trace contextRef="#ctx0" brushRef="#br0">5985 3147 7679,'-12'0'1092,"3"2"0,1 1 0,1 0-273,-1 2 0,1 3 0,-3 2 0,-1 1 0,0 3 0,-1 4 0,1 3 0,0 3 0,-1 2 0,4 0 0,-3 4 0,1 0-998,3 1 1,1-5 0,2-1-1,2-4-641,2-2 1,2-5 0,2-3 0,2-1-1,2-3 1,-1-3 0,2-2 0,1-3-274,-1-3 1,1-1 0,3-4 470,-1-2 0,3-3 0,-2-1 0</inkml:trace>
  <inkml:trace contextRef="#ctx0" brushRef="#br0">6050 3259 8820,'-6'0'1638,"0"0"0,0 0 1638,0 0-2457,3 0 0,3-1 0,4-1 0,3 0-413,1 2 0,2-2 0,-1 0 0,1 0-283,0 2 1,-2 0-1,1 0 1,0 0-63,0 0 1,-1 0 0,-1 0 0,0 2-95,-1 0 0,-2 2 0,0 0 0,0 1 4,-1 1 1,0 0 0,-3 0 0,0 0 312,0 0 0,-1-1 0,-1 0 0,-3-1-94,-2 0 0,0 1 1,-2-1-1,0 0-53,-1-2 1,3 2-1,-3-2 1,2-1-375,1 0 0,0 1 1,1 0-281,0-1 0,3-1 333,1-2 0,4 0 0,2-2-90,1 2 1,1-1-1,0 1 1,0 1 0,0 0 199,2 1 0,-1 0 1,1 0-1,-2 1 75,0 1 1,-2 2 0,-1 3-1,1 2 313,-1 0 1,-2 1 0,1 3-1,-2 1-14,-2-1 0,-1 0 0,-3 0 1,0 1-588,-2-1 1,0 0-1,-1-2 1,0-1-534,0 0 1,0-2 0,-2 0 0,2-1-274,1-4 1,2-1 0,2-3-547,2-1 1,0-4 891,2-4 1,5-3-1,2-3 1</inkml:trace>
  <inkml:trace contextRef="#ctx0" brushRef="#br0">6244 3159 7744,'4'0'819,"0"0"0,0 3 0,2 1 0,0 4 0,0 2 0,0 4 0,1 3 0,1 4 0,-1 4 0,0-1 0,-2 6 0,0 0-3,-1-2 0,-3-4 0,1 0 0,-1-1-1636,-1-5 1,-3 0 0,-1-5 0,-2-2-1,-2 0 1,1-5 0,-3 1 0,0-2-2458,-1-1 2734,-1-1 0,-3-1 0,0-2 0</inkml:trace>
  <inkml:trace contextRef="#ctx0" brushRef="#br0">5289 3719 7700,'-6'4'0,"1"-2"1638,1 1 0,2-2-819,4 3 0,4-3 0,7 1 0,5-1-273,7-1 0,4-1 0,-11 0 0,2 0 0,2 0 0,0-2-182,4 1 0,0-1 0,3 1 0,1 0 0,2 0 0,1 1 0,-10 0 0,0 0 0,1 0-91,0 1 0,1-1 0,-1 1 0,-1 0 0,-1-1 0,1 1 0,2 0 0,0 1 0,0-1 0,0 0 0,-1 1 0,-1 0 61,1 0 0,-1 0 0,0 1 0,6 0 0,0 1 0,-3 0 0,0-1 0,-3 1 0,-1-1-367,-2 0 0,-2 0 1,13-1-1,-2 1 1,-2-2-788,-3-2 1,-1 1 0,-3-3 0,-2 0-2458,-3 1 3277,-7 0 0,0 3 0</inkml:trace>
  <inkml:trace contextRef="#ctx0" brushRef="#br0">5077 3920 8223,'-8'2'0,"0"0"1635,1-1 0,2 0-543,1-1 0,4 0 0,0-1-630,3-1 0,3 1 0,2-3 1,1-1-228,3 0 1,-1 0-1,1 0 1,0 1-223,0 0 1,0 0 0,-1 1 0,1 0-287,0 2 1,-2 0 0,-1 1 0,-1 1 70,0 1 1,-2 1-1,-1 3 1,-1 0 155,-2 0 0,-1 2 0,-2 0 0,0 1 132,-1-1 0,-4 2 0,0-1 1,-2-1 249,0 1 0,1-1 0,-3-1 0,-1 1-201,0-1 0,1-1 1,1-1-1,1-1 107,1 0 1,0-1 0,1-1-15,0-1 1,4-2-137,2-1 1,2-1 0,5-1 0,1 0-284,1-1 1,1 3 0,-1-1 0,2 1 10,0 0 1,-1 0 0,0 3-1,0 0-70,1 1 1,-2 3-1,-1-1 1,-1 4 324,-1 1 1,-3 1-1,-1-1 1,-1 3 542,-1 1 0,-3 0 0,-2 2 0,-2 0-371,-3 0 0,-3-1 0,0 1 0,-1-1-988,2-1 1,0-2 0,1-2-1,1-1-240,2 0 1,2-4-1,1-3-2296,1-2 2893,1-5 1,6-4 0,0-1 0</inkml:trace>
  <inkml:trace contextRef="#ctx0" brushRef="#br0">5442 3855 7767,'-10'6'0,"1"-1"0,0 0 819,0 1 0,1-3 0,-2 5 0,0-1 0,-1 2 0,-1 2 0,0 3 0,0 4 0,0 2 0,3 1 0,-1 6 0,3-2 0,1 0 0,1-4 0,3 1 0,1-2-1137,3-3 1,1-5-1,4-1 1,0-2-776,1-2 1,2-3 0,0-2 272,1-1 1,4-4 0,0 0 0</inkml:trace>
  <inkml:trace contextRef="#ctx0" brushRef="#br0">5501 3943 7809,'-6'0'477,"0"0"0,2 0 1,1 0 2798,-2 0-2457,2 0 0,1 0 0,4-2 0,2 0 0,2 1 0,1 0 0,1 1 0,0 0-468,1 0 0,-2 0 1,2 0-1,0 0-650,0 0 1,-1 1 0,-1 0 0,1 2 66,-1 0 1,-1-1-1,0 2 1,0 1 109,-1 0 0,-3 1 0,2 0 0,-2 0 306,0-1 1,-2 0 0,-2 0 0,-2 2-12,-2-1 1,0-1-1,-1-1 1,-2 0 104,0 2 0,-1-2 1,-1-1-1,1 0-255,2 0 1,1-1 0,0 0-415,-1 1 147,0-2 1,6 1 0,2-2 40,3 0 0,2 0 1,1 0-1,0 0 125,0 0 1,0 0-1,0 0 1,-1 1 72,1 1 0,0 1 0,0 1 0,0 1 300,0 1 0,-3 0 0,-1 3 1,-1-1-33,-1 2 1,-1-1 0,-1 1 0,-2 0-923,-1 2 0,-3-1 0,0-1 0,-1-2-161,-2 1 1,2-5 0,0 2 0,0-1-2458,2-2 2929,0 0 0,2-6 0,-1 0 0</inkml:trace>
  <inkml:trace contextRef="#ctx0" brushRef="#br0">5643 3896 13305,'2'3'819,"2"-1"0,0 0 0,-1 0 0,3 1 0,1 3 0,2 2 0,2 2 0,0 3-242,-1 2 0,-1 0 1,3 4-1,-3 0-563,-3 2 1,-3-2 0,-3 2 0,-1-2-338,-1-2 0,-2-2 1,-3 1-1,-2-2-497,-2-2 1,2-2 0,-3-1 0,2 0-260,1-2 1,0-3 1078,3-2 0,3-4 0,1-1 0</inkml:trace>
  <inkml:trace contextRef="#ctx0" brushRef="#br0">5996 3943 9254,'0'6'819,"-2"0"0,1 0 0,-1 0 0,2 0 0,0 2 0,-2-1 0,-1 4 0,0 1 0,1 1 0,-2 3 0,1-1 0,1 1-1412,-1 0 0,-1-1 0,1 0 1,1-3-228,-1-1 1,-1-4 0,0 1 0,0-2 487,0-2 1,1-2-1,-3-2 1</inkml:trace>
  <inkml:trace contextRef="#ctx0" brushRef="#br0">5867 4049 8622,'-4'0'1092,"3"0"0,2 0 0,4 1-273,2 1 0,2-1 0,4 1 0,1-2 0,1 0 0,2 0 0,1 0 0,0 0-4096,2 0 3092,-4 0 1,6-2 0,-4-2 0</inkml:trace>
  <inkml:trace contextRef="#ctx0" brushRef="#br0">6279 3884 7765,'-5'2'0,"-1"1"0,2 0 819,0 2 0,0 0 0,-1 1 0,0 3 0,1 3 0,2 1 0,-2 5 0,0 3 0,-2 3 0,0 3 0,-1 1 0,1-1-1431,1-2 1,2-6 0,0-1 0,0-4 530,2-3 81,0-5 0,4-1 0,0-5 0</inkml:trace>
  <inkml:trace contextRef="#ctx0" brushRef="#br0">6427 3743 7782,'-6'0'1688,"0"0"-826,0 0 1,2 0 229,0 2 0,4 0 0,0 1-437,3 0 0,3-1 1,2-2-1,2 0 0,1 0 164,3 0 0,1-1 0,3 0 0,0-2-1110,-1 0 0,-1 1 1,-1 0-1,-1 2-1348,0 0 1,-2 0 1104,0 0 1,-3 2-1,-1 2 1</inkml:trace>
  <inkml:trace contextRef="#ctx0" brushRef="#br0">6987 3637 7270,'-9'0'-576,"2"2"0,-2 0 3852,1-1-2457,2 0 0,7-1 0,5 0 0,3 0 0,2 0 0,2 0 0,0 0 0,3 0-807,1 0 1,0 0 0,0 0-1,1 0-3289,0 0 2783,-2 0 0,4 2 0,-2 1 0</inkml:trace>
  <inkml:trace contextRef="#ctx0" brushRef="#br0">7011 3737 12132,'-8'0'0,"0"0"1092,1 0 0,2 0 0,2 0 0,3 0 0,6 0 0,6 0-273,3 0 0,1 0 0,3 0 0,1 0-4096,1 0 2909,-2 0 1,7 3 0,-2 0-1</inkml:trace>
  <inkml:trace contextRef="#ctx0" brushRef="#br0">8066 3195 7778,'2'-6'1209,"0"0"429,-1 0 0,1 2 1638,-1 0-1638,0 0 0,-1 2-884,-4 2 0,-1 3 1,-2 4-1,0 2-440,-1 0 0,0 1 0,0 4 0,-2 2-296,-1 3 1,-1 1-1,0 3 1,1 1-337,-1 0 1,2 1 0,2-1 0,1-1-23,4-2 0,1-7 0,3 0 1,2-5 218,3-2 0,3-4 0,4-1 1,1-3 41,-1-3 1,1 0-1,0-6 1,-1 1 51,-1 0 1,0-1 0,-3-1 0,-1-1 82,-1 0 0,-4 2 0,-1 1 0,-1 0-84,-1 2 1,-3 1-1,-2 0 1,-2 3 46,-3 1 0,-1 2 0,-2 2 0,-2 3-27,0 3 0,1 2 0,-1 0-358,1 1 0,1-1 0,3 0 0,3 0 0,1 1-454,3 1 1,2-1 0,1 0 0,4-2-1,3-1 1,2 0 0,3-3 0,0 0 357,0-1 1,-1 0 0,1 2 0</inkml:trace>
  <inkml:trace contextRef="#ctx0" brushRef="#br0">7665 3643 7840,'-9'5'1638,"1"-1"0,2 1-819,2-1 0,2-1 0,5 1 0,3 0 0,6-1 0,3 2 0,6-3 0,5-1-273,4 0 0,3-1 0,-13 0 0,0-1 0,2 0 0,0 0-137,2-1 1,0 0-1,-2 1 1,-1-1-1,3 0 1,-1 1 0,-2-1-1,0 0-1065,-2 1 1,0-1-1,9 1 1,-5-1 0,-4 1-438,-6 1 1,-7 0 0,-1 0 272,-4 0 1,-5-2 0,-5-2 0</inkml:trace>
  <inkml:trace contextRef="#ctx0" brushRef="#br0">7854 3784 11506,'-4'3'0,"0"1"819,-1 3 0,0 1 0,-1 2 0,0 1 0,0 4 0,2 0 0,0 4 0,0 0-396,-1 2 0,1-4 0,0 2 0,2-2-1243,1 0 1,0-3 0,2-2 0,0-3-1,1-3 1,2-4 0,0 1 0</inkml:trace>
  <inkml:trace contextRef="#ctx0" brushRef="#br0">8031 3843 7747,'-12'5'0,"1"0"0,0-1 1,2 0-1,-2 4 1,1 0 818,1 1 0,1 1 0,0 2 0,0 0 0,3 2 0,3-2 0,0 2 0,1-1-599,1-2 0,4-3 0,4-3 1,3-2-907,4-2 0,1 0 0,1-2 460,1-3 1,-1-1 0,-1-4-1,-1-2 1,0 0-58,-2-1 1,-3 2 0,-1-1 0,-2-1 163,-2 0 1,-3 1-1,0-3 1,-2 2 53,-2 0 1,-1 2 0,-3 1 0,0 1-30,-2 3 0,1-1 0,-3 5 0,2 0-1318,1 2 1412,0 0 0,1 7 0,0-2 0</inkml:trace>
  <inkml:trace contextRef="#ctx0" brushRef="#br0">8508 3566 12872,'6'0'-42,"3"1"0,0 0 0,1 1-641,2-1 0,-3 1 0,4-1 0,0 1-327,0-1 0,-3 2 1010,0-1 0,-3 2 0,2 0 0</inkml:trace>
  <inkml:trace contextRef="#ctx0" brushRef="#br0">8473 3666 7762,'-6'4'1638,"0"-1"0,1 1-819,1-1 0,1-1 0,4 2 0,1 0-338,4-1 0,4 0 1,3-1-1,3 0-332,1-1 1,1 0 0,1-1 0,2 0-1243,0 0 1,-4 0 0,0 0 929,-2 0 0,1-3 1,-1 0-1</inkml:trace>
  <inkml:trace contextRef="#ctx0" brushRef="#br0">9216 3206 7762,'-6'0'580,"0"0"1058,0 0 0,3 0-786,1-2 0,2-1 1,2-3-319,2 0 1,4 2-1,1 0 1,2-1-454,1 0 0,1-1 0,0 1 0,1 0 27,-1 1 1,-1 3 0,0-1 0,0 1-351,0 1 1,-3 1-1,1 1 1,-2 2-241,-1 1 1,0 1-1,-2 0 439,-1 0 0,-1 2 0,-3 0 0,0 1 0,-1 0 292,-1 0 1,-2-3-1,-3 1 1,-2 0 171,0 0 1,1 0-1,-2-2 1,0-1-72,-1 0 0,1-2 0,0 0 0,0 0-184,1 0 0,-1 0 1,2-2-1,1 0-4,0 0-336,1 0 0,4 0 0,2 0 0,3 0-122,5 0 0,0 0 0,3 0 1,1 0 99,1 0 1,0 0 0,0 1 124,1 1 1,-1 1 0,-2 3-1,0 1 1,-2 0 139,0 3 1,-2-1 0,-3 1-1,-2 1 271,-2 0 0,0 1 1,-2-1-1,-3-1-461,-2 0 0,-2-2 0,-2 1 0,0 0-699,-1-2 1,1-3 0,-3 0 0,2-2-1,0 0 1,0-2 0,-1 0 0,1-2-334,1-2 0,2-2 1153,-1 1 0,3-1 0,-1 0 0</inkml:trace>
  <inkml:trace contextRef="#ctx0" brushRef="#br0">9080 3542 9766,'-3'6'0,"0"-2"1638,0 0 0,-2-2-819,3 2 0,4-3 0,4 1 0,6-1 0,5-1 0,4 0 0,5-1 0,2-1-432,5-2 1,-16 2-1,0 0 1,1 0-1,1-1 1,-1 1-1,1 0-489,-1 0 0,1 0 0,12-1 0,0 1 0,-5 2-718,-1 0 1,-6 0 0,-1 0 0,-4 0-820,-3 0 1,-4 0 818,1 0 1,-3-3 0,4 0 0</inkml:trace>
  <inkml:trace contextRef="#ctx0" brushRef="#br0">9121 3802 7856,'-4'0'3276,"1"0"-1779,1 0 1,0 0-850,2 2 1,0 2 0,0 2-246,0-1 1,0 1-1,0 0-135,0 0 0,0 0 0,0 0 52,0 0 0,0 0 0,-1 0-80,-1-1 1,1-1 0,-1 0-35,2 1 1,0-2 128,0 1 1,2-3-184,2 1 1,1-2-1,-1-1 1,0-2-113,1 0 0,-2 2 0,1-2 0,1 1-115,0 0 1,1 0 0,0 2-181,0 0 0,0 0 1,-1 1 196,1 1 0,0-1 1,-1 3-1,0 1 179,-1 0 0,0 3 0,1 0 0,0 0 338,-1 0 0,-3-1 0,1 3 1,-1-1-14,-1 0 1,0-1-1,-1 1 1,-1 0-296,-2 0 1,-2-1 0,-1 1 0,-2 0-205,0-2 0,-1 0 0,-1-2 1,-1 1-187,0 0 0,2-2 0,0-1 0,0 0-170,-1-2 1,1 0 0,1-1 0,0 0-412,2 0 1,2-3 0,2-1 0,0-1-1,0-1 1,1 0 0,0 1 0,2-1-1,2 0 1,2-2 0,2-1 0,-1 0 53,1-1 0,0-1 0,0-1 0</inkml:trace>
  <inkml:trace contextRef="#ctx0" brushRef="#br0">9115 3790 12878,'10'-7'819,"4"0"0,4-3 0,8-1 0,3 1-164,-13 6 0,1 1 1,11-3-1,2 2 0,-4 2-3932,-5 1 2998,-7 6 1,0 2 0,-5 5 0</inkml:trace>
  <inkml:trace contextRef="#ctx0" brushRef="#br0">5955 6313 7762,'-4'0'3276,"0"0"-2457,3 0 0,-1-1 0,4 0 0,3-2-48,2 0 1,1 1-1,3-1 1,-1 0-994,0-1 1,2 3-1,1-2 1,1 1-872,-1 1 1,-1-1 0,-1 2 657,-1 0 1,1 0 0,-1 0 0</inkml:trace>
  <inkml:trace contextRef="#ctx0" brushRef="#br0">5949 6413 7762,'-6'9'1561,"2"-1"0,1-3-742,0-1 0,2-2 0,2 1 0,2 0 0,3-2 0,4 0 0,0-1 0,1-1-727,3-1 0,-1 1 1,2-1-1,0 0-92,1 0 0,-1-3 0,3 2 0</inkml:trace>
  <inkml:trace contextRef="#ctx0" brushRef="#br0">6551 5694 9532,'-6'3'410,"0"1"0,0-1 1,1 1-1,0 1 409,1 2 0,0 1 0,-2 3 0,0 2-71,1 2 1,-2 1 0,0 4 0,-2 2-708,0 3 1,2 1 0,0 1 0,1 1-334,3-2 1,1-5 0,0 2-1,2-2 101,0-2 0,2-5 0,2-3 0,1-2-629,1-1 1,2-3 0,0-1 0,0-2 443,0-1 1,2-1 0,1 0 0</inkml:trace>
  <inkml:trace contextRef="#ctx0" brushRef="#br0">6621 5859 7258,'-6'6'-441,"1"-2"0,-1 0 0,2 0 1787,0-1 0,3 0-527,-1-1 0,2-1 0,2 1 0,1-1 0,3-1 0,0 0 0,1 0 0,2-1-1120,0-1 1,-1 1 0,1-3-1,0 2-1338,0 1 1,-1-2 1320,2 1 0,0-3 1,2 2-1</inkml:trace>
  <inkml:trace contextRef="#ctx0" brushRef="#br0">6775 5777 9454,'-6'0'3276,"2"-1"0,3-1-2860,0 1 0,3-1 1,2 2-622,2 0 0,0 0 0,1 0 0,1 0-74,-1 0 1,2 0 0,-1 0 0,0 0-76,0 0 0,-1 0 0,1 0 1,-1 2 291,1 0 1,-4 2 0,2 0 0,-1-1 239,-2 1 0,2 0 1,-3 2 190,-1 0 1,0 0 0,-2-1 0,-1 0 27,-2-1 0,-1-1 1,-1 2-1,0-2-193,0 0 1,0-2-1,1 0 1,0 0-69,1 1 0,2 0 51,-1-2-405,1 0 1,2-2 0,4 0 222,1 1 1,1 0-1,0 1 1,0 0 91,0 0 0,0 1 0,0 1 0,-1 2 65,-1 1 1,1 3-1,-3 1 1,-1 0 6,-1 1 1,0 1-1,0 1 1,0 0-447,-2 0 1,-1 0 0,-4-1-380,-1 1 1,2-1-1,-3-1 1,1-2 0,0-1-984,1-2 1,1-1 1197,0-2 1,0-7-1,0-1 1</inkml:trace>
  <inkml:trace contextRef="#ctx0" brushRef="#br0">6946 5653 7762,'0'6'570,"0"0"249,0 2 0,0-3 0,0 3 0,0-1 0,0 2 0,2 1 0,3 2 0,1 0 0,2 2 0,1 1 0,-2 2 0,1-1-539,-1 0 1,0-2-1,-2 3 1,-1 0-238,-2-1 1,-2-3 0,0-1-1,0 0-571,-2-2 1,-2 1 0,-1 1 0,-2-1-36,-1 1 1,2-3 0,-3 0 0,1-1 562,0 0 0,1-1 0,1-1 0</inkml:trace>
  <inkml:trace contextRef="#ctx0" brushRef="#br0">7075 5547 8294,'-4'0'1695,"1"-1"1581,1-1-1638,-3 2 0,2-4-960,-1 2 1,4 2 0,4-2-530,2 1 1,-3-1-1,1 0 1,2 1-170,1 0 0,-1 1 0,2 0 1,-1 0-42,-1 0 0,0 0 0,0 0 0,-1 1-72,1 1 0,-2-1 1,0 3-1,-1 1 32,0 0 1,-2 1-1,1 0 1,-1-1 24,-1 1 0,0 0 0,0 0 0,-1 0-19,-1 0 1,0 0-1,-3 0 1,1 0-12,0 0 0,-2-3 0,1 1 0,-1-1-182,2 0 1,0-1-1,1 2 149,0-2 1,2 1 178,-1-1 1,4-2-1,1 2 1,3-1-318,2-1 1,-1 0 0,3 0-1,0 0-902,-1 0 0,2 1 1179,-1 1 0,1 1 0,1 3 0</inkml:trace>
  <inkml:trace contextRef="#ctx0" brushRef="#br0">7288 5841 7781,'-4'2'0,"0"0"0,0 1 3276,1-1-2457,-3-1 0,8 1 0,0-2 0,3 0 0,1 0 0,0 0 0,2 0 0,2 0-956,1 0 0,1 0 1,0 0-520,-1 0 1,3 0-1,0 0 1,-1-2 0,0 0 277,1 1 1,-2-2 0,3-1 0</inkml:trace>
  <inkml:trace contextRef="#ctx0" brushRef="#br0">7789 5529 7800,'-6'0'1638,"2"1"0,0 0-546,-1 1 0,0 3 0,-1-1-570,0 1 0,0 1 0,1 0 0,-2 3 53,-1 3 0,1 1 0,-3 4 0,-2 4-245,-1 1 1,-2 7 0,9-14 0,-1 0-1,0 2 1,0 0-213,-1 1 1,1-1-1,0-1 1,1 0-1,0 0 1,0 1-1,-2 14-556,1-2 1,4-4 0,1-2 0,2-3-193,2-3 1,1-1 0,3-3 0,1-2 130,1-1 1,-2-2 0,2-1 0,-1-2-322,1 0 1,-3-2 0,3-1 0,1-2-2458,-1 0 3057,1 0 1,2-2 0,1-2 0</inkml:trace>
  <inkml:trace contextRef="#ctx0" brushRef="#br0">7759 5836 7773,'-6'3'0,"0"1"0,1-1 0,1 0 1638,0-1 0,2 1-819,0-1 0,2-1 0,2 1 0,2-2 0,2 0 0,0 0 0,2-2 0,2 0-580,1-2 0,-1 2 0,0-1 0,0 0-685,1 0 1,0 1-1,0 0 446,-1-1 0,0 0 0,1-3 0</inkml:trace>
  <inkml:trace contextRef="#ctx0" brushRef="#br0">7954 5694 7766,'-6'0'402,"0"0"1,0 0 1235,0 0 0,2 0 0,0 0 0,4 0-942,0 0 1,2 0-1,4 0 1,0-1-698,0 0 0,1 0 0,0-2 0,1 1-21,2 0 1,-3 0-1,1 2 1,-1 0-90,1 0 1,-3 0-1,2 0 1,0 0-142,0 0 0,-1 0 1,0 1 187,0 1 0,-1 1 0,0 4 178,-1 1 0,-3-2 0,1 2 1,-3-1 116,-1 1 1,-5-1 0,2 1 0,-3-1-11,0 1 1,1-2 0,-1 1 0,0-1 193,0-2 1,0-3-1,2 3-272,0-2-257,0 0 1,3-2-1,2-2 1,2 0 112,3-2 0,1 3 0,1-3 0,0 2-173,0 0 1,1 2 0,0 0-14,1 0 1,0 3-1,-3 2 1,1 3 108,-2 1 0,0 2 0,-2 2 0,-1 1 223,0-1 0,-1 1 0,0 0 0,0-1-361,0-1 0,-2 0 1,0-1-1,-2-1-474,0-2 0,-2-2 1,1-2-1,-1-2-403,0-2 1,2 0 0,0 0 1085,-1-2 0,0-4 1,-1-3-1</inkml:trace>
  <inkml:trace contextRef="#ctx0" brushRef="#br0">8089 5529 7766,'4'0'1882,"0"0"-1157,1 0 0,-2 0 0,1 0 0,1 1 94,0 1 0,1 2 0,2 4 0,2 1-190,1 2 0,0 5 1,0 2-1,1 4 190,-2 3 0,2 4 0,-3-1 0,-2 1 0,-1 0 0,-4-3 0,0-1 0,-1-2-659,-1-2 0,-1-6 1,-1 0-1,-4 0-190,-1-1 1,-1-2 0,0 0 0,-2 0-791,-1-1 1,1-3 0,0-1 0,0 0-274,1-1 1,-1-3 0,2-1 272,1-1 1,-3-4 0,1 0 0</inkml:trace>
  <inkml:trace contextRef="#ctx0" brushRef="#br0">8402 5771 8394,'-4'0'819,"0"0"0,3 0 0,1 0 0,4 0 0,1 0 0,4 0 0,2-1 0,2 0-371,0-1 0,0 0 1,-1 2-1,-1 0-37,1 0-411,0 0 0,2-3 0,2 0 0</inkml:trace>
  <inkml:trace contextRef="#ctx0" brushRef="#br0">8779 5559 8834,'-3'5'937,"1"1"1,1-1-1,-1 0-282,0 2 0,1 3 1,0 1-1,0 3 0,-2 5-374,0 3 1,-1 3-1,0 5 1,0-1-1102,-1 1 1,1-3 0,-1-1 0,2-1 391,0-4 1,-1-5-1,0-2 1</inkml:trace>
  <inkml:trace contextRef="#ctx0" brushRef="#br0">8938 5618 8174,'0'-6'0,"0"0"1092,0 0 0,2 0 0,1 0-273,0 0 0,-1 1 0,2 1 0,1 1-209,0 1 1,1 1-1,0-1 1,0 2-352,0 2 0,0 1 0,1 3 0,0 0-262,0 0 0,-4 3 1,3 0-1,-2 1 320,-1-1 0,-2 2 0,1 2 0,-1 1 299,-1-1 1,-3 0 0,-1 0 0,-4 1-335,-1-1 0,-3-1 1,1 0-1,-2 0-186,-1 0 1,2-3 0,-2 1 0,1-2 121,-1-1 1,4-2 0,-1-2-979,2 0 589,1-1 1,8-2 0,4 0 0,4-1 150,1-1 1,4 2-1,-1-2 1,1 1-169,1 1 0,1 1 0,1 0 0,0 2-544,0 0 0,-3 1 0,0 2 0,-2 1-361,0 1 1,-5 1 0,-1-2 471,-2 1 1,-3 2-1,-4 0 1</inkml:trace>
  <inkml:trace contextRef="#ctx0" brushRef="#br0">6362 6106 8017,'0'4'486,"0"0"-130,0-3 233,0 5-569,0-6 1,2 3-51,2-3 0,0 0 0,0 0-183,0 0 0,1 0 0,1 0 177,0 0 0,0-1 0,0 0-23,0-1 0,0 0 0,0 1 0,0 0 4,-1-1 1,1 0 0,0 2-295,0 0 0,0 0-108,0 0 1,0 0 143,0 0 0,-2 0 44,0 0 738,-3 0 2691,2 0-2947,-6-3 0,3 3-95,0-2 0,3 1-85,2 1 1,-1 0 0,0 0 27,1 0 0,0 0 0,1 0 0,0 0-56,0 0 0,0 0 0,0 0 0,0 0-60,-1 0 1,1 0 0,0 0 0,1 0 60,1 0 1,-2 0 0,2 0-1,-1 0 19,1 0 1,-1 0 0,1 0 0,-2 0-13,0 0 0,2 0 0,0-1 0,-1 0 20,-1-1 0,1 0 1,0 2-1,1 0-22,-1-2 0,2 1 1,-1-1-1,-1 1-27,-1 1 1,0 0-1,0 0 1,0 0-30,0-2 1,0 1 0,0-1 44,0 1 1,0 1 0,-1 0-1,1 0 144,0 0 1,0 0 0,0 0 18,0 0 0,0 0 1,0 0-151,0 0 0,0 2 0,-1 0 1,1 0 45,0 1 0,0-2 1,0 1-1,1-2-60,0 0 1,1 1 0,1 0-1,0 1 37,0-1 0,-1 0 0,2-1 0,0 0-44,-1 0 0,2 0 0,-2 0 0,1 0 29,0 0 0,-2 0 0,1 0 0,-1 0-3,0 0 0,-1 0 0,0 0 0,1 0-46,-1 0 0,0 0 1,0 1-1,2 0-2,0 1 0,-1 0 0,1-2 0,0 0 20,1 0 0,-1 1 0,2 0 0,0 1-10,-1-1 1,0 0 0,1-1-1,-1 0-6,0 0 1,0 2 0,2 0 0,-1-1-6,1 0 1,0-1 0,0 0-1,0 0 37,-1 0 0,0 0 0,-1 0 1,2 0 92,1 0 0,-4 0 1,4-1-1,-1 0-69,1-1 1,-3 0 0,2 2 0,0-1 2,-2-1 1,1 2-1,1-2 1,-1 0-27,1 0 0,-1 2 0,-1-2 0,2 1-9,0 1 0,0-2 0,1 0 0,0 1 9,-1 0 0,-1 1 0,1 0 0,0 0-107,0 0 1,-1 0-1,1 0 1,-2 0 78,0 0 0,-1 0 0,2 0 1,-2 0 32,-1 0 0,3 0 1,-2 0-1,1 0 32,2 0 1,-3 0 0,4 0 0,-1-2 8,1 0 1,-2-2 0,3 2-1,-1-1 7,0 0 0,-2 1 0,1 1 0,0-1-80,1 0 0,-3 1 1,1 0-1,-1-1-11,-1 0 1,1 2-1,1 0 1,0 0 1,-1 0 0,-3 0 0,3 0 0,-1-1 50,0-1 1,-1 1-1,1-1 1,0 2-19,0 0 0,0 0 1,2 0-1,-1 0 7,0 0 1,-1 0 0,1 0 0,-1 0 13,0 0 0,-1 0 0,2 0 1,0 0-72,1 0 0,-1 0 1,0 0-1,0 0-114,2 0 1,-2 0 0,0 0 0,2 0 107,-2 0 0,1 0 1,2 0-1,0 0 99,0 0 1,-2 0 0,3 0-1,-2 0-6,0 0 1,0 0 0,0 0-1,-1 0-64,1 0 0,0 0 1,0 0-1,0-1-8,-1-1 1,2 2-1,-1-2 1,1 1-85,0 1 1,-1 0-1,1 0 1,0 0 118,-1 0 1,1 0 0,1 0 0,-1 0 12,0 0 1,-2 0-1,1 0 1,-1 0-48,1 0 0,-4 0 1,3 0-1,-1 0 39,-1 0 0,1 0 0,1 0 1,0 0-7,1 0 1,-2 0 0,2 0 0,-1 0 1,2 0 0,-3 0 0,3 0 0,-1 0 87,1 0 0,-2 0 1,3 0-1,-2 0 57,0 0 0,0 0 1,-1 0-1,1 0-102,0 0 1,-2 0-1,-1 0 1,0 0-112,0 0 0,-1 0 0,1 0 0,1 0 39,-1 0 0,0 0 0,1 0 0,0 0 57,-2 0 0,3 0 0,-2 0 0,2 0-20,-1 0 0,1 0 0,0 0 0,1 0 134,-1 0 0,-1 0 1,0 0-1,-1 0-24,0 0 1,-1 1 0,0 0 0,-1 1-195,1-1 0,-2 0 0,0-1 0,0 0-172,0 0 1,0 0 0,0 0-1359,0 0 934,-3 0 669,0 0 0,-9-5 0,0-2 0</inkml:trace>
  <inkml:trace contextRef="#ctx0" brushRef="#br0">7199 6495 7895,'-6'0'1716,"0"0"-78,0 0 0,0 0 1638,1 0-2457,-1 0 0,3 0 0,4 0 0,3 0-476,4 0 1,3-1-1,0 0 1,2-1-1002,0-2 0,2 1 0,0-2 1,1 2-163,0 1 1,-1-3 0,1 2 0,-1-1-2458,0 0 2519,-2 2 0,2-3 1,0 2-1</inkml:trace>
  <inkml:trace contextRef="#ctx0" brushRef="#br0">7529 6342 8366,'-10'0'819,"1"0"0,1 0 0,1 0 0,0-1 819,1-1 0,3 1-819,1-3 0,4 0 0,2-1 0,4 0-344,1 1 0,3 0 0,-1-2 1,1 1-421,0-1 0,0 2 0,-1 2 0,-1 0-268,0 0 0,-2 0 0,1 2 0,0 0-117,-2 0 0,-1 1 0,0 1 0,0 1 85,0 3 0,-2 0 0,-1-1 0,0 2 52,-2 1 1,0-2 0,-1 2-1,0 0 361,0-1 0,-3 1 1,-1 1-1,-1 0-34,-1 0 0,0-3 0,0 1 0,1 0 12,-1 0 1,0-2 0,0-2 131,0 2 0,2-2 113,0-1-433,0-2 0,4-2 1,2 0-1,2-1-171,2 0 0,1 1 1,0 2-1,1 0-33,1 0 0,-1 0 1,0 0-1,-1 1 201,1 1 0,-4 1 0,2 3 0,-1 0 266,-2 0 0,0 1 0,-3 0 0,0 1-154,0 2 0,-3-3 1,-1 3-1,-2 1-430,-2 0 1,-1 1 0,-2-1-1,0-1-397,2 0 1,-1-2 0,1 1-1,0 0-2517,1-2 1299,4-3 1978,-2-2 0,12-7 0,0-1 0</inkml:trace>
  <inkml:trace contextRef="#ctx0" brushRef="#br0">7942 6306 7851,'-4'4'1612,"1"0"-793,0 1 0,1 1 0,0 1 0,0 2-339,1 0 0,0 1 0,1 4 0,0 1-590,0 0 0,0 1 0,-2-2 0,0 0-679,1 0 1,0-3 0,1 0-2363,0-2 3151,0-1 0,-2-5 0,-2 0 0</inkml:trace>
  <inkml:trace contextRef="#ctx0" brushRef="#br0">7859 6418 7851,'-2'4'3276,"-2"-2"-2457,1-2 0,1 0 0,4 0 0,3-2-30,2 0 1,4-2-1,3 1-1231,-1-1 0,2-1 1,0 1-1,1-1 1,-1 0-2676,-1 1 3117,0-1 0,1 1 0,0-2 0</inkml:trace>
  <inkml:trace contextRef="#ctx0" brushRef="#br0">8184 6306 8605,'-6'-2'1092,"0"-2"0,3 1 0,1-1 0,1-1 0,2 3 0,1 0-279,2 1 0,1 1 1,1 0-1,0 0-939,0 0 1,0 0 0,1 0 0,1 1-64,-1 1 1,0 0 0,-2 3 0,0-1-46,1 0 0,-3 0 0,3-1 0,-1 2 184,0 0 0,-1 1 0,-2 0 0,0 0 345,0 0 0,0 0 0,-2 0 0,0 0 248,0-1 0,-2 1 0,-1 0-169,0 0 0,-1 0 0,-2 0 0,0-1 62,1-1 1,-1 1-480,0-3-191,3 0 0,1-2 162,4 0 0,1 0 0,3 0 1,0 0-151,-1 0 0,1 0 1,0 0-1,0 2 291,0 0 0,-2 2 1,0 0-1,0 2 521,-1 2 0,2-2 1,-3 3-1,-1-1 63,0 0 0,-4 1 1,-1 0-1,-1 0-871,-1 2 1,-1-2-1,0 0 1,-2 0-185,-2 0 0,0-1 0,-2 1 1,0-2-763,-1 1 0,3-6 1164,-3 2 0,0 0 0,-4-1 0</inkml:trace>
  <inkml:trace contextRef="#ctx0" brushRef="#br0">9557 5994 7874,'-3'0'202,"-1"0"1,-1 0 1361,0 0 1,1 2-112,0 0 1,3 0-1193,1-2 1,3 0 0,3 0 0,2 0-169,0 0 1,2 0 0,-1 0-1,2 0-421,0 0 0,0-2 0,3 0-328,-2 1 1,0-1-1,0 1 1,1-1 0,1 0-2622,-1 0 3066,0 1 1,-1-4 0,-1 1 0</inkml:trace>
  <inkml:trace contextRef="#ctx0" brushRef="#br0">9557 6094 7874,'-5'6'1330,"-1"0"-238,0 0 0,3 0 0,1-1-273,4-1 0,3-1 0,5-3 0,2 0-566,2 0 0,1 0 1,2 0-1,0-1-1892,1-1 1,-4 1 1267,4-1 0,-5-1 0,2 0 0</inkml:trace>
  <inkml:trace contextRef="#ctx0" brushRef="#br0">10312 5664 7874,'4'-9'146,"-1"1"0,0 1 387,-2 2 0,1 1 0,-1 0 0,1-1 286,-1 0 0,0-1 0,-1 0 0,0 0 0,0 0 0,0 0 0,-1 1 0,-1 1-38,-4 0 1,-1 2 0,-3 1 0,0 2-386,-1 3 0,-2 4 1,0 2-395,-1 1 1,1 3 0,1 3-1,1 2 1,0 2-257,1 2 1,3 1 0,-1 0 0,2-1-441,2 1 0,2-3 1,3 0-1,1-1 148,4-3 1,3-4 0,2-4 0,2-3 493,1-3 0,-1-1 1,2-4-1,0-1 265,0-3 1,1-4-1,1-2 1,1-3 104,0-2 0,-1-3 0,0 1 0,-1-1-21,-2 0 1,-5 1-1,-2 0 1,-3 0-564,-2 2 0,-1 2 0,-3 1 1,-2 3 47,-3 1 1,-2 5 0,-3 0 0,0 2-368,0 4 0,0 2 0,-1 3 0,-1 1 39,1 1 1,1 3 0,1 1 0,2 1-548,1 0 1,0 2 0,2 1 1014,0 1 1,0 0 0,0 1 0</inkml:trace>
  <inkml:trace contextRef="#ctx0" brushRef="#br0">10088 6059 7874,'-12'0'506,"1"0"1,1 0 312,0 0 0,3 0 0,-1 0 0,1 0 2457,-1 0-2184,4 0 0,0 0 0,8 0-273,6 0 0,3-1 0,5 0 0,4-2 0,5-3 0,0 1 0,2-4 0,2 1-367,1 0 0,-3 2 0,1 0 0,-2 1-1146,-2 1 0,-6 1 0,0 3 1,-2 0-400,-4 0 1,-5 0 0,-3 1-547,-1 1 1,-3-1-1,0 3 1,-1-2-1562,-1 2 2389,0-3 0,-3 2 0,0-3 64,-3 2 1,2-1-1,0 1 747,0-1 0,-1-1 0,-1 2 0,0 2 0,-3-1 0,0-1 0</inkml:trace>
  <inkml:trace contextRef="#ctx0" brushRef="#br0">10236 6200 7874,'-6'1'287,"2"1"0,-1-1 0,1 1 532,-1 1 0,0-2 0,0 3 0,1-1 0,0 0 0,0-1 0,1 2 0,0 1 0,-1 0 0,1 1 0,-4 2 0,0 2 0,-1 1 0,-1 1 0,2 0 0,-1 0-188,-1 2 1,1 0-1,-1 3 1,1-2-665,2 2 1,1-3-1,3 0 1,2-2-223,1 0 1,3-3 0,4-1 0,2-2-45,3-2 0,2-1 0,3-3 0,0-1 238,2-1 0,-1-4 0,2-3 1,-1-2 146,-1 0 0,-2 0 1,-2-5-1,-1 1-80,-1 0 1,-1 0-1,-2-2 1,-2 0-70,-2 2 0,-2 3 0,-3-1 0,-2 0-13,-3 3 1,-4 0 0,0 3 0,-1 1-38,-2 3 0,-1 2 0,-1 1 0,-1 1 12,-1 0 1,2 3 0,-1 2 0,2 0-720,0-1 1,2 3 0,1 0 0,0 0-1,2 1 1,3-2 0,2 2 0,1-1 224,1 0 0,3-2 0,0 0 0</inkml:trace>
  <inkml:trace contextRef="#ctx0" brushRef="#br0">11120 5222 7874,'0'-4'1638,"0"0"0,0 2-282,0-2 1,-1 3-984,-1-1 1,-1 1-1,-2 2-84,1 1 0,-1-1 0,1 3 0,-2 1-157,1 0 1,-1 0 0,0 0-1,0 1-182,0 1 0,-2 2 0,0-1 1,-2 1-27,0 2 0,1-1 0,-1 0 0,0 1 35,1 0 0,-2-1 0,2 1 0,-1 0 76,0-1 1,3-3 0,-1 3 0,1-2 23,-1-1 1,3-2 0,-1-2 18,1 0 0,2-1 167,-1-2 1,3-1 0,-1-1-90,1-2 0,1-1 0,0-1 1,1 0 80,1 0 1,-2 0-1,3-1 1,-1-1-303,0 0 1,0 0 0,0 0 0,0 1 70,-1 0 0,0 1 0,1 1 5,0-1-60,0 0 1,-3 2 0,-1 3-82,-2 2 0,1 3 0,-1 2 0,-1 0 14,0 2 0,-1-1 0,0 2 0,1 1 40,1-1 1,-1-1-1,2 1 1,-1 0-55,0 0 0,2-1 0,0 1 0,0 0-63,0-2 0,1-1 0,2 0 54,3 0 1,2-2 0,2-1 0,2 0 1,1-2 0,0 0 1,0-1-1,1 0-263,1 0 400,2 0 0,0 3 0,2 0 0</inkml:trace>
  <inkml:trace contextRef="#ctx0" brushRef="#br0">11461 4939 7828,'-3'-6'2407,"-2"3"-1847,1 1 0,-1 2 0,1 3 0,2 3-265,2 3 0,-2 3 0,0 3 0,1 4-181,0 1 0,1 2 0,0 3 1,0 1-189,0 1 1,2-2 0,2 0 0,2-4-503,0-3 1,0-3 0,1-4 0,2-3 405,0-5 1,0-3 0,2-3 0,-1-7 577,3-4 1,-2-5-1,3-7 1,-1-1-233,-2-2 1,1-1 0,-1 0 0,-2-1-38,-1 0 1,-6 6 0,2-1 0,-2 5-629,-2 3 1,-1 6 0,-1 4-228,-2 5 1,1 4 0,-1 2 0,1 4-1290,0 4 2005,-1-1 0,-2 7 0,0-2 0</inkml:trace>
  <inkml:trace contextRef="#ctx0" brushRef="#br0">11703 5069 7864,'-3'4'644,"0"-1"1,1 0 174,0 1 0,0 0 0,2 3 0,-2 1-212,0-1 0,0 3 1,2-1-1,0 3-394,-2-1 0,1-1 1,-1 0 217,1 1 1,1-5-180,0 0 1,0-5-1,0-1 1,0-3-98,0-2 1,3-4 0,0-1 0,1-3-277,0 0 1,0-4 0,2 2 0,0 0 34,0 1 1,0 2 0,2 0 0,-1 0-242,1 1 1,-2 3 0,0 3-280,0 2 1,0 2 0,-1 5 0,-1 4 418,-2 2 1,-1 4-1,-1 1 1,0 0 36,0 1 1,0-2 0,0 0 0,0-1-420,2-2 0,-1-1 569,1 0 0,4-3 0,0 2 0</inkml:trace>
  <inkml:trace contextRef="#ctx0" brushRef="#br0">11963 4821 7864,'3'6'0,"-1"1"0,-2 1 0,0-1 0,1 3 0,0 0 819,1 1 0,1 4 0,-2 0 0,2 3 0,0 2 0,-1-1 0,1 2 0,1 2 0,-1 0 0,-1-5 0,1 0 0,0-3-97,1-2 1,-3-3 0,2-3-468,-1-3 1,-1-2-1,1-4 1,-1-2 46,-1-1 1,-1-1-1,0-2 1,-2-2 29,0-1 0,-1 0 0,-3 0 0,0 2-244,-1 0 0,0 2 0,0 1 0,-2 0 42,-1 0 0,1 3 0,0 3 0,0 4-20,-1 1 0,1 4 1,1 2-1,2 3-231,2 1 1,3 1 0,0 1-1,2 1 14,2 0 0,2-5 0,3 0 0,1-1 106,2-2 1,-1-3 0,3-1 0,0-2 231,0-2 1,0-1-1,-1 0 1,1-2-110,0-3 0,0-1 0,0-1 0,-1-1 242,-1-1 1,0 1 0,-2-2 0,-1 0-289,0 0 1,-2-1 0,-1-2 0,0 1-199,-2 1 1,1-1 0,-2 2 0,1-1 113,0 0 0,-2 3 1,0-1 277,-2 2 0,-2 2-417,-2 2 1,1 2 0,-1 2 5,2 2 1,0 1-1,2 2 1,0 1-181,-1 2 0,3-1 1,-2 1-1,1 0-84,1 1 0,1 1 0,0-1 1,2 0-126,2-2 0,0 1 0,4-1 1,-1-1 383,2-1 1,-1-4 0,1-1 0,0-1-45,-1-1 1,1-3-1,-2-1 1,-1-4-14,0-1 0,-1-1 0,-1 1 0,0-2-617,-1 0 1,-3 1 0,2 1 0,-1 0-274,-1 2 1,2 1 0,-2 0-2185,1 0 2573,0 3 1,1 0 0,0 3-1</inkml:trace>
  <inkml:trace contextRef="#ctx0" brushRef="#br0">12328 5134 8295,'-3'6'721,"0"-1"0,0 1 0,0 0 917,1-2 0,1-2-819,-1-4 0,2-4 0,1-4 0,1-2 0,0-2 0,0-1 0,0-2 0,0-2-569,-2 0 1,0-1-1,0-4 1,0-3-561,-2-3 1,-2-2 0,2 15 0,-1-1 0,1-1-1,-1 1 204,1-1 1,1 0 0,-3-11-1,0 2 1,2 6-427,2 4 0,0 7 0,0 2 0,2 3 321,2 5 0,0 0 1,1 2-1,3 0 11,0 3 0,0 2 0,2 0 0,0 2-172,1 2 1,1 0 0,0 1 0,0 1-164,0 1 0,-1-1 0,-1-1 0,-2 0-242,1-1 1,-5-1 0,1 1 776,-1-3 0,0 3 0,0-1 0</inkml:trace>
  <inkml:trace contextRef="#ctx0" brushRef="#br0">12228 4980 7858,'2'6'1454,"2"0"1,2-1-636,2-1 0,-1-1 0,3-3 0,1 0-349,2 0 0,2 0 0,3-1 0,-2 0-2109,0-1 1,-1-1 1544,3 2 0,-3-3 0,-1-2 1</inkml:trace>
  <inkml:trace contextRef="#ctx0" brushRef="#br0">12499 4963 7820,'-1'12'553,"-1"2"0,0 0 0,-2 2 1,2-1-211,1-1 1,1-4-1,0 2 1,0-3-791,0-2 1,0-3 446,0 0 0,0-5 0,0 0 0</inkml:trace>
  <inkml:trace contextRef="#ctx0" brushRef="#br0">12511 4774 7820,'-6'0'1048,"2"1"0,1 1 1,0 2-437,2 1 1,0 1 0,1 2 0,1 0-1624,1 1 1,1-1-1,3 2 1011,0 1 0,0 2 0,0 2 0</inkml:trace>
  <inkml:trace contextRef="#ctx0" brushRef="#br0">12611 4986 7820,'-6'9'922,"2"-5"1,1 2-1,0 0-103,-1 1 0,2-1 0,-1 1 0,1 0 273,0 0 0,2-1 0,0 0-838,0 0 1,0-3-189,2-1 0,1-2 0,1-2 0,0-4-385,1-1 1,-2-3 0,1 0 0,1-1-359,0-1 0,-1-2 0,0 0 1,0 1 317,2 1 0,-2 3 0,-1 1 0,0 1 330,0 1 0,-1 4 1,0 2 118,1 3 1,-2 6-1,1 2 1,0 4 204,0 2 0,1-1 0,-2-1 0,2 0-249,3-2 1,-3-1-1,4-3 1,0-1 98,0-4 0,0-2 0,0-4 0,1-2 132,-1-4 0,1-3 1,-2-3-1,1-1-110,-2-2 1,-1 2 0,2 0 0,-2-1 219,-2 1 0,-2 0 0,0 2 1,0-1 328,0 1 1,0 5-361,0 2 1,-2 5-1,-2 1 1,0 6-160,1 5 1,-1 2 0,0 3-1,2 0-129,-1 1 1,2 1 0,-1-1 0,2 0-602,0 0 1,2-2 0,2 2-1,2-2-560,2-2 1,-1-4 0,3-3-1,1-1 1,-1-1 0,1-7 620,-2-3 1,1-5 0,2-4 0</inkml:trace>
  <inkml:trace contextRef="#ctx0" brushRef="#br0">13089 4686 7714,'-3'6'368,"2"2"0,-3-1 287,2 1 0,0 1 1,2 1-1,0 1 0,0 4 164,0 2 0,0 2 0,0 2 0,0 3 0,0 3 0,0-2 0,0 4 0,0-3 0,0-1 0,1-8 0,0 0 0,1-4-143,2-3 0,-2-6 1,1-1-1,0-3-195,-2-4 0,0-1 0,-1-2 0,0-1-127,0-2 0,0 1 0,-1-3 0,-2 0-642,-3 0 1,0-2 0,-3 2 0,-1 0 157,1 3 1,-2 2 0,-3 2 0,0 1 50,0 2 1,1 6 0,-1 4 480,2 3 0,1 3 1,3 2-1,3 1 1,2 0-955,4 1 1,4-3 0,5-2-1,4-2-268,1-3 1,3-4 0,1-2 0,1-2-820,1 0 1,-4 0 818,1-2 1,-4-4 0,0-3 0</inkml:trace>
  <inkml:trace contextRef="#ctx0" brushRef="#br0">11544 5499 7875,'-3'3'1032,"-1"-2"0,3 3-753,-1 1 0,0 3 1,1 5-1,0 4 0,-1 4-416,1 4 1,0 2-1,-1 2 1,0-1-532,1-1 0,-2-4 1,1-2-1,1-4-1128,0-4 1796,1-5 0,-2-1 0,-1-3 0</inkml:trace>
  <inkml:trace contextRef="#ctx0" brushRef="#br0">11343 5552 8306,'-5'4'0,"-1"-1"1638,0 0 0,0-1-546,0-2 0,3 0 0,4-1-273,4-1 0,4-3 0,5-3 0,3-2-96,2 0 1,3-2 0,5-1 0,2-1-1150,1 1 1,1 1-1,0 1 1,0 0-64,0 1 1,-4 6 0,-3 0 488,-4 3 0,-2 3 0,0 1 0</inkml:trace>
  <inkml:trace contextRef="#ctx0" brushRef="#br0">11709 5505 13749,'-3'3'819,"1"1"0,1 1 0,1 3 0,0 1-651,0 2 0,0 2 0,0 5 0,0 0-434,0 2 1,0 0 0,0 2 0,0-3 77,0 0 0,0-6 1,0-2-81,0-2 1,1-4 0,0-3 0,1-4 75,-1-2 0,1-2 0,-1-1 0,2-3 180,0-1 1,1-2 0,4-1-1,-1-1-26,1 0 0,-1 1 0,-1 3 0,2 1 100,-1 2 1,-2 2-1,3 2-89,-1 2 0,-2 3 0,1 2 1,-2 4 127,-2 4 1,0 0 0,0 4-1,0 0-352,1-2 1,-3 1-1,2 0 1,-1-1-457,-1-1 1,0-2-1,0-3 1,0 0-1567,0-1 2273,0-3 0,0 0 0,0-3 0</inkml:trace>
  <inkml:trace contextRef="#ctx0" brushRef="#br0">11904 5570 7899,'-2'12'218,"-1"-1"0,0 2 499,1 1 0,0-3 1,2 1-1,0 1-485,0-1 0,0-3 0,0 2 0,0-1-314,0-3 1,2-3 0,0 0 81,2-2 0,0 0 0,1-2 0</inkml:trace>
  <inkml:trace contextRef="#ctx0" brushRef="#br0">11915 5452 8074,'-4'6'351,"0"0"1,3-2 0,-1 0 0,2 0 115,0 1 0,0 1 0,3 0 0,3-2-445,3 0 0,2-3 1,1 1-23,2-1 0,4 2 0,3 0 0</inkml:trace>
  <inkml:trace contextRef="#ctx0" brushRef="#br0">12092 5481 7899,'-8'2'0,"0"1"819,1 0 0,1 1 0,0 2 0,0 0-328,0 0 0,2 0 0,1 2 1,0 2-323,2 1 1,1 2 0,2-1 0,2 1-176,1 0 0,3-1 0,0 1 0,0 0 286,0-2 1,-1-1 0,0-1 0,-2 0-166,-1-2 0,-3 0 0,1-2 0,-3 0-456,-1-1 1,-3-3-1,0 3 1,-3-2-2922,-1 0 3262,-1-2 0,-5 0 0,0 0 0</inkml:trace>
  <inkml:trace contextRef="#ctx0" brushRef="#br0">12552 5535 7913,'-3'5'264,"3"2"1,-2 0 0,1 2 295,-1 0 0,1 1 0,-1 1 0,1 0-543,1 1 0,0-4 0,0 4 0,0-1-970,0 0 0,0-2 0,0-1 75,0-1 878,0-1 0,0-3 0,0 0 0</inkml:trace>
  <inkml:trace contextRef="#ctx0" brushRef="#br0">12582 5399 8078,'-6'0'478,"0"0"1,3 1 0,1 1 0,1 1-448,1 3 0,3 0 1,2 0-1,3-1-7,1 1 0,4 0 0,3 0 0,1 0-24,0 0 0,4-3 0,0 0 0</inkml:trace>
  <inkml:trace contextRef="#ctx0" brushRef="#br0">12800 5452 7913,'6'-3'719,"-4"0"1,-2 3-311,-6 0 1,0 3 0,-4 3 0,-1 1 159,0 0 0,2 2 0,-1-1 0,2 1-337,1 2 1,2-2-1,2 0 1,0 0-40,-1 0 0,3-1 0,-1 1 0,2 1 29,2-1 0,-1-2 1,1 1-1,0-2-313,0 0 1,0 0-1,-3 0 1,-1 0-639,-1 0 1,-3-2 0,0 0-911,1 0 1,-1 1 1577,0-1 1,-3 1-1,0-2 1</inkml:trace>
  <inkml:trace contextRef="#ctx0" brushRef="#br0">13460 5652 7794,'0'6'0,"0"0"0,0 0 2227,0 0-1135,0 0 0,1-4 0,1-2-273,2-3 0,-1-5 0,1-4 0,0-3 0,2-2 0,0-3 0,-1-1 0,1-2 0,0 0 0,0 0 0,-2-2 0,0 0-535,1-1 1,0 1-1,1-3 1,0-1-153,0 1 0,-3 2 0,1 2-488,1 4 0,-2 1 0,-1 6 0,-2 1 251,0 4 0,0 3 98,0 3 0,0 0 1,0 6-1,0 2-268,0 1 0,0 2 0,0 3 1,0 1 100,0 3 0,2 0 0,1 5 0,-1 1-69,1 0 0,2 1 0,-1 2 0,1-2 44,1-2 1,0-2 0,0 1 0,2-3 566,2-1 0,-1-3 1,0-5-1,0-1 54,1-4 0,-3-2 1,3-2-1,-1-2-16,0-3 0,-2-5 1,2 0-1,-2-3-57,1-3 1,1-1-1,-3-5 1,1-1-278,-2 0 1,-1-4 0,0-1 0,-2-3-554,-2 15 0,1 0 0,-1-15 0,0-1 0,0 4-259,0 1 1,-1 10 0,-1 2 0,-1 5-25,0 5 0,-3 4 0,3 2 64,0 3 1,-1 2 0,3 2 0,-1 1-121,1 1 1,-2 3 0,1 1 0,1 2-274,0 2 1,1 0 0,1 4 726,1 0 0,1 4 1,3-1-1</inkml:trace>
  <inkml:trace contextRef="#ctx0" brushRef="#br0">13979 5552 8413,'-4'0'3276,"1"-1"-2457,0-3 0,1-3 0,3-8 0,1-3-263,2-5 1,0-1-1,1-3 1,-1 0-581,0 0 1,-1 1-1,-1-2 1,-1 0-321,-1 2 0,0 3 1,-1 3-1,0 2-81,-1 3 1,-3 6 0,1 0 338,-1 4 0,1 2 0,1 4 189,0 1 0,1-1 0,2 3 54,0 1 1,1 0 0,1 1 212,4 0 1,1-3 0,2-1-1,0 0 108,0 0 1,2 0-1,2-2 1,2 0-365,2-2 1,-1 0 0,4-2 0,-2 1-289,0-1 0,-2 0 0,-1 1 1,-1 0-920,-1 1 1,-3 0 0,-2 2-1,-1 0 1,-4 1 0,-2 0 346,-2 1 0,-5 5 0,-3 0 1</inkml:trace>
  <inkml:trace contextRef="#ctx0" brushRef="#br0">14020 5387 9200,'-6'3'3276,"0"1"-2457,3-2 0,4 1 0,5-3 0,3 0 0,2 0 0,1-3 0,2 0 0,0-1-1200,1 0 1,-1 2 0,1-1 0,0 0-440,0-1 1,-4 3 0,0-1 0,-1 1-820,-1 1 1,-3 0 818,-1 0 1,-5 0 0,-1 0 0</inkml:trace>
  <inkml:trace contextRef="#ctx0" brushRef="#br0">14014 5535 8903,'0'5'1638,"0"-1"0,1 0-546,1-2 0,2 0 0,4-2-737,2 0 1,1-2-1,3-2 1,1-2 0,1 1-1176,0-1 1,-1 2 0,2 0 0,-1 1-2458,-2 0 2657,-2-1 1,0-2-1,0 0 1</inkml:trace>
  <inkml:trace contextRef="#ctx0" brushRef="#br0">14409 5240 7794,'-3'6'506,"-2"-2"1,3 0-1,-1 1 313,1 2 0,0 2 0,2 4 0,0 0 0,0 3 0,2 2 0,2 1 0,1 3-635,1 1 0,0-2 1,0-2-1,0-2-179,0-1 0,0-6 0,0 0 0,0-4 173,0-2 1,-1-4-1,1-6 1,-1-4 2,1-3 1,-2-3-1,4-3 1,-1-3-147,-1-1 0,0-1 0,-1 2 0,-1-1-677,0-1 1,-2 4 0,2-3 0,-2 3-998,0 2 1,-2 4 545,0 4 1,0 5 0,-2 6 712,-2 4 1,-2 6 0,0 4 0</inkml:trace>
  <inkml:trace contextRef="#ctx0" brushRef="#br0">14716 5517 7513,'0'2'819,"0"-2"0,0-3 0,0-7 0,0-4 273,0-2 0,2-5 0,1-2-912,0-2 0,-2-5 0,1 2 0,-1-2 1,-1-1-471,0-1 1,0 3 0,0 3-1,0 5-52,0 3 0,0 5 0,-1 2 162,-1 4 0,1 4 1,-2 3 197,0 2 0,-1 2 0,2 2 1,1-1 31,0 1 1,2 0-1,1 0 1,2 0 130,1 0 1,-1-2-1,2 0 1,1 0-62,1-1 0,1 2 0,1-3 1,2-1 265,1 0 0,-2-1 0,4 0 1,1-1-509,-1-1 0,-2 1 0,2-3 0,1 0-971,-1 0 1,-4 0 0,0 2-547,-2 1 1,-3 0 1444,-2 1 0,-5 3 0,0 0 0</inkml:trace>
  <inkml:trace contextRef="#ctx0" brushRef="#br0">14763 5334 7794,'-3'4'819,"1"0"0,2-3 0,2 1 0,2-1 273,4-1 0,1 0 0,3 0-437,-1 0 0,3-2 1,1 0-1,-1 1 0,0-1-1279,-1 0 1,1 2 0,-2-2 0,0 1-470,0 1 1,-3 0 0,2 0 959,-1 0 0,-3 3 1,1 0-1</inkml:trace>
  <inkml:trace contextRef="#ctx0" brushRef="#br0">14734 5529 9388,'0'4'3276,"2"-1"-2457,2-1 0,3 0 0,3-2 0,0-2-408,2 0 1,2-2 0,-1 1-1,1-1-1231,-1 0 1,0 0 0,0 0 0,0 1-820,0 0 1,-2-2 982,3 1 0,1-1 1,0-1-1</inkml:trace>
  <inkml:trace contextRef="#ctx0" brushRef="#br0">15111 5476 7794,'0'-10'-221,"0"3"0,0-1 850,0 0 0,2 1 0,0-3 0,0 0 79,0-1 0,-1-4 0,2 0 1,-1-1-91,0-2 1,2 1 0,-2-4 0,0-2-177,0 0 0,-1-1 1,3 0-1,-2 0-335,0 1 0,0 3 0,0 0 0,0 2 49,-2 3 0,0 6 1,0-1 554,0 3 1,0 3-478,0 0 0,1 3 1,1-1-293,2 1 0,1 1 1,2 0-1,0 0-111,3 0 1,1 2-1,1 1 1,-2 0-10,0 2 1,-2 0-1,1 1 1,0 0 277,0 0 1,-1-1 0,1 2 0,0 0 69,1 1 0,-3 0 1,1-2-1,-2 0-101,0 0 1,0 0-1,0 1 114,0 1 0,-3 0 1,-1-2 123,-1 0 0,-5-1 0,-1 0 0,-3-1-86,-1 0 0,-1-1 1,-1 1-1,-2 1-300,-1 0 0,1-1 1,-2 0-1,1 1 119,1 0 1,2-1 0,2-1 0,0 0-328,0 1 1,3-1 0,1 2 441,2-2 0,1 1 0,2 2 0,1 0 373,1 0 0,1 0 0,5 0 0,0 0 18,1 2 0,-1 1 0,1 3 1,1 0-292,-1 0 1,-2 0 0,1 1-1,0 1-387,0-1 0,0 0 1,-3-2-1,0 1-961,-1-3 1,-2 2 0,1-3-547,0-1 1,-4-3 818,-3-2 1,-4-4 0,-1-1 0</inkml:trace>
  <inkml:trace contextRef="#ctx0" brushRef="#br0">13525 5676 7794,'-5'1'819,"1"1"0,4-2 0,7 2 0,5-1-273,7-1 0,9-1 0,-9-1 0,1 0 0,4-2 0,1-1-249,6-1 1,2 0 0,-10 1 0,0-1 0,2 0 0,3 0 0,2-1 0,-1 0-1,2 0 1,0 0 0,0-1-25,-1 1 0,1 1 0,0-1 0,-2 1 0,0 1 0,0 0 0,-2 0 0,0 1 0,0 0 0,0 0 0,-1 0 0,1 1 0,-1 0 0,1 1 0,-1-1 0,-2 2 0,-1-1 0,1 1 0,2 0 0,1 0 0,0 1 0,-1-1 0,0 0 0,0 1-133,1-1 1,-1 0-1,0 1 1,-2-1 0,-1 0-1,1 1 1,-1 0 0,0 0-1,0 0 1,9 0 0,0 0-60,-2 0 1,-2 0 0,-4 0-1,-1 0 1,-2 0 0,-2 0 0,14-1-1175,-8-1 1,-9 2 0,-3-2 272,-4 1 1,-5 0 0,-5 0 0,-4-1-1,-4 1 1,-3 0 0,-1 1 0,-2-1-1,-2-1 1,2 2 0,-2-2 0,1 0-2458,-1 1 3277,3-3 0,-1-1 0,5 1 0,0 1 0</inkml:trace>
  <inkml:trace contextRef="#ctx0" brushRef="#br0">16107 5110 8009,'-5'-3'527,"-1"-2"0,0 3 0,-1-1-32,-1 0 1,1 1 0,-3 2-1,0 1 147,-1 1 0,-2 4 0,0 4 0,-1 2-278,-1 1 0,1 1 0,-1 3 0,2 1-102,2 1 0,5-1 0,1-1 1,2 0-163,4-2 0,2-4 0,5-1 0,3-4-66,2-2 1,1-3 0,2-4 0,2-4-496,0-4 0,-4 1 0,2-5 1,-3 1-64,-1-2 1,-3 1 0,-2 0 0,-1 0-205,-2 0 0,-3 2 0,1-1 0,-2 2 201,-2 3 0,-3 2 0,-4 4 0,0 1 527,-2 3 0,0 4 0,0 4 0</inkml:trace>
  <inkml:trace contextRef="#ctx0" brushRef="#br0">16255 5122 8009,'-3'-3'0,"-2"2"0,2-2 1092,0 0 0,1 1 0,-2 2-273,0 0 0,0 3 0,1 1 0,0 2 0,-1 1 0,1 3 0,-3 3 0,2 2-696,0 0 0,2 0 0,0 1 0,0-2-150,0 0 0,2-3 1,3 0-1,0-2-444,4-4 0,1-2 0,2-4 0,0-1 309,1-4 1,-2-1-1,0-2 1,0-2-80,0 0 0,-1-2 0,-1 0 0,0 0 42,-1 0 1,-1 2 0,0 1 0,-2 0-242,0 1 1,-1 1 582,-2 2 1,0 3-93,0 3 0,0 5 1,0 5-1,0-1-6,0 1 1,2 0-1,0 2 1,1 0 101,2-1 0,2 1 0,1-1 1,0-1 51,0-2 0,0-3 0,1-2 1,-1-1-39,0-3 0,0-2 0,0-5 0,0-2-88,0-4 0,-1 1 0,1-2 0,-2-1-8,0 1 1,0-1 0,0 2 0,-1 3-181,-1 0 0,1 4 0,-3 0 0,2 2-321,0 3 0,0 2 0,1 0 0,2 0-384,-1 2 1,4 2 0,-1 3 0,3 1 725,-1-1 1,1 3 0,0-1 0</inkml:trace>
  <inkml:trace contextRef="#ctx0" brushRef="#br0">15323 5646 8009,'0'-7'0,"0"-1"586,0 1 1,-2 2-1,-2 2 1,-2 0 85,-2 2 1,0 1 0,-2 2 0,-2 2-293,-1 1 0,2 3 1,-3 2-1,1 2-288,0 2 0,-1 1 0,0 3 0,1 0-4,2 2 1,1-1 0,0 2-1,3 1-51,2-1 1,3-4-1,3-4 1,2-2-158,3-3 0,4-4 0,-1-2 0,2-2 244,1-2 1,-1-4-1,4-4 1,0-2 27,0-2 1,-2-1 0,1-2 0,-2 1-410,0 0 0,0 1 1,-2-2-1,-1 0-6,-1 1 1,-5 5 0,1 0-1,-3 0 334,-1 2 1,-1 4 0,0 5-12,-3 3 0,-2 3 0,0 2 0,1 2-51,-1 3 0,2 2 0,0 3 0,-1 0-230,0-1 0,1 1 0,1-1 0,-1-1-872,1 0 1,2-3 0,0 0-1,2-2 1,2-5 0,3-4 1015,0-2 0,2-7 0,2-3 1</inkml:trace>
  <inkml:trace contextRef="#ctx0" brushRef="#br0">15435 5694 8390,'0'6'670,"0"-3"1,0 1 0,0 1-64,-2 0 0,1 2 1,-2 0-1,1 1 212,0 2 0,-2-1 0,2 3 0,-1-1-87,1-1 0,-2 1 0,2-3 245,0-1-758,2-3 1,2-9 0,2-5-452,2-1 0,-1-3 0,2 1 1,0-1-114,1-1 1,3 2-1,-2-1-88,0 2 1,1 0 0,-1 2 0,-1 1-1,1 1 119,-2 3 0,0 1 0,-2 5 0,-1 2 443,-2 3 1,-2 3 0,0 4-1,0 1 36,0 1 0,-1 0 1,-1 1-1,0-2-918,2-2 1,0-1 0,0 0 0,0-3-887,2-1 1,1-2 1504,3-5 0,3-3 1,0 0-1</inkml:trace>
  <inkml:trace contextRef="#ctx0" brushRef="#br0">15771 5641 8722,'-6'-2'0,"1"0"718,-1 0 1,0 0 0,0 0 0,-1 0 100,-1 2 0,2 0 0,-3 2 0,2 0-386,-1 2 0,0 0 1,3 2-1,0 1-397,1 1 1,3 1-1,-1-1 1,1 1-90,1 3 0,1-3 1,0 1-1,2 1 355,0 0 0,0 1 1,2-1-1,-2-1 23,0-3 1,-1 2-1,-2-1 1,-1-1-227,-1 0 0,-1-4 0,-4 1 0,0-2-337,-1 0 1,0-2-1,0 0 1,-1 0-583,-1 0 1,2-2 0,3 0 0,0-2-274,1 0 1,4-2 0,0-1 272,3-1 1,5-3 0,1 2 0</inkml:trace>
  <inkml:trace contextRef="#ctx0" brushRef="#br0">15889 5617 8009,'-8'3'409,"-2"1"1,3 1 0,1 2 0,2 0 409,1 0 0,0 1 0,3 3 0,0 1 0,0-1 0,0-2 0,0 2 0,1-2-518,1-2 1,-1 0 0,3-2-115,0-1 1,0-1 0,0-4-1,0-1-344,1-2 1,1-1-1,0-2 1,0 0-292,0-1 1,0-2-1,0 1 1,0-1-142,0 0 0,0 2 0,1-1 0,1 0 79,-1 0 0,-1 3 0,-1 1 0,-1 0 337,0 2 1,-1 1 360,-1 6 0,-1 1 1,-1 5-1,0 0 24,0 1 0,0-1 0,0 0 0,0 0 66,0-1 1,0 0 0,2-2 0,2-1-54,1-3 0,1-2 1,1-2-1,1 0-107,2-3 1,2-5 0,2-3-1,3-3-144,-1-2 0,1 1 1,-1 1-1,-1 0-920,-1 0 1,-5 4-1,2-1-147,-2 1 1,-2 4 0,-3 3 854,-2 5 1,-4 7-1,-2 1 238,-1 3 0,-3 2 0,-1 1 0</inkml:trace>
  <inkml:trace contextRef="#ctx0" brushRef="#br0">16172 5723 8009,'4'0'-88,"0"-1"637,1 0 1,0-3 0,1-2 0,2-2-1,2-2 57,1-1 1,2-2-1,0 0 1,1-2-401,-1 0 0,-1-2 0,-1 4 1,-3 1-148,-2 2 0,-4 3-59,0-1 1,-4 4 0,-2 3 0,-1 2 162,-1 3 0,0 2 0,1 1 0,0 2-83,1 2 1,0-2 0,-1 2 0,1 1-243,2-1 1,2 0-1,0 1 1,0 0 12,0 0 0,2 0 0,2-1 263,1-1 0,1 0 0,0-2 0,0-2 0,0 0 332,0-2 1,0-3 0,0 0 0,2-3-79,-1-4 1,4-2 0,-2-5 0,2-1-280,0-4 0,2-2 0,5-4 0,0 1-179,-1-1 1,4 3-1,0 2 1,2 4-327,-2 3 1,0 5 0,-5 5-1,-2 3-404,-2 3 1,-2 1 0,0 5 0,-3 2-633,-2 1 0,-1 1 1452,-2 0 0,3 1 0,-2 3 0</inkml:trace>
  <inkml:trace contextRef="#ctx0" brushRef="#br0">16738 5753 7734,'4'-3'3171,"-2"-1"-2567,-2-1 0,1 1-604,1 0 0,1-3 0,3-2 0</inkml:trace>
  <inkml:trace contextRef="#ctx0" brushRef="#br0">11055 6501 7734,'0'6'228,"0"-2"1,0 0 1224,0 0 0,0 0-634,0 0 0,-1-3 0,-1 1 0,-2-1-212,-1-1 1,-1-1 0,2-1 0,-1-3-299,-1-2 0,0 1 0,-2-3 0,1 1 94,-1 0 1,1-1 0,-1 0 0,0 1-303,0-1 1,-2-1-1,2 2 1,1-1-142,-2 1 1,0-3 0,-3 2-1,0-1 11,1 0 1,1 3-1,0-3 1,-1 1-128,0 0 1,1-1 0,1-1 0,0 1 146,0 0 0,2 3 0,-1-1 48,1 1 1,-1-1-1,-1-2 80,-1 1 0,2 1 0,2 2-7,0 0 0,3 2 0,0 1 1,1 0 342,0-1 0,0 0-290,2-2 0,0 3 0,-2-1 1121,0-1-690,0 2-387,2 1-203,0 2-60,3 0 0,-2 0 66,3 0 1,0 2 0,2 0-39,0 2 0,0-2 0,0 1 0,0-1 60,0 0 1,0 0 0,0 0 0,1 0 21,1 1 1,0-2-1,-2 1 1,0 0 161,0 0 1,-2 0 0,0-2 938,0 0-979,-1 0 0,-1-1 0,-5 0 0,-2-3-218,-2 1 1,-4-2 0,1 1 0,-1-1-6,-3-1 1,1 2 0,-1 2 0,0 2-54,0 0 0,1 0 0,2 1 0,0 2 85,1 3 0,3 4 1,0-1-1,2 2-187,1 1 1,2-4-1,0 4 1,2-1-621,0 0 1,0-2 0,2-1 0,2-1-1,1-1 1,1-3 0,0 1 0,0-2 107,0 0 0,0-2 0,0 0 0</inkml:trace>
  <inkml:trace contextRef="#ctx0" brushRef="#br0">11591 6254 7735,'-4'0'1638,"1"0"0,0 2-898,-1 2 1,3 7-1,-2 3 1,1 5-86,-2 5 0,1 3 1,-1 6-1,3-16 0,0 1-372,0 0 0,0 0 0,0-1 0,0 0 1,-1 15-838,0-4 1,2-4 0,0-9 0,0-3-267,0-4 1,0-4 0,0-4 0,0-4-2458,0-1 2973,0-3 1,0-4-1,0-3 1</inkml:trace>
  <inkml:trace contextRef="#ctx0" brushRef="#br0">11361 6301 7735,'-3'-1'465,"0"0"0,1-2 354,0 0 0,3 0 0,4-2 0,4-2 0,5-2 0,6-1 0,5-1 0,4-1-351,1 0 0,-13 7 0,-1 1 0,0 0 0,1 0 0,-1 1 0,1 0 187,0-1 0,0 2 1,11-2-1,1 2 0,-4 2-1748,-2 0 1,-5 0 0,1 0 745,-2 2 0,-1 2 1,-5 2-1</inkml:trace>
  <inkml:trace contextRef="#ctx0" brushRef="#br0">11827 6283 7791,'-6'0'1638,"2"0"0,0 1-819,0 1 0,1 1 0,1 3 0,1 1 0,1 3 0,-2 0 0,0 6 0,1 0 0,0 1 0,1 2 0,0-1 0,0 1 160,-2 0 0,1-4 1,-1 0-936,-1-2 1,2-3-101,-1-3 1,2-3 0,0-5-96,0-4 1,2-3 0,2-3-1,1 2 1,1-3-121,0-1 0,0 3 0,0-2 0,1 2-177,0 0 1,0 0-1,1 2 1,-2 1 240,0 0 1,0 4 0,0 2 238,0 2 0,-2 3 1,-1 5-1,0 2 18,-2 2 1,0 1 0,1-1 0,0 1-790,-1-1 0,0-2 0,-1-2 0,0 1-900,2-1 1,-1-2 1251,1-3 0,1 0 0,0 2 0</inkml:trace>
  <inkml:trace contextRef="#ctx0" brushRef="#br0">11998 6383 8504,'3'3'1638,"0"-2"0,-3 3-819,2 1 0,-1-2 0,2 1 0,-1 1-366,0 2 1,0 0 0,-2 1-1,2-2-2092,0 0 1,1 0 1257,-1 0 1,3 0 0,-2 0 0</inkml:trace>
  <inkml:trace contextRef="#ctx0" brushRef="#br0">12098 6265 7776,'0'-6'1863,"0"1"-771,0-1 0,0 2 0,1 0-49,1-1 0,1 2 0,3 0-915,0 0 1,0-1 0,0 2-1,-1 1 1,1 0-414,0 1 0,0 0 0,0-2 497,0 0 0,-2 0 0,-1 2 155,0-2 0,-2 1-353,-3-1 0,-1 1 1,-2 2-6,1 1 1,-2 1-1,3 3 1,-3 0 245,0 0 0,0 3 1,1 0-1,1 1 442,0 2 0,0-2 1,0 4-92,0-1 1,3 0 0,-1 2 0,1-1 0,1 1-86,0 0 0,3 0 0,1 1-334,1-2 0,-1-2 0,-1-3 0,0-1 0,0-1-187,0-1 1,-2-2-821,-1 0 1,-2-3 0,-2 1 0,-1-1-1,-1-1 1,-2 0 0,-1 0 0,0 0-1,-1 0 1,-1 0 0,-1 0 0</inkml:trace>
  <inkml:trace contextRef="#ctx0" brushRef="#br0">12587 6295 7820,'0'6'295,"0"0"0,-1 0 0,-2 2 360,0 2 0,-1 4 1,-2 1-1,0 2 0,0 2 164,0 0 0,2 0 0,0 2 0,0-2 819,-2-2 0,3-6-980,1-1 1,2-7-204,2-5 0,-1-2 1,3-6-1,1-1-145,0-2 0,0 0 1,0-2-1,2-1-536,-1-1 0,1 1 0,1-3 0,-1 1-260,1 0 0,0 4 0,0-3 0,0 2-45,0 2 1,-1 3 0,1 3 0,-2 2 177,0 3 1,-1 3 0,0 3 0,-2 4 466,0 2 1,-1 3 0,-2 2 0,0 3 16,0 0 1,0-1 0,0-2 0,0 0 570,0 0 0,-2-4 1,0 0-1,1-2 584,0-2 1,1-2-1126,0-1 1,1-6-1,1-1 1,2-4-138,1-3 1,1 1 0,0-3 0,0-1-440,2 0 0,-3 1 0,2-1 1,1 0-56,-2 1 0,1 2 0,-1 2 0,0 2 20,-1 0 1,1 2-1,0 3 297,-2 2 0,0 5 1,-1 4-1,-1 1 386,1 1 0,1 0 0,-1-1 0,0-1 192,1 0 0,2-1 0,0 2 0,-1-2 61,1 0 0,1-2 0,1-1 0,1-2-126,0-2 1,2-2-1,-1 0 1,2-3-141,2-3 0,-1-1 1,2-2-1,-1-2-132,-1 0 0,-1-1 0,-1-1 0,-3 1-155,-1 1 0,0 0 0,-4 0 0,0 1-16,-1 0 0,-2 2 0,-1 1 0,-2 0 172,0 1 1,-1 3 0,-4 1-1,0 2 115,-1 2 1,1 1-1,-1 4 1,-1 1-16,1 1 0,0 3 1,-1 0-1,2 1-100,-1 1 0,3 2 0,-2-1 0,4 1-576,2 0 1,1-2-1,2 2 1,2 0-334,2-2 1,3-3 0,3 1 0,2-3-274,1 0 1,0-6 0,2 1-547,0-2 1,1-3 818,1-1 1,2-4 0,1-3 0</inkml:trace>
  <inkml:trace contextRef="#ctx0" brushRef="#br0">13189 6354 7820,'0'-6'1092,"0"-1"0,0 0 0,0-1 0,0-2 0,0 3 0,0-3 546,0 2 0,-1 1-819,-1 3 0,0 1 0,-3 4 0,-2 1 0,1 4 0,-1 3 0,1 3 0,1 2 0,-1 2 0,0 1 0,0 0 0,0 1-852,0 0 1,3-2 0,1-2-1,1-1-787,1-2 1,0-1 0,1-1 0,1-2 47,2-3 1,3-2 0,2-2 0,0-2 770,1-4 1,-1-4-1,0-1 1,0-1-84,-2-2 0,2 0 0,-1 1 0,-1-1 274,-1 1 0,-2 0 0,-2 2 0,0 2 1041,0 1-1173,0 1 0,-4 4 1,-2 3-1,-1 4 0,0 4-172,1 4 0,1 1 0,-3 2 0,2 0-491,0 0 0,2-2 0,1 3 0,0-2-215,1-1 1,0-1 0,1-2 0,0-2-2458,3-2 2457,2-3 1,0 0 0,-1-3 0</inkml:trace>
  <inkml:trace contextRef="#ctx0" brushRef="#br0">13313 6377 7820,'3'-9'270,"2"1"0,-1 2 1,1 1 821,1 1 0,0-1 0,0 3-273,0 1 0,-2 3 0,-1 2 0,0 2 0,1 1 0,-3 1 0,1 1 0,-1 2 0,-1 0 0,0 2 0,0-1 0,-1 1-344,-1 0 1,1-4 0,-3 2 0,1-1-615,0-3 0,2-1 0,-2 0-2,0-2 0,3-2-679,-2-4 1,1-4 0,2-4 0,1 0-1,4-2 1,0 3 0,3-4 0,-1 0 230,-1 0 0,3 3 0,-2 1 0,0 0 424,0 2 0,-1 1 0,1 2 1,-2 2 279,0 2 0,-2 2 0,0 3 0,-2 2-54,-1 3 0,1 2 1,-1 0-1,2 0-450,0 0 0,-1-3 1,1 1-1,0-2-431,1-1 1,0-3 0,4-1 0,-1-1 244,1-3 0,1-2 0,1-6 0,1-2 315,1-2 1,0-3-1,1 0 1,1-1 259,2-1 0,-3 1 0,2-1 0,-2 0 370,1 1 0,-6 2 0,1 1 1,-3 4 721,-5 2 0,-1 4 0,-1 2-273,-3 2 0,-2 0 0,0 2 0,0 3 0,-2 2 0,1 0 0,0 3 0,-1 1 0,1 0 0,0 0 0,-1 1 0,2 1 0,0 0 0,0-2 0,1 1 0,0-1-527,1 0 1,3-1 0,-1-1-1,1 0-1385,1 0 1,0-2 0,0 1 272,0-1 1,0-1 0,0 0 0</inkml:trace>
  <inkml:trace contextRef="#ctx0" brushRef="#br0">12033 6914 8068,'-6'2'762,"2"0"1,1 2-1,0 3-144,0 2 1,1 5 0,0 2 0,2 4 200,0 3 0,0 4 0,0 4 0,0 1-473,2 1 1,0-6-1,1-1 1,0-3 411,0-5 1,-1-5 0,0-6-73,-2-5 1,0-7 0,0-7 132,0-3 0,0-1 0,-2-4 0,0-1-421,1-2 0,0-2 1,1 1-1,1-3-634,1 1 0,-1-3 1,3-1-1,2-2-161,-3 15 1,1 1-1,3-15 1,3 1-1,0 3-3,1 3 0,1 7 0,-2 3 0,0 4 325,0 4 0,-1 5 0,-1 1 0,1 4-70,1 3 0,-1 2 0,1 4 0,0 0 269,1 3 1,1 2-1,0 1 1,0 2-110,0 2 1,-3-5 0,1 3-1,-2-1 804,-1 1 0,-3-4 0,-2-1 0,-1-2 0,-1 0 0,-3-5 0,-1 4 0,-4-1-752,-1-2 0,-3 1 0,-1 0 0,-2 1-84,0 0 0,2-1 1,-1-1-1,1-2-453,-1 1 1,2-3 0,-2 0-1,2-2-623,3-1 1,0 0 0,3-2-1,0 1 1,3 0 0,2 0 272,2 0 1,3 0 0,3-2 0,2-1-2458,2-1 2457,0-4 1,9-3 0,-2-3 0</inkml:trace>
  <inkml:trace contextRef="#ctx0" brushRef="#br0">12481 6884 9133,'-6'-3'1092,"1"0"0,-1 3 0,0 1-273,0 1 0,-2 2 0,-1 4 0,0 4 0,-1 3 0,-2 3 0,0 1 0,-1 2 0,2 2 0,3-2 0,1 3 0,2-1-354,3-3 1,3-5-1,3-3 1,5-2-982,3-4 0,4-3 0,3-2 0,1-3 10,1-3 0,-3-5 0,1-3 0,0-3 234,-1-1 0,-4-1 0,-3-1 0,-2-2-13,-2 0 1,-3 2 0,-3 0 0,-2 2-536,-5-1 1,-2 6 0,-3-4 0,-2 3-1,-1 3 1,2 1 0,0 5 0,0 2 630,1 2 0,1 2 0,-2 2 1</inkml:trace>
  <inkml:trace contextRef="#ctx0" brushRef="#br0">13089 7214 7742,'-3'6'1356,"2"-2"0,-1 0 1920,2 1-2184,0-3 0,0-6 0,2-7-309,2-3 1,2-2 0,-1-3 0,2-2-352,1-2 0,-2-2 0,3-4-191,-1-1 0,-1 2 1,1-1-1,-2 0 0,-2 0-216,-2 0 0,0 4 0,0 6 0,0 2 171,-2 4 0,0 4-275,0 1 1,-2 5 0,0 4-225,1 4 1,0 3-1,2 5 1,0 1-57,1 4 1,2 0-1,-1 3 1,0 0 519,2 0 0,-2-1 1,1-1-1,0-1 433,2-3 0,0-4 1,1 0-225,1-4 0,2-4 0,-1-4 0,1-4 1,2-4-43,0-3 1,-1-5 0,3 0-1,-1-2-631,-2 0 1,1 0 0,-1 2 0,-1-1-154,-2 0 0,-1 3 0,-1 0 0,-1 0-144,1 2 1,-2 3-1,0 2 264,-2 2 0,0 4 0,-2 4 284,0 5 1,0 5-1,-1 4 1,0 4 211,-1 4 0,-2 2 0,0 2 0,0 3-162,0 1 1,1 0-1,-1 0 1,0-1-548,2-3 0,0-7 0,2-2 1,0-5-58,0-3 0,0-5 0,2-3 0,2-1-214,2-2 1,-2-3 0,1-3 0,3-2-820,0-1 1,0-1 1275,2-4 0,2-1 1,3-3-1</inkml:trace>
  <inkml:trace contextRef="#ctx0" brushRef="#br0">13619 6920 8915,'0'-6'819,"0"0"0,0 0 0,0 0 0,0 0 273,-2 0 0,0 2 0,-2 1-273,0 0 0,-2 2 0,-1 4 0,-1 3 0,1 3 0,-2 3 0,1 1 0,-1 4 0,1 2 0,-1 0 0,3 4 0,-1 0-1317,2 1 0,3-1 1,0 2-1,1-4-279,1-1 1,3-8-1,3 1 1,2-3 314,1-5 1,1-3-1,1-4 1,0-5 416,1-4 1,-4-3 0,3-4-28,-2 0 1,1-3-1,-2-2 1,-1 0-374,0 0 1,-4-1 0,-1 5-1,-1 0 1,-1 2-487,0 2 1,-3 5 0,-1 2 320,-1 5 1,2 3 0,1 2 0,1 4 609,1 3 0,0 3 0,0-1 0</inkml:trace>
  <inkml:trace contextRef="#ctx0" brushRef="#br0">13873 6872 8657,'-3'6'1092,"1"0"0,-3 0 0,1 1-273,-1 1 0,3-1 0,-1 3 0,1 0 0,0 1 0,0 2 0,2 0 0,0 4 0,0 2 0,0 0 0,0 2 0,0 0-15,0 2 1,0-3-1,-2 1 1,0-3-475,1-3 0,-2-4 1,1-2 348,-1-4 1,1-3 0,0-4-515,2-4 1,0-6-1,0-3 1,0-3-166,2-2 0,2-1 0,1-2 0,1-1-325,0-2 1,0 1-1,0-3 1,0 0-496,0 0 1,0 1 0,0-4 0,-1 3 170,1 2 1,0 7 0,-2 2 0,0 5 636,1 5 1,-2 3 0,1 4-95,1 2 0,0 2 0,1 4 0,2 0 129,-1 1 0,2-1 0,-2 2 0,1 0 413,-1 2 1,0-3 0,-2 1 0,0-1 382,-2 0 0,-1-2 0,0 1 0,-2-2-192,0 0 1,0 0 0,0 0 0,-2-2-628,-2 0 0,-1 1 0,-1 2 0,-1 1 0,-1-1 0,2 1 0,-3 1 0,1 0 0,1 2 0,-2 0 0,2 2 0,0 1 0,1-1 0,0 0 0,3-2 0,0-1-129,1 0 1,1-1 0,2 1 0,1-2 4,2-1 1,4-2 0,1-1 0,1-2-135,0 1 0,-1-2 0,3 1 0,0-2-562,0 0 1,-2 0 0,-1 0 0,1 0-1,-1-2 1,1-2 0,-3-2 0,1 1-2458,-1-1 2457,-1 0 1,3-5 0,0-2 0</inkml:trace>
  <inkml:trace contextRef="#ctx0" brushRef="#br0">14232 7091 7742,'-5'2'0,"-1"0"0,2 1 0,0-1 819,-1-3 0,3-2 0,0-5 0,1-3 0,1-2 0,0-2 0,1-4 0,0-2 0,1-2 0,2 0 0,-2-3 0,1 0 0,0 1 0,-1 4 0,-2-4 0,0 1-1116,0 1 0,-2 4 0,-1 5 1,0 1-425,1 4 1,-3 3 600,1 2 1,2 2 107,0 4 1,2 0 0,2 3 0,2-2 559,1 0 1,1 1 0,0-2 0,2 1 251,2 0 0,-1-1 0,1-2 0,1 0-135,2 0 0,0 0 1,3 0-656,0 0 1,1-2-1,-1-1 1,-1 0-1,-2 1-830,-2 0 1,-3 0 0,0 0 0,-2 1-820,0 0 1,-3 2-1,-1 1 1,-2 1 818,-2 3 1,-4 0 0,-3-1 0</inkml:trace>
  <inkml:trace contextRef="#ctx0" brushRef="#br0">14238 6955 8310,'0'6'655,"0"0"0,3-3 1,2-1-1,2-2 0,3-2 164,1-2 0,2-2 0,2-1 0,-1-1 0,1 1 0,-2 0 0,-1 2 0,0 1-1530,0 0 0,-2 2 0,-1 0 0,-1 2-382,0 0 1,-4 0 0,-1 0 272,0 2 1,-1 2 0,-2 2 0</inkml:trace>
  <inkml:trace contextRef="#ctx0" brushRef="#br0">14291 7067 7742,'-5'6'1312,"1"-2"1,0 0 325,2 0 0,1 1-819,5-1 0,1-2 0,6-4 0,2-2 0,-1-1 0,1-1 0,-2 0 0,1 0-2458,0 0 1,0 2 897,0 0 0,2-2 0,1-3 0</inkml:trace>
  <inkml:trace contextRef="#ctx0" brushRef="#br0">14987 6766 7742,'-4'0'808,"0"0"11,0 0 0,1 1 0,1 1 0,1 3 0,-1 2 0,1 3 0,0 6 0,2 4-164,3 5 0,2 3 1,1 3-1,-3-15 0,1 1-15,4 15 0,-1-5 0,1 0 0,0-4-429,0-6 1,-2-10-1,1-1 1,-1-4 52,-1-2 0,0-3 0,-1-2 0,0-2-378,-2-3 1,1 1 0,2-2 0,-2 0-549,0 1 0,0-2 0,1-1 0,0 0 64,-1-1 0,-1 1 0,2 1-171,-1 0 1,-1 0 0,1 4 0,0 1 174,1 0 1,-2 4 0,1 3 557,-2 4 1,3 3 0,-2 1 0,1 1-75,0-1 0,2 2 1,2-2-1,0-1 633,0 0 1,-1-2-1,1-1 1,1-2 295,0-1 0,3-7 0,1-4 0,2-5 0,0-4 0,-1-5 0,1-3 0,-1 0-775,-1-1 1,-5 6 0,-3-1-1,-1 2-563,-3 2 0,0 7 0,-2 3 1,-1 3-302,-2 4 1,-1 1 0,-1 4 0,0 3-1,0 3 1,2 4 0,1 1 0,0-1-1,2 2 1,0-5 0,1 1 0</inkml:trace>
  <inkml:trace contextRef="#ctx0" brushRef="#br0">15642 6760 8115,'-2'-5'540,"0"-1"0,-3 0 0,1 0 279,-4 0 0,3 3 0,-2 1 0,-1 1 0,-1 1 0,0 1 0,-3 3 0,0 4 0,0 3 0,0 4 0,1 2 0,1 2-107,0 2 0,5 1 0,0 2 0,2-1-575,4-2 1,4-1 0,7-4 0,2-3-931,3-6 1,-1-4 0,4-2 0,-1-3-61,1-3 0,-4-6 1,1-3 811,-4-1 0,-1-1 0,-4-2 0,-2 1 0,-1 1-126,-3 0 0,-1 1 0,-2-1 0,-1 2-362,-2-1 1,-1 3 0,-1-1 0,-1 2-292,0 4 1,0 1 0,-1 2 0,2 2-820,0 4 1,0 1 1510,3 3 0,-3 2 0,3 2 0</inkml:trace>
  <inkml:trace contextRef="#ctx0" brushRef="#br0">15883 6766 7742,'-6'8'421,"1"0"0,-1 1 0,2-2 0,0 1 76,2 2 0,-1-1 1,2 4-1,-1 1 322,1 1 0,0 2 0,1 1 0,0 0 0,0-1 0,0-1 0,0-2 0,0 0 2457,0-3-2747,0-3 0,0-4 0,0-6 0,0-6-246,0-4 0,1-4 0,0-4 0,2 0-405,0-1 0,0-3 0,2 1 0,-1-2-672,0-2 0,-1 2 0,1-1 0,1 1 67,0 0 0,1 3 1,-1-1-1,0 2 342,-1 4 1,0 5 0,2 5 772,0 2 0,0 5 0,-1 5 0,1 2-148,0 3 0,1 1 0,0 3 0,1 0 119,2 1 0,-2-1 0,1 1 1,-1-1 91,-1-1 1,-1-2 0,-2-1 0,1-1 222,0 1 1,-3-4 0,-1-3 139,-2 0 1,-2 1 0,-4-2-1,0 0-720,-1 1 1,-2 0 0,0 2 0,1 0-58,-1-1 1,1 0 0,-1 1 0,1 2 46,1 1 0,3-2 0,-1 2 0,2-1-353,0 1 0,2-1 0,2 1 0,2 0-551,2 0 1,4 0 0,1-2 0,1 0-1,0 0 1,0 0 0,2-1 0,-1 1-1,-1 0 1,1-1 0,-2 0 0,0 2-2458,-1-1 2946,-1 1 1,-2-1-1,1-1 1</inkml:trace>
  <inkml:trace contextRef="#ctx0" brushRef="#br0">16231 6990 7742,'-6'0'1037,"0"0"1,2 0-1,1 0-218,-2 0 0,2-5 0,1-3 0,2-3 273,2-3 0,2-3 0,2-5-695,-1-1 0,1-2 1,0-2-1,-3 1 0,-1-1-472,-1 1 0,-1 2 1,0-1-1,0 0-100,0 1 0,-1 0 1,-1 3-1,-1 4-531,-3 2 1,0 6 0,1 1 390,-1 4 0,2 2 553,2 4 0,2-1 0,0 3 0,3 1-143,3 0 0,0-1 0,4 0 0,1 0 199,0 1 0,1 1 0,-1-2 0,2 0-130,1-2 1,-2 2 0,3-2-1,-1 0 95,2 1 1,-1-3 0,0 2 0,0-1-802,0-1 1,-2 0 0,0 0 0,-2 0-1098,-3 0 1,-3 1-1,-1 1 1,-2-2 1595,-4 2 0,-4 1 0,-3 1 0</inkml:trace>
  <inkml:trace contextRef="#ctx0" brushRef="#br0">16532 6542 7742,'0'4'1638,"0"0"0,0-2-546,0 2 0,0-2 0,-1 1 0,-1 0 0,1 0 0,-2-1-273,0 2 0,-2-1 0,2 1 0,-1 0-492,-2 2 1,1-1-1,-3 2 1,-1 1-77,-1 2 1,-1 1 0,-1 3 0,-1 0-160,-1 1 0,-3 1 1,2 1-1,0-1 66,-1 0 0,3-2 1,0 0-1,2-1-129,1-2 0,3-3 0,-1-1 0,1-1 295,-1-2 1,3-1 0,-1 1 406,1 0 0,0-2 1223,1 2-1954,2-2 0,2 0 0,5-2 0,-3 0 0,4 0 0,-1 0 0,0 1 0,-1 0 0,0 2 0,1 0 0,0-1 0,1 2 0,1 0 0,0 2 0,1 0 0,1 0 0,2 1 0,0 1 0,0 1 0,-1-1 0,1 1 0,0 3 0,-1-3 0,1 1 0,-1-2-303,-2-1 1,-2 0 0,0-1-2975,-2 0 2184,-2-3 1,-2-1 0,-2-2 310,-2 0 1,-2-5 0,1-1-1</inkml:trace>
  <inkml:trace contextRef="#ctx0" brushRef="#br0">16721 6413 8181,'4'-1'248,"-1"-1"1,-1 1 168,0-3 1,0 2 0,1-1 2145,0 0-1868,-1 1 0,0 5 1,-2 3-1,0 4-198,0 3 0,0 1 0,0 3 0,0 3-303,0 2 0,0 1 1,0 4-1,0 2-449,-2 2 1,-2 0-1,1-14 1,0 0 0,0-1-1,0 1-565,-2 15 1,-2-7 0,0-1 0,-1-3-2458,1-4 2729,0-6 1,1 3-1,0-5 1</inkml:trace>
  <inkml:trace contextRef="#ctx0" brushRef="#br0">16662 7002 7893,'-4'1'473,"0"0"2621,-1 1-3439,3 0 1,0-2-1,4 0-909,1 0 0,1-1 1254,0-1 0,2-1 0,3-3 0</inkml:trace>
  <inkml:trace contextRef="#ctx0" brushRef="#br0">17015 6348 8065,'-2'-9'350,"1"3"0,-1-2 0,1 1 2817,1 2-1869,0 1 1,0 11-897,0 5 1,0 5-1,0 1 1,0 3-1,0 3-244,0 1 0,-2 1 1,-2 2-1,-1 2-217,-1 2 0,-1-1 0,4-14 1,-1 1-1,0-1 0,0 0-791,-6 15 1,3-6-1,-1 1-243,2-2 1,0-3 0,3-4 698,1-1 0,-2-4 0,1 1 1</inkml:trace>
  <inkml:trace contextRef="#ctx0" brushRef="#br0">16939 7014 8814,'-6'0'1192,"-2"0"0,0 0 278,1 0 168,3 0 0,4 0-1038,4 0-600,1-3 0,1 3 0,0-3 0</inkml:trace>
  <inkml:trace contextRef="#ctx0" brushRef="#br1">2862 7481 8096,'5'-9'-352,"0"2"0,-3-1 749,1-2 1,0-1 0,-3 2 1240,0 0 0,0 0 1638,0 0-2457,0 4 0,0 3 0,0 7 0,0 6-599,0 5 0,-1 1 0,-1 8 0,-2 2-264,-1 1 0,2 6 0,-3-1 0,-1 2-650,-1 1 1,2 0-1,1-1 1,0-1-127,0-2 1,2-7 0,-2-1 0,1-4-1,2-2 1,1-4 0,1-1 0</inkml:trace>
  <inkml:trace contextRef="#ctx0" brushRef="#br1">3023 7588 8096,'-8'14'0,"1"-1"124,1 0 1,3-2-1,-2 4 1,0 1 694,0 1 0,3-1 0,0 1 0,1 2-250,1 0 1,0-3 0,0-2 0,0-1-1663,0 1 1,1-6 0,1 0-1,4-3 1,-1-3 0,0-6 776,-1-5 0,3-8 0,-2-5 0</inkml:trace>
  <inkml:trace contextRef="#ctx0" brushRef="#br1">3086 7346 8096,'-1'-9'0,"-2"0"0,1 4 0,-4 2 1092,-1 2 0,3 2 0,1 2-273,2 3 0,1 2 0,0 2 0,0 2-1609,0 3 1,1-1 0,1 1 789,1 1 0,4 1 0,-2 1 0</inkml:trace>
  <inkml:trace contextRef="#ctx0" brushRef="#br1">3257 7579 8798,'-4'9'1092,"-2"0"0,-2 0 0,0 0-273,2 0 0,1-3 0,3 0 0,-1 1 0,1 1 0,1 2 0,1 1 0,0 2 0,0 1 0,0-2 0,0 2 0,0-1-420,0-2 1,0-1-1,0-1-709,0 0 251,0-4 0,1-2 0,1-6 0,2-4-42,1-4 0,1 0 0,3-3 0,0-1 25,0-2 1,0 3 0,1-5 0,1 0-549,1 0 1,0 5 0,-1-3 0,1 3 81,-1 3 1,-1 1-1,-1 2 1,0 2 421,0 3 0,-3 3 0,-1 3 0,0 3 564,0 2 0,-3 5 0,1 2 0,-2 2-77,-1 1 0,0 0 0,-1 0 1,-1-1-83,-1-2 1,0-1 0,3-3-289,0 1 1,4-4 0,2-6-80,2-4 0,2-3 1,1-5-159,1-2 0,3-2 0,-2-4 0,1 0 0,2 0-90,1 0 0,1 4 0,-1 2 0,-2 2 64,-3 1 0,1 4 1,-1 3 139,-1 4 0,-6 7 1,-2 6-1,-2 2 335,-1 1 1,0 4 0,0 1 0,-1 1-490,-2 0 0,0-1 0,-4 2 0,1-2-540,-1 2 1,-1-5 0,-1-1 0,0-1-820,0-2 1,0-4 1142,0 0 1,0-2 0,0-1 0</inkml:trace>
  <inkml:trace contextRef="#ctx0" brushRef="#br1">2593 8243 8096,'-9'8'3009,"1"-1"267,2-1-1638,-2-4 0,7 1-819,-2-6 0,2-2 0,2-4 0,2 0-488,3 0 0,2-1 0,1-1 0,0-2-134,0-1 1,0 2 0,1-2-1,1 0-270,1 0 0,0 2 1,-4-1-1,2 1-337,2 2 0,-2 6 1,2-2-1,-2 4-83,-1 2 1,0 1 0,-1 2 0,-1 4 399,-1 3 1,0 4 0,2 4 0,-1 1 43,-1 2 1,0-1 0,2 3-1,-1-1-225,-1-2 0,-1-1 0,2-2 0,-1-2-800,1-3 0,1-2 0,1-2 486,0-2 0,0-2 0,0-4 0,0-1-232,0-2 1,-3-2 0,-1-4 0,0 0 709,0 0 0,-3 0 0,2 0 0</inkml:trace>
  <inkml:trace contextRef="#ctx0" brushRef="#br1">2709 8386 8096,'-9'0'1473,"0"0"0,3 0-381,0 0 0,4 0 0,-1-4-273,2-5 0,5-2 0,3-7 0,4-4-69,4-3 0,6-7 0,3-2 1,3-3-829,3-1 1,-4 6-1,1-1 1,-2 3-743,-3 4 1,-8 9 0,1 3 0,-4 6-274,-2 5 1,-4 3 0,-2 3-547,-2 3 1,-1 2 818,0 1 1,0 0 0,0 0 0</inkml:trace>
  <inkml:trace contextRef="#ctx0" brushRef="#br1">3122 8162 8588,'-4'5'1135,"0"0"0,-3-3 503,1 1 0,3 0 1638,-3-3-1638,4 0 0,-3 0 58,2 0-166,2 0 1,-2 0-1239,6 0 0,2 0 0,4 0-483,0 0 0,0 0 0,0-1 0,1-1 0,1-2-141,1-1 0,1 2 0,-2-2 0,1 0 158,-1 0 1,-1-1 0,-1-3-1,0 1 407,0 2 0,-1-2 1,-1 2 91,-1-2 1,-3 0-1,2 2-18,-1 0-285,-1 4 1,-3 2 0,0 6-559,0 2 0,0 0 0,0 1 145,0 0 1,3 0 0,0 0 0,-1 0-268,-1 0 0,-1 0 1,0 0-342,0 0 0,0 0 1,0 0-95,0 0 1,0 0 0,0 0-2185,0 0 3101,0-4 0,-4 3 1,-1-3-1</inkml:trace>
  <inkml:trace contextRef="#ctx0" brushRef="#br1">3499 8189 7702,'-9'8'251,"0"-1"0,0-1 568,0 1 0,3-3 0,1 0 0,0-1 761,0 0 0,3 1-761,-1-1 0,3-2 0,3 2 0,3-3 0,2-3 0,2 1 0,1-3 0,2 0-987,1 0 0,-2 2 0,2-2 0,0 1 242,0 2 1,-2-2 0,2 1 0,-1 0-1168,-2-1 1,2 3 0,-2-2 272,0 2 1,3-3 0,0-1 0</inkml:trace>
  <inkml:trace contextRef="#ctx0" brushRef="#br1">3840 8010 8086,'-6'0'1638,"0"0"0,3 0 1638,-3 0-2184,4 0 0,-2-1 0,5-2-273,2-3 0,-1 1 0,4 0 0,1 1 0,1 2 0,1-2 0,0 1 0,0 0-678,0-1 0,1 3 0,1-2 1,1 2-227,-1 1 0,2 0 1,0 0-1,-1 1-136,1 2 0,0-1 0,-2 4 0,1 1 149,-1 1 0,-2-2 0,-2 0 0,-2 1 117,-1 1 0,-1 2 0,-3 1 0,0 1 216,0-1 1,-1-1 0,-2-1 0,-3 0-237,-2-1 1,-1 1 0,-1 0 0,-1 0-149,-1 0 0,0-3 0,3-1 0,0-1 20,1-2 0,-1 0 647,0 1 0,1-3-314,2 0 0,3-1 0,6-4-123,3 1 0,3-2 1,2 3-1,0 1-165,0 1 1,2 1 0,0 0 0,0 0 157,0 0 1,2 4 0,-3 3 0,-1 3 374,-1 2 1,-1 4 0,-1-2 0,-1 1-418,-1 0 1,-4 0 0,0 3 0,-4 0-59,-4 0 0,-2-1 0,-2-1 0,-2-2 0,-3-1 0,-2 2 0,-1-4 0,-1-3-820,-2-1 1,3-4 0,-3 2 0,1-1-820,-1-2 1,2-5 818,-2-3 1,6-2 0,2-1 0</inkml:trace>
  <inkml:trace contextRef="#ctx0" brushRef="#br1">4674 7615 8441,'-5'4'2952,"0"-3"-1798,2 2 0,1-2 63,-4-1 1,4-1-792,-1-2 0,3 1 0,2-4 0,2-1-313,1-1 0,1-1 0,3 0 1,0-1-134,0-2 1,1 1-1,1-4 1,2 0-183,1 2 1,-3 0 0,1 4 0,-2 0-250,-1 0 0,1 4 1,2 3 17,3 4 0,-5 7 0,-1 6 0,0 3 214,2 2 0,-3 0 0,3 4 0,0 1-68,-1 1 0,3-2 0,0-2 122,0-3 0,-2 3 0,2-7 1,-1-2-1,1-3-233,1-4 0,-3-2 1,1-4-292,-2 0 0,-1-4 0,0-2 689,0-2 0,0-5 0,0-1 0</inkml:trace>
  <inkml:trace contextRef="#ctx0" brushRef="#br1">4827 7795 7781,'-6'-6'819,"0"0"0,4 0 0,-1-4 0,3-1 0,3-1 0,6-5 0,6-1 0,3-5-255,3-3 1,2-4-1,3 0 1,2 0-775,2-1 0,-5 5 0,1-1 1,-3 1-714,-3 4 1,-5 5-1,-3 4 923,-2 3 0,-1-1 0,0 6 0</inkml:trace>
  <inkml:trace contextRef="#ctx0" brushRef="#br1">5248 7194 7843,'-5'0'263,"-1"0"0,3 0 0,-3 0 2820,-1 0-1333,3 0-1138,0 0 1,5-1-270,2-2 1,2 1-154,4-4 0,0 4 0,-2-2-136,-1 0 0,2 3 0,-2-2 0,2 2-163,1 1 1,-3 0 0,0 0 27,1 0 0,1 0 135,1 0 1,-3 1-1,-1 2 56,-1 3 0,-1-1 0,-3 1-22,0 1 0,-3 1 1,-1 0-1,-1 1 26,-2 0 0,2 0 0,-1 0 0,-1 0-41,-1 0 1,0-3 0,1-1-1,1 0-141,-1 0 1,2-3-1,0 2-274,1 0 236,1-3 1,4 3 0,3-4-38,5 0 0,0-3 0,3 0 0,-2 0-327,-1-1 1,1 3-1,1-2 1,2 2-137,1 1 1,-3 0 0,1 0 0,-2 0-158,-1 0 763,0 0 0,0 0 0,0 0 0</inkml:trace>
  <inkml:trace contextRef="#ctx0" brushRef="#br1">5392 7561 7754,'-13'5'541,"3"2"1,-2-3 0,2 0 1096,1 0 0,4 0-819,2-1 0,6-2 0,3 2 0,2-2 0,1-1 0,4 0 0,1 0 0,1 0-421,0 0 0,-1-3 0,2 0 1,-1 1-863,1 1 0,-2 0 1,0-1-1,-1-1-629,-2 1 1,2 1 0,0 1 493,1 0 0,0-4 1,4-1-1</inkml:trace>
  <inkml:trace contextRef="#ctx0" brushRef="#br1">5841 7570 8282,'-6'3'1638,"0"0"0,3 0 0,-3-3 0,4-1-819,-1-2 0,2 1 0,1-4 0,1-2-443,2-3 0,2 1 0,4-2 0,-1 1-243,-2-1 0,3 3 0,-1-3 0,3 2-227,0 1 0,-1 0 0,-2 1 0,1 2-101,0 3 0,0 2 1,0 1-1,1 1-67,2 2 0,-2 2 1,2 5-1,-1 2 129,1 3 0,-2 2 1,2 0-1,-1 1-7,1 0 0,-2 0 0,2-1 0,-2-1-428,-1-1 0,0-4 1,-1 1-1,-1-2-1040,-1-1 0,-3-4-1277,3-2 2885,0-2 0,-1-5 0,-1-1 0</inkml:trace>
  <inkml:trace contextRef="#ctx0" brushRef="#br1">5957 7705 7766,'-6'0'0,"0"0"819,-1 0 0,3-4 0,1-2 0,3-2 0,3-1 0,6-4 0,7-3 0,4-5-121,4-6 1,6-2 0,2-5 0,2-1-553,-16 16 1,0 1 0,12-11 0,2-2 0,-7 5-1297,-4 7 0,-6 7 57,-3 6 1,-6 8 0,-3 2 477,-2 6 0,-5 4 1,-1 4-1</inkml:trace>
  <inkml:trace contextRef="#ctx0" brushRef="#br1">6460 7499 7720,'-9'4'0,"0"0"0,0-1 1638,0 0 0,1 1-819,2-1 0,3-2 0,6 2 0,4-2 0,4-1 0,3-1 0,4-1 0,1-2-570,2-1 1,-2 2-1,2-2 1,-3 2-1091,0 1 1,0 1-1,-1 1 841,-2 0 0,6-4 0,-2-1 0</inkml:trace>
  <inkml:trace contextRef="#ctx0" brushRef="#br1">7025 7274 7752,'-6'9'934,"0"0"0,-1 1-275,-1 2 1,2 2 0,0 4-1,-1 1 44,-1 2 1,2 2 0,0 5 0,-1 2-400,-1 3 0,2-5 0,1 0 0,1-2-1249,2-4 0,1-3 1,1-4 124,0-3 1,1-6 0,2-4 0,3-5 519,2-6 0,1-4 0,0-5 0</inkml:trace>
  <inkml:trace contextRef="#ctx0" brushRef="#br1">7124 7382 7692,'0'-9'399,"0"0"1,1 0 0,1 0 419,1 0 0,3 0 0,-2 0 0,1 1-80,2 2 1,-2-1 0,1 4 0,1 0-282,1-1 0,1 3 1,-1-2-295,1 2 1,0 2 0,-1 2 0,-1 3-70,-1 2 1,0 2 0,2 1 0,-2 2 268,-3 1 0,1 2 0,-1 3 0,-1 0 115,-1-2 0,-1-1 1,0 2-1,-1 0-168,-2 0 1,1-4-1,-4 0 1,-1-1-333,-1-2 0,-4-1 1,0-1-1,0 0-199,-1 0 1,1-3 0,-4-1 0,2 0-61,1 0 1,1-3-1,3 1 66,0-2 169,0-1 1,8 0-1,5 0 1,5 0 232,3 0 0,4 0 0,-1 0 0,2 0-433,1 0 1,-4 0 0,0 0-1,-1 0-84,-2 0 1,-1 0 0,-1 1 0,-1 2-765,-2 3 1,-2 2 0,-4 1 866,0 0 0,-8 4 1,-2 1-1</inkml:trace>
  <inkml:trace contextRef="#ctx0" brushRef="#br1">4611 8064 8595,'-4'5'3276,"0"0"-2457,-1-2 0,3-1 0,7 3 0,8-1-164,6-2 0,10-5 1,11-3-1,-14 1 0,1 1-328,6-2 1,1 0 0,5-2-1,3 1 1,-10 0 0,2 0-1,0 1 1,3-1 0,1 0-1,0 0-54,2 0 0,1 0 0,0 1 0,0 0 0,1 0 0,0 0 0,1 1 0,0 0 0,1 1 0,-1 1 0,0 0 0,-1 1-131,1 1 0,-1 0 0,0 2 0,-4 1 0,0 1 1,1 0-1,2 1 0,0 2 0,0-1 0,0 0 1,-1 1-1,1 0-416,0 0 1,1 0 0,-2 0 0,-1 0 0,-1 0 0,0 0 0,3 0 0,1 0 0,0 0 0,-2-1 0,1 1 0,-1 0-55,-1-1 0,-1 0 0,0 0 1,-3-1-1,0 0 0,-1 0 1,12-1-1,-2 0 0,-4-2 1,-2 1 327,-6-2 0,-1 1 0,19-3 0,-5-4 0,-4-4 0</inkml:trace>
  <inkml:trace contextRef="#ctx0" brushRef="#br1">5275 8413 9253,'-9'0'1638,"3"0"0,1-1-819,1-2 0,1 1 0,4-4 0,2-2-75,3-2 0,2-1 0,2-4 1,2-1-583,3-1 1,-1-1 0,0 1-1,0 1-169,0 1 0,0 4 0,1 0 0,-3 4-120,-2 4 1,0 2-1,1 2 1,1 2-178,-1 3 0,-1 7 0,-1 4 0,1 4 36,2 2 1,-1 1-1,3 2 1,0-1-237,0-2 0,-2-2 1,2 2-1,2-1-257,1-2 0,-3-5 0,-2-4 0,-2-4-1424,-1-4 2185,0-2 0,0-5 0,0-1 0</inkml:trace>
  <inkml:trace contextRef="#ctx0" brushRef="#br1">5401 8557 9679,'-5'-4'1092,"5"-2"0,7-6 0,5-4-273,6-4 0,5-1 0,7-5 0,3-3-945,2-2 0,-3 6 1,-1-1-1,-1 2-280,-1 1 0,-7 7 0,1 1 406,-6 4 0,-4 6 0,-4 1 0</inkml:trace>
  <inkml:trace contextRef="#ctx0" brushRef="#br1">6065 8252 7702,'-9'9'819,"0"0"0,3 1 0,0 1 0,0 2-116,1 1 1,-3 1 0,3 4 0,-1 1-755,0 0 1,3 4 0,-2-3 0,1-1-1018,2-1 1,-2-2-1,0-2 1068,-1-3 0,-1 2 0,-3 0 0</inkml:trace>
  <inkml:trace contextRef="#ctx0" brushRef="#br1">5859 8422 12589,'-4'0'1638,"4"0"0,6-1-1433,5-2 1,4 1 0,5-4 0,4-1-1026,2-1 1,2-1 0,1 1 0,2-1 670,1 0 0,-3 0 0,2 0 0</inkml:trace>
  <inkml:trace contextRef="#ctx0" brushRef="#br1">6397 8252 7658,'-5'-5'1638,"1"0"0,3 3 1638,-2-1-2184,2 0 0,1 0 0,6 0-679,2 1 0,1 1 0,0 1 0,1-1-464,2-2 0,-2 2 1,2-2-1,-1 2-382,1 1 1,-2 3 0,3 1 0,-1 1-122,0 2 0,-3 1 1,-4 1 575,2 0 1,-3 3-1,-1 0 1,-2-1 0,-1-1 240,0-1 1,-2 0 0,-3 0-1,-4 0-103,0 0 0,-4-1 0,1-1 0,0-2 189,-1-1 1,3 2 0,-2-3 0,2-1 101,1-2 1,3 0-402,0 0 0,5 0 0,0 0-5,3-3 1,5 2 0,-1-2-1,2 3-425,1 3 0,0-1 0,0 3 1,0 2 245,0 1 0,0 4 0,-1 1 0,-1 1-39,-1 2 1,-4 1-1,1 1 828,-2 0 0,-5 0 1,-2 1-1,-2 0 0,-2 1 164,-2 0 0,-3-3 0,-5 3 0,-2-4-1284,-1-4 1,2-3 0,-2 0-1,0-1-355,0-2 1,5-2 0,-1-4 0,1 0-274,2 0 1,3-4 0,0-2 534,4-2 0,-6-1 0,5 1 0</inkml:trace>
  <inkml:trace contextRef="#ctx0" brushRef="#br1">7752 8001 7987,'-9'0'668,"0"0"0,0 0 0,0 0 119,0 0 0,3 0 0,0 0 2489,-1 0-2184,3 0 0,1 0 0,6 0-375,3 0 1,3 0-1,2 0 1,3 0-508,3 0 1,-1 0-1,5 0 1,-1 0-1031,1 0 1,-2 3 0,4 0 0,0-1-274,0-1 1,-5-1 0,1 0 272,-2 0 1,6 4 0,-4 1 0</inkml:trace>
  <inkml:trace contextRef="#ctx0" brushRef="#br1">7707 8189 7714,'-9'4'1638,"0"0"0,0 3-819,0-1 0,4-3 0,3 2 0,5-1 0,6-2 0,4-1 0,6-2 0,2-2 0,3-3 0,2 1 0,1 0 0,0 0-804,-1 0 1,1 3 0,0-2 0</inkml:trace>
  <inkml:trace contextRef="#ctx0" brushRef="#br1">8649 7633 17039,'-3'13'0,"-1"4"221,-1 6 0,-1 6 0,-3 10 0,0 4-495,0 7 0,0-2 0,5-21 0,-1-1 0,-3 24-546,2-3 1,2-12 0,4-8 0,0-5-2458,0-5 3260,0-9 0,0 4 1,0-7-1</inkml:trace>
  <inkml:trace contextRef="#ctx0" brushRef="#br1">8757 7875 8033,'-8'18'797,"5"0"1,-6 1 0,1 1-53,0 1 0,3 1 0,2-2 1,2 1-657,1-1 1,0-1-1,0-2-909,0-3 1,1-5 0,2-6 0,3-2-2458,2-1 3251,-3-4 0,3-5 0,-3-4 0</inkml:trace>
  <inkml:trace contextRef="#ctx0" brushRef="#br1">8855 7588 8513,'-6'0'3276,"0"0"-2184,-1 0 0,2 1 0,0 2-1054,1 3 0,1 3 1,3 2-1,0 1-1131,0-1 1,1 3 0,1 0 771,1 0 0,4 7 0,-2-2 0</inkml:trace>
  <inkml:trace contextRef="#ctx0" brushRef="#br1">8963 7875 8393,'-5'4'93,"-2"-2"0,3 4 1,0 1 725,0 1 0,-2 1 0,3 0 0,1 1 0,1 2 0,1-1 0,0 3 0,0-1 0,0-2 0,0-1 0,0-1 0,0 0 115,0 0 1,0-3 0,1-1-833,2-1 1,-1-1-1,3-4 1,0-2-402,0-3 1,1-5 0,2-2-1,0-1-109,1-2 1,-2-2 0,5-2-1,-1-1-22,1 1 0,-2 1 0,2 1 0,-1 1 114,1 2 1,-4 2-1,2 4 1,-1 1 243,-2 2 1,-3 3 0,1 4 178,-1 1 1,-1 6 0,-3 5 0,0 0 367,0 0 1,0 0 0,0-2-1,0 1 194,0-1 0,0-1-514,0-1 1,1-4 0,2-2-115,3-2 1,2-5 0,3-3 0,1-3-117,-1-2 0,2-1 0,-1 2 1,0-1-146,1 1 0,0 1 1,2 1-1,-2 1-79,0 2 0,-6 2 1,2 4-1,-2 2 30,-2 4 1,2 1-1,-4 8 1,-1 2-270,-1 3 0,-2-1 1,-1 2-1,-2-1-241,-1 1 0,2-5 1,-2 2-1,0-2 779,0-2 0,-1 3 0,-3-3 0</inkml:trace>
  <inkml:trace contextRef="#ctx0" brushRef="#br1">8380 8575 8310,'-9'8'0,"0"-1"3016,0-1-2185,0-4 0,4 1 1,2-6-13,2-3 0,2-2 0,1-1 0,2-1-9,1-2 0,1 1 0,3-3 0,0 0-625,0 0 0,0 2 0,0-2 0,0 1-25,0 2 1,1 1-1,1 1 1,1 0-263,-1 0 0,-1 4 1,-1 2-1,-1 2-86,1 1 1,0 4-1,0 3 1,0 4 29,0 4 1,0 3 0,0 3 0,0 3-292,0 2 1,0-2 0,0-1 0,0 0-63,0 0 0,0-6 0,0 0 0,0-2-513,0-2 1,-3-5 0,0 0-70,1-3 1,-3-3 0,-1-6 631,-2-5 1,-1-4 0,0-4-1</inkml:trace>
  <inkml:trace contextRef="#ctx0" brushRef="#br1">8479 8754 7899,'-13'4'732,"3"-3"0,-2 2 360,2-2 0,5-3 0,3-3-273,4-4 0,4-6 0,5-1 0,3-4 0,3-3 0,-1-6 0,8-1 0,0 0-1095,-1-1 0,0 6 0,-3-1 0,1 3 66,-1 3 0,-2 4 0,-3 3 0,-3 2-1429,-2 3 1,-1 5 1048,0 0 1,-4 6 0,-1 2 0</inkml:trace>
  <inkml:trace contextRef="#ctx0" brushRef="#br1">8864 8620 7887,'-9'0'662,"0"0"430,0 0 0,3 0 0,0 0 546,-1 0 0,2-3 1638,-1 0 0,5 0-2422,-3 3 0,5 0 1,2 0-742,2 0 1,3 0-1,1 0-239,0 0 0,1 3 0,1 0 1,1-1-220,-1-1 0,0-1 0,1-1-14,3-2 1,-2 1 0,-1-4 0,-2 0 203,-1 1 0,0-3 1,-1 2-1,-1-1 113,-1 1 1,-3-2 13,3 2 0,-3 2-151,3 1 0,-4 3 0,1 3 20,-2 3 1,0 2 0,1 1 0,1 0-111,-1 0 1,-1 0 0,-1 0 0,0 1-360,0 2 0,0-5 0,0 2 0,0-1-1011,0 0 1,0 1 1296,0-1 1,-4 1 0,-1 0 0</inkml:trace>
  <inkml:trace contextRef="#ctx0" brushRef="#br1">9259 8665 7867,'-9'5'308,"0"-2"0,4-1 1,1 0 1329,0 1 0,4-1-819,0-2 0,4-1 0,5 0 0,0-2 0,0 1 0,0-2 0,0 1 0,1 0-181,2-1 1,-2 3 0,2-2-1,-2 2-568,-1 1 1,0 0 0,1 0-71,2 0 0,-2-4 0,3-1 0</inkml:trace>
  <inkml:trace contextRef="#ctx0" brushRef="#br1">9618 8476 7340,'-9'0'3271,"0"0"-1633,0 0 0,3 0 0,0 0 0,3 0 0,-3 0 0,4-1-819,-1-2 0,3 2 0,3-3 0,3 1 273,2 0 0,2-3 0,1 3-1343,1 1 0,1 1 0,-2 1 0,2 0 0,0 0-372,0 0 1,-1 1-1,-2 1 1,1 2-2,1 1 1,-1 1 0,-4 2 0,-1-1 734,1-1 1,-3 0-1,-1 3 1,-2 0 687,-1 0 0,0-3 0,0 0 0,-1 0-373,-2-1 1,1 2 0,-4-4 0,-1-1 215,-1-1 0,-1 2 0,0 0 1,0-1-643,0-1 0,0-1 0,0 0 0,3 0 0,0 0 0,5 0 0,1 0 0,4 1 0,5 1 0,0 1 0,0 4 0,0-1 0,0 2 0,0 1 0,0 0 0,0 0 0,-1 0 0,-2 0 0,1 1 0,-4 2 0,-1 2 0,-1-1 0,-2 1 0,-2-3 0,-3 2 0,-2 1 0,-2-3 0,-2 1 0,-3-2-809,-2-1 0,2-1 0,0-1 0,-1-2-11,-1-1 1,2-1 0,0-3 0,0 0-2458,1 0 2457,1-4 1,0-1 0,-1-4 0</inkml:trace>
  <inkml:trace contextRef="#ctx0" brushRef="#br1">10569 7579 9837,'0'-9'1102,"-1"4"0,-2 2-283,-3 2 0,-3 8 0,-2 4 0,-2 5 0,-1 6 0,-1 3 0,-3 3 0,-1 2-64,-2 3 0,3 3 0,-2 1-733,4 2 1,-1 6 0,3-2 0,1-2-679,4-3 1,1 1-1,5-7 1,1-4 0,2 0-165,3-3 1,2-7 0,4-1 0,1-4-820,2-5 1,2 0 818,4-5 1,-4-4 0,-1-4 0</inkml:trace>
  <inkml:trace contextRef="#ctx0" brushRef="#br1">10641 8001 7811,'-14'0'643,"1"3"0,4 0 1,0-1 2632,0-1-2457,0-1 0,4-1 0,3-2 0,4-3 0,4-2 0,2-4 0,1 0 0,1 0-760,2-1 1,2 0 0,3-2 0,-1 2-178,-1 0 0,-3 3 0,2-1 1,0 3-266,0 2 0,-3 4 0,0-1 0,-1 3-27,-1 3 1,0 2 0,-1 5 0,-1 3 76,-1 5 1,0 4 0,2 5 0,-1-1-19,-1-2 1,0 2-1,2-3 1,-1 0-263,-1-2 1,0-4 0,3-2 0,0-4-272,0-4 1,-3-3 0,0-4 883,1 0 0,1-8 0,1-2 0</inkml:trace>
  <inkml:trace contextRef="#ctx0" brushRef="#br1">10731 8162 7839,'-9'0'1409,"1"-1"0,3-3-590,5-5 0,8-5 0,8-7 0,3-3-31,5-5 0,3-1 1,3-5-1,2-1-756,0 2 1,-1-1 0,-5 6-1,-2 2-1671,-3 2 1,-6 10 1557,-3 0 1,-2 4 0,-1 2 0</inkml:trace>
  <inkml:trace contextRef="#ctx0" brushRef="#br1">11143 8001 7990,'-9'0'485,"0"0"1,0 0 0,1 1-1,1 1 2791,1 1-2457,4 0 0,-2-4 0,5-1 0,2-1-448,3 1 0,3-2 0,2 0 0,2 0-446,1 0 1,-2-2 0,2 3 0,0 1-746,0 1 1,-2 1 0,3-1 0,1-1 691,1-1 1,1 0 0,0 3-1</inkml:trace>
  <inkml:trace contextRef="#ctx0" brushRef="#br1">11547 7812 7731,'0'-5'1146,"-1"1"0,-1 3 1156,-1-2-1101,0 2 0,3-3 637,0 1-1131,0 2 1,0-2-598,0 6 0,-1 1 0,-1 2 0,-1 0-345,1 1 1,-2 4-1,0 1 1,0 0-250,0 1 0,1-3 1,2 2-1,-1-1 124,-1 1 1,0-5-1,3 2 1,0-1 232,0 0 1,4-2 0,2-1 96,2-1 1,-2-1 0,0-3-1,1 0-418,1 0 1,1 0 0,0 0-373,0 0 1,0 0 0,-1-1 0,-1-1 583,-1-1 0,0 0 0,3 3 1</inkml:trace>
  <inkml:trace contextRef="#ctx0" brushRef="#br1">11691 7759 7908,'-5'-4'1422,"0"2"-330,2-4 0,2 5 0,-2 2-273,2 7 0,1 2 0,0 6 0,0 2-196,0 5 0,0 3 0,0 2 0,0 2-1154,0 3 0,-4-1 0,-1 0 0,-1-1 15,0-2 0,0-3 1,-2-5-1,1-4-304,1-3 1,4-5 0,-2-4 0,1-2 261,0-4 0,0-7 0,3-6 0</inkml:trace>
  <inkml:trace contextRef="#ctx0" brushRef="#br1">11798 7669 7908,'9'0'1003,"-3"-1"1,0-1-1,2-1-204,3 1 1,-1 1 0,3 2 0,-1 2 19,0 3 0,3 6 0,-3 3 0,0 3-132,1 3 1,-4 2-1,1 5 1,-4 1-327,-2 4 1,-1 0 0,-3 1-1,-1 1-325,-2-1 0,-2-6 1,-4-1-1,-1-2-360,-2-3 0,1-5 1,-4 3-1,-1-3-496,-1-2 1,2-4 0,1 0 0,0-3-1,0-2 1,3-4 0,-1 1 0,2-4-1,1-5 1,0-4 0,0-8 0</inkml:trace>
  <inkml:trace contextRef="#ctx0" brushRef="#br1">12265 7732 7834,'-12'-1'2207,"1"-1"-1115,0-1 0,0 0 0,2 3-273,0 0 0,3 4 0,1 2 0,0 3 0,0 3 0,-1 3 0,-2 5 0,1 2-505,1 4 1,-1 3 0,-4 6-1,-1-1-629,1-1 1,1-3-1,2 2 1,1-1-779,1-2 1,4-9 0,-1-3-1,2-3 1,5-3 0,3-5 521,4-3 0,-1-3 0,3-2 0,-1-3-2706,0-3 3266,0 1 1,5-10 0,2 3 0</inkml:trace>
  <inkml:trace contextRef="#ctx0" brushRef="#br1">12328 8010 7989,'0'-9'0,"0"-1"0,0-1 0,0-2 819,0-1 0,4-1 0,1-2 0,2 0 0,2-1 0,-5 5 0,5-4 0,-2 3-59,1 3 1,-2 1 0,0 1-612,1 0 1,-2 4 0,0 4-1,0 2-128,0 5 0,-2 3 1,2 2-1,0 2-188,0 1 1,-2 2 0,2 4 0,0 1 74,0-1 0,1 0 1,2-1-1,-1 0-385,-1-2 0,0-1 0,3 2 281,0 0 1,-3-7 0,0-2-3082,1-1 2739,1-4 1,1-8-1,0-6 1</inkml:trace>
  <inkml:trace contextRef="#ctx0" brushRef="#br1">12399 8046 8757,'-5'-9'1092,"1"0"0,5 0 0,2-1-366,3-2 1,7-3 0,4-5 0,4-2-348,2-1 1,1 2 0,2-2 0,0 1-559,1 2 0,-7 2 1,2 3-1,-6 5-914,-3 3 1,-1 3 0,-4 5 469,-2 2 1,-2 6 0,-4 4-1</inkml:trace>
  <inkml:trace contextRef="#ctx0" brushRef="#br1">12902 7803 7836,'-6'0'3069,"0"0"-2250,-1 0 0,2 7 0,-1 3 0,-1 3-725,-1 3 1,2 1-1,0 2 1,-1 1-189,-1 1 1,-1 1 0,1-3-1,1 0-1545,1-2 1,0-5 1191,-3 0 0,-4 2 0,-1 0 0</inkml:trace>
  <inkml:trace contextRef="#ctx0" brushRef="#br1">12722 7929 9466,'-9'0'1092,"8"0"0,5-1 0,7-1-273,7-1 0,1-1 0,4 2 0,0-2-1639,0-1 1,-2 2 0,2-2 0,0 0-2458,0 0 2850,-7 3 1,9-6-1,-6 3 1</inkml:trace>
  <inkml:trace contextRef="#ctx0" brushRef="#br1">13171 7750 7834,'-5'-4'800,"1"2"0,3-3-195,-2 1 1,2-3-13,-2 1 0,2 1-276,1-1 0,4 4 199,2-1 1,-1 2-111,1 1 1,0 0-345,3 0 1,-1 1 0,-1 2-194,-1 3 1,-4 2-1,2 1 1,-1 0-37,0 0 1,0 0-1,-3 0 1,0 0 720,0 0 0,0 1 1,-1 0-19,-2 2 0,1 0 0,-4-3 1,-1-1-324,-1-2 1,2 1 0,0-4-1,-1-1 32,-1-1 0,2 2 1,0 0-414,-1-1 0,2-2-735,-1-3 1,5 1 749,1-4 0,3 3 0,4-2 0,-1 1-73,1 2 0,1 1 0,1 1 148,0 0 1,-1 1 0,-1 1-1,-2 2 232,-1 1 1,2 1 0,-3 3 0,-1 0 77,-1 0 0,-1 1 1,0 1-1,-1 2-241,-2 1 1,-2 1-1,-4 2 1,-1-1-352,-2-1 1,-1-1 0,-3 1 0,1-2-134,-1 0 0,2-3 1,0 1-1,1-3-327,2-3 1,4-3 0,2 0 0,1-5-2458,2-5 3168,1-1 1,5-12 0,1 2 0</inkml:trace>
  <inkml:trace contextRef="#ctx0" brushRef="#br1">13350 7606 7834,'5'1'1638,"-2"2"0,-2-1-819,-1 4 0,3 0 0,1 3 0,1 1 0,2 2 0,2 3 0,2 6 0,1 4-605,-1 4 1,-2 3-1,-3 3 1,-3 1-476,-2 0 0,-1-4 1,-1-3-1,-3-3-306,-5-2 0,-1-7 0,-5 0 1,-1-3-527,-1-3 1,-2-1 0,-1-2 716,-4-2 0,-6 2 0,-2-3 0</inkml:trace>
  <inkml:trace contextRef="#ctx0" brushRef="#br1">10497 8485 8689,'0'-5'1127,"1"-2"0,1 3-686,1-1 0,1 3 0,-2-2 130,1 0 1,1 2 0,-1-3-237,3 1 1,-1 0 0,1 2 0,1-1 154,1 1 0,1 1 1,0 1-1,1 0-152,2 0 0,2 0 0,5 0 0,2 0-70,3 0 1,0 1-1,2 1 1,3 1-35,1-1 0,0 2 0,2 0 1,0 0-144,0 0 0,-5 0 1,2-1-83,0 3 0,-1-2 0,-2 0 0,0-1 0,2 0 133,3-1 1,-1-1-1,1-1 1,-1 0 26,-1 0 1,-5-3 0,5-1-1,1 0-141,1 0 1,-5-2 0,-1 2 0,0-1-98,1-2 0,0 2 0,5-1 1,-1 0 24,-1 1 0,-5-2 0,5 3 0,0 0 71,-1 0 1,0-2-1,-3 3 1,0 1-5,-1 1 0,-3-2 0,2 0 0,0 1-38,0 1 1,-2 1 0,2 0 0,1 0 64,2 0 1,-3 0 0,6 0 88,-1 0 0,4 0 1,-2-2-1,-1-1 1,-1 1-202,-1 1 0,1 1 1,0 0-1,1 0 75,0 0 0,-5-3 1,4 0-1,2 0 119,1-1 1,2-1-1,1-3 1,-2 1-172,-2 1 1,-3 3 0,5-2 0,0 0-69,0 0 0,-5 2 1,4-3-1,2 0-31,0 1 0,-2-2 0,0 4 0,-2 1-367,-3 1 0,-3 1 0,2 0 57,0 0 0,-2 0 0,-5 0 0,-1 0 1,-1 0-6,-1 0 1,-4 0 0,1 0 0,-2 0-2825,-1 0 0,-4 0 2596,-5 0 0,-9 0 1,-5 0-1</inkml:trace>
  <inkml:trace contextRef="#ctx0" brushRef="#br1">11260 8943 7849,'-9'4'127,"3"0"0,0 2 1,0-2 2333,1 0-1642,1-3 0,4-2 0,1-7 0,2-4 0,3-2 0,2-1 0,1-3 0,0 0-367,0 0 0,0 0 1,0 1-1,0 1-377,0 1 0,-2 3 0,0-2 0,1 1-205,-1 2 1,0 5 0,2 3 0,0 2-198,0 1 0,0 5 1,0 3-1,1 5 148,1 4 1,-1 0 0,2 6 0,-1 0-1,1 0 1,-1-3 0,3 1 0,0-2-117,0-1 1,-2-1 0,2-3-1,-1-2-525,-2-2 1,-1-4 0,-1-1 0,0-1-2429,0-2 3248,-4-5 0,3-6 0,-3-5 0</inkml:trace>
  <inkml:trace contextRef="#ctx0" brushRef="#br1">11359 9050 8164,'-4'5'1253,"2"-1"-434,-4-4 0,5-1 0,2-3 0,8-5-116,8-5 1,2-3 0,4-2-1,3-2-987,3-2 1,-3 0 0,3 0 0,0 1-537,-1 2 1,-3 1 0,-3 3 0,-2 3-2458,-3 4 3268,-1 2 1,2-2 0,0 0 0</inkml:trace>
  <inkml:trace contextRef="#ctx0" brushRef="#br1">11933 8736 8979,'0'9'1092,"0"-3"0,-1 1 0,-1 3-329,-1 4 0,-1 4 0,2 2 1,-2 3-1085,-1 3 1,2-1-1,-3 5 1,0-3-345,1-4 1,-2-1-1,3-6 1,0-3-2613,0-4 3087,-3-6 1,-2 5-1,-5-3 1</inkml:trace>
  <inkml:trace contextRef="#ctx0" brushRef="#br1">11798 8889 7849,'-5'0'1638,"2"0"0,7 0-819,5 0 0,4 0 0,5 0 0,1 0-1257,2 0 0,1-4 1,3-2 437,-1-2 0,4-1 0,4 0 0</inkml:trace>
  <inkml:trace contextRef="#ctx0" brushRef="#br1">12256 8745 7849,'-9'-3'0,"0"0"1092,0 1 0,0 1 0,0 1 546,0 0 0,0 0 0,0 0 0,4-1-705,2-2 1,6 2 0,3-2-1323,2 2 0,1 0 0,0-1 0,1-1 81,2 1 0,-2 1 0,2 1 0,-2 0 24,-1 0 0,0 3 0,0 1 0,0 1 325,0 2 0,0-2 0,-1 1 0,-1 1 150,-1 1 1,-4 1 0,1 1 0,-2 1 498,-1 1 0,0 0 0,-1-3-192,-2 0 0,-2 0 0,-4-1 0,0-2-404,0-3 1,0-2 0,0-1-534,0 0 0,3 0 3,0 0 0,5-1 326,1-2 1,4 2 0,5-2 252,0 2 1,-1 2 0,-1 2 0,-1 3 241,1 2 1,-2 1-1,0 1 1,-1 1 66,-2 1 1,-1 4 0,-1-1 0,-1 2-98,-2 0 1,-3 1-1,-5-1 1,-2-1-975,-1-1 1,2-3-1,-3 1 1,-1-2-202,-1-3 1,2-5 0,0 0 0,0-2-2458,1-1 2457,1-4 1,-4-5 0,-2-5 0</inkml:trace>
  <inkml:trace contextRef="#ctx0" brushRef="#br2">11152 9230 7913,'-9'0'0,"3"0"3276,0 0-2457,0 0 0,2 0 0,4-1 0,6-1 0,5-1 0,5-5 0,8-1 0,7-6-351,6-5 0,-14 8 0,1 0 0,4-3 0,1 0 0,4-2 0,2-1-216,6-2 0,0-1 0,0 0 0,1-1 1,-11 6-1,2-1 0,-1 1 0,-1-1 0,-1 2 1,0-1-235,13-7 1,-2 2 0,-5 3 0,-2 2 0,-6 3 0,-2 2 0,16-7-465,-12 7 1,-8 3 0,-2 0 0,-3 1-364,-2 1 0,-4 3 1,1-2-1,-2 1-830,-1 2 1,0 1-1639,0 1 0,-4 0 2812,-1 0 1,-12 4 0,-2 1-1</inkml:trace>
  <inkml:trace contextRef="#ctx0" brushRef="#br2">12103 8261 8601,'-15'9'1638,"0"0"0,4 0-826,-1 0 0,11-4 1,7-2-1,10-3-540,10-3 0,5-7 0,14-8 0,-20 7 0,0-1-144,2-1 0,1 0 0,0-3 1,2 0-1,1-1 0,1-1 1,3-1-1,1-2-147,3 0 1,0-1 0,-4 1 0,1 1 0,2-3 0,0 1 0,-3 1-1,-2 0-347,-3 2 1,-2 1-1,-6 4 1,-1 0-1,16-12 1,-8 4-728,-9 5 1,-9 6 0,-9 6 539,-4 1 1,-7 2 0,-5 2 0</inkml:trace>
  <inkml:trace contextRef="#ctx0" brushRef="#br1">13727 8252 8006,'-9'4'979,"2"1"0,-1 4 659,-2 0 0,0 0-546,4 0 0,3-4 0,7-2-637,5-2 0,1-1 0,5 0 0,1 0-1110,1 0 1,4-4 0,0-1 0,0 0 200,1 2 1,-5-1 0,3 1 0,0 0-2824,-1-1 2589,-8 3 0,5-3 0,-6 4 0</inkml:trace>
  <inkml:trace contextRef="#ctx0" brushRef="#br1">13745 8422 8006,'-9'9'0,"0"-1"0,0-2 0,1 2 819,2-2 0,3-2 0,6-1 0,4-2 0,4-1 0,4-1 0,6-2 0,2-2-1179,0 0 1,3-3-1,-2 2 1,2-2-734,1-1 1,0 0 0,0 0 1075,-1 0 1,5-3 0,1-2 0</inkml:trace>
  <inkml:trace contextRef="#ctx0" brushRef="#br1">14517 7750 7493,'-1'-8'-372,"-1"1"1464,-1 1 0,-3 5 0,2 1-273,-1 5 0,3 5 0,-2 4 0,1 5 0,0 2 0,-3 7 0,2 4 0,-1 2-448,-2 2 1,0-1 0,0 6 0,1 0-1192,-1 0 1,3-7 0,0 0 0,1-4-820,0-4 1,0-8 1456,3 0 0,4-6 0,1 1 0</inkml:trace>
  <inkml:trace contextRef="#ctx0" brushRef="#br1">14598 8046 8006,'-4'12'0,"-1"0"744,0-1 0,-2-1 0,3 2 0,0 2 75,0 0 0,1 2 0,3-3 0,0 0-1188,0 0 0,0-1-150,0-3 1,4-4-1,2-3 1,2-5 509,1-6 1,-3-5 8,0-7 0,0-2 0,3-4 0</inkml:trace>
  <inkml:trace contextRef="#ctx0" brushRef="#br1">14669 7750 8006,'-6'-5'1638,"0"2"0,1 3-819,-1 3 0,2 2 0,4 5 0,1 1-1228,2 1 1,-1 1-1,3-3 1,0 3-486,0 1 0,0-2 0,2 3 894,-1 1 0,0 1 0,3 1 0</inkml:trace>
  <inkml:trace contextRef="#ctx0" brushRef="#br1">14795 8028 8006,'-4'9'583,"3"3"1,-2 0 0,1-1 235,-1-1 0,2-1 0,-2-1 0,2 2 273,1 2 0,0-4 0,0 3 546,0 0 0,1-1 0,2-4 0,-1-2-1344,4-4 1,-3 0-1,2-1 1,0-2-443,0-3 1,0-5 0,2-1 0,0 0-371,3-1 1,-1-1 0,3-2 0,-1 0 48,1 1 1,-4 4-1,2-1 1,-1 2 159,-2 1 1,-1 3 0,1 1 281,-1 1 0,-4 5 0,1 5 288,-2 2 0,-1 2 0,0 1 0,0 2 1,-1 0 331,-2 0 0,2 0 1,-2-3 170,2 2 1,1-3-591,0-3 0,1-4 0,2 0 1,3-4-403,2-4 0,3-5 0,2-2 0,1 1-17,2-1 0,-2-3 1,1 2-1,1 0 30,1 2 0,-2 6 0,-1 3 0,0 2 122,0 1 0,-3 5 0,0 4 0,-3 5 51,-2 3 0,-4 5 0,1 1 0,-2-1-778,-1-1 1,0-1 0,1-1 0,1-1-2458,1-4 2457,4-3 1,-2-6 0,4-1 0</inkml:trace>
  <inkml:trace contextRef="#ctx0" brushRef="#br1">14176 8691 7712,'-4'9'0,"-1"0"738,0 0 0,-2-3 0,3-1 900,-1-1 0,3-2-911,-1-5 0,3 1 0,2-4 1,2-1-325,1-1 0,1-2 0,3-1 0,1-1-275,2-2 0,-2 2 0,2-2 0,-1 1-121,1 2 1,-4 1 0,3 1 0,0 1-113,-1 2 0,0 1 0,-1 3 0,0 0-99,-1 3 0,1 4 0,0 7 0,0 5 112,0 6 0,0 2 0,1 6 0,1 1-148,1 0 0,3-3 0,-2 0 0,0-4-428,0-4 0,0-3 1,-2-4-426,1-5 1,-3-4 0,-4-6 565,-1-2 1,-1-2 0,-3-4 526,0 0 0,-4-4 0,-1-1 0</inkml:trace>
  <inkml:trace contextRef="#ctx0" brushRef="#br1">14302 8889 8006,'-9'4'1446,"0"-2"1,0 3-628,0-1 0,4-2 0,3-4 0,4-3-190,4-3 1,6-3-1,3-8 1,2-2-430,4-3 0,2-3 0,3-2 0,-1-1-357,-1 1 1,-3 2 0,2 0 0,-1 1-425,-2 2 1,-2 2-1,-3 6 1,-3 4-2697,-2 6 2522,-5 4 0,-1 10 0,-4 2 0</inkml:trace>
  <inkml:trace contextRef="#ctx0" brushRef="#br1">14723 8709 8006,'-6'0'1638,"0"0"0,3 1 0,-3 2 0,3-1 1184,-3 4-1239,4-4-1458,-2 2 0,8-4 1,2 0-4,2 0 1,-2 0 0,0 0 0,1 0-244,1 0 1,1 0 0,0 0 0,0-1-52,0-2 1,0 1 0,0-3 0,0 0 154,0 0 1,0-1-1,0-3 1,0 0 152,0 1 0,-3-1 0,0 0 0,0 0 273,-1 0 0,2 0-428,-4 0 0,1 4-145,-1 2 1,-2 6 0,2 4-1,-2 3 10,-1 2 0,0 0 0,0-2 0,0 1 13,0 0 0,0 1 0,-1-3 0,-1 0-394,-1 0 1,0-3 0,2 0-1105,-2 1 1,-2 1 545,-4 1 1,1-3 0,1-1-2185,1-1 3215,4-1 0,2-3 0,5 0 0</inkml:trace>
  <inkml:trace contextRef="#ctx0" brushRef="#br1">15109 8745 8006,'-9'9'912,"0"-4"1,0-1 0,0-1 1031,0 0-306,4 0 0,2-3-819,6 0 0,1-1 0,3-1 0,0-1-133,3 1 0,-1-2 0,3 0 0,-2 0-1506,-1 0 1,3-2 0,0 3 0,0 0-1,1-1 1,-3 3 0,2-3 0,-1 1-2458,1 0 2798,-2-4 1,7 6-1,-3-3 1</inkml:trace>
  <inkml:trace contextRef="#ctx0" brushRef="#br1">15432 8575 8006,'-9'0'3276,"0"0"-1638,0 0 0,3-1-240,0-2 1,4 1-307,-1-4 0,3 4 0,3-2-814,3 0 0,2 3 0,1-2 0,0 1-333,0-1 1,0 2 0,0-2 0,1 2-215,2 1 0,-2 0 0,2 0 1,-2 0 18,-1 0 1,0 3 0,0 1 0,0 0 53,0 0 0,-3 3 0,-1-1 0,-1 2 470,-2 1 1,-1-2 0,-1 1 193,0 2 0,-1 1 0,-2-2 1,-2 0-35,0 0 0,-3-3 0,2-1 0,-2 0-15,-1 0 1,3-3 40,0 1-361,0-2 0,2-1-198,4 0 0,4 0 0,5 0 18,0 0 1,0 1 0,0 1 0,0 1-192,0 2 0,0 1 0,0 3 0,0 1 546,0 2 1,-4-1 0,-2 3 0,-2 0 178,-1 0 1,-1 1-1,-3 2 1,-4-1-132,-3-1 1,-5-1 0,1 2 0,-2-2-1143,-1-1 1,0-1 0,0-4 0,1-2-274,2-3 1,-2-2 0,3-2 272,0-2 1,-3-6 0,3-5 0</inkml:trace>
  <inkml:trace contextRef="#ctx0" brushRef="#br1">16024 8055 8006,'-9'0'901,"0"0"1,0 0 0,0 0-83,0 0 0,3 3 0,0 0 0,-1 0 273,-1 1 0,-1 1 0,0 5-437,1 1 0,-4 7 1,-1 7-1,-1 5 0,-2 7-109,-1 7 0,2 3 0,8-21 0,0 1 0,0 0 0,1 1-730,0 2 0,1-2 1,-1 18-1,4-3 1,5-6-637,6-6 1,4-6 0,6-6 0,2-5-274,3-6 1,0-5 0,1-2 272,3-6 1,9-4 0,0-9 0</inkml:trace>
  <inkml:trace contextRef="#ctx0" brushRef="#br1">16204 8494 8006,'-14'-4'120,"2"-2"0,5 1 0,1-1 0,0-2 699,1-3 0,1-3 0,4-4 0,0-1 0,0-1 0,4 0 0,2-4 0,3 0-96,3 1 1,-2 0-1,2 3 1,-2-1-564,-1 1 0,0 5 0,0 4 0,0 3-189,-1 2 0,-2 4 1,0 0-1,1 4 72,1 4 0,1 7 0,0 4 0,0 4 41,0 2 1,1-1 0,1 3 0,1 2-351,-1 1 0,0-4 0,0 3 0,2 0 66,1-2 0,-5-4 0,1-1 1,-1-4-804,-2-4 1,-1-2 0,1-2-91,-1-2 1,-4-3 0,2-6 695,0-3 1,-3-6 0,3-2 0</inkml:trace>
  <inkml:trace contextRef="#ctx0" brushRef="#br1">16302 8530 8978,'-9'0'0,"0"0"819,0 0 0,1-4 0,2-2 0,4-2 0,4-1 0,8-5 0,8-4 0,6-5 0,5-3 0,1-2 0,5 1 0,4-2-1314,-18 14 0,1 1 0,17-12 0,2-3 0,-7 4-598,-4 4 1,-9 9 0,-4 4-2185,-3 3 2550,-6 2 0,4 3 1,-2 0-1</inkml:trace>
  <inkml:trace contextRef="#ctx0" brushRef="#br1">16823 8386 8006,'-9'0'3276,"0"1"0,0 2-2457,4-2 0,2 3 0,6-4 0,4 0-714,4 0 1,0 0 0,3-1 0,0-1-926,0-1 1,1 0 0,2 1 0,-2-1-820,0 1 1,-3-2 818,3 1 1,-4-4 0,2 2 0</inkml:trace>
  <inkml:trace contextRef="#ctx0" brushRef="#br1">17226 8207 12591,'0'-9'3276,"0"3"0,0 0-2457,0 4 0,0-1 0,0 6 0,-1 3-417,-2 2 1,2 5 0,-5 1 0,-1 2-676,-1 2 1,-1-1 0,0 6-1,0-1-524,0-2 0,0-1 0,1-2 0,2-2-296,3 0 1,2-4 0,2 0 595,2-4 1,3-3 0,5-4 0,2-1-323,1-2 0,-2-2 1,2-4-1,-1 0-820,1 0 1,-2 0 1336,3 0 1,-4 1 0,2-1 0</inkml:trace>
  <inkml:trace contextRef="#ctx0" brushRef="#br1">17388 8207 8006,'-9'0'0,"1"1"0,1 1 1092,1 1 0,3 4 0,-2 0-273,1 4 0,1 1 0,3 5 0,-1 4 273,-2 4 0,1 3 0,-4 9-618,-1 2 1,-1 5 0,-1-5 0,1-3 0,1-3-1321,1-3 0,3-11 26,-3 2 1,8-13 0,0-6 0,3-9-2458,1-7 2457,0-3 1,7-9 0,1-2 0</inkml:trace>
  <inkml:trace contextRef="#ctx0" brushRef="#br1">17558 7947 8650,'-5'-5'1092,"2"5"0,6 7 0,3 4-273,2 4 0,2 7 0,1 6 0,2 8-351,1 7 0,-8-18 0,-1 1 0,1 3 0,0 0 0,-1 2 0,-1 0 0,-1 1 0,0 0 0,0-5 0,-2 0 0,-1 1 0,0-1 0,-1 22 351,-2-5 0,-5-12 0,-5-4 0,-1-6-1639,-2-5 1,-1-4 0,-1 0 0,0-2-274,1-4 1,1-1 0,0 0 272,0-3 1,-3-6 0,5-2 0</inkml:trace>
  <inkml:trace contextRef="#ctx0" brushRef="#br1">18232 8261 7804,'-9'0'1638,"0"0"0,0 0 0,0 0 0,3 0-820,0 0 0,5 0 0,1 0-785,5 0 0,4 0 0,2 0 1,2 0-569,1 0 1,1 0 0,2 0 0,1 0-286,0 0 1,0 0 0,0 1 0,-1 1 83,-2 1 1,6 4-1,-2-2 1</inkml:trace>
  <inkml:trace contextRef="#ctx0" brushRef="#br1">18178 8440 7804,'-9'6'945,"0"-1"0,0 0 693,0 0 0,3-3-819,0 1 0,6 1 0,2-1 0,7-1-432,4-1 1,2-1 0,3 0 0,1 0-1208,2 0 1,0-3 0,3 0 0,2 0 603,-1-1 0,4-1 0,3-4 0</inkml:trace>
  <inkml:trace contextRef="#ctx0" brushRef="#br1">18788 8414 7804,'-10'1'1214,"-1"1"1,-1 1 423,1-1 0,4 0-819,1 1 0,4-1 0,1 3 0,5-1 0,5-2 0,5-1 0,-1-1 0,1 0-1391,2 0 1,2 0 0,2 0 0,2-1-249,1-2 1,-3 2 0,0-3 0,0 1-1,1 0 1,-2-4 0,3 2 0</inkml:trace>
  <inkml:trace contextRef="#ctx0" brushRef="#br1">19165 8234 7804,'-8'-9'1638,"5"0"0,-6 0-546,1 0 0,4 0 0,2 0-273,4 0 0,4 3 0,5 1 0,2 1-22,1-1 1,1 2 0,3-2-1,-1 1-965,-2 2 0,1 1 0,-1 1 0,1 0-146,-1 0 0,1 0 0,-4 1 0,0 2-45,1 3 0,-6 3 0,2 1 0,-2 3 477,-2 1 1,-1-2 0,-4 3 0,0 0 227,0-1 0,0 2 1,-1-4-1,-2 0 330,-3 1 1,-2-5 0,-1 3 0,0-1 14,0-3 0,-3 2 1,0-4-1,0 1-567,-1 0 1,6-4-1,-2 1 1,1-2 183,0-1 1,2 0-257,0 0 1,4-1-1,0-2 1,4-2-133,4 0 0,3 1 0,2 4 0,2 0-202,1 0 1,-2 0 0,2 1 0,-1 2 254,-2 3 1,2 5 0,-1 2 0,-2 2 479,-3 4 0,-3-1 0,-4 2 0,0 0-307,0 1 1,-4-5 0,-2 2 0,-3-1-259,-3 0 1,-2-2 0,-4-1 0,0-1-84,0-2 1,0-2 0,0-2 0,1-2-626,3-1 1,0-1 0,4-4 0,0-3-1,2-5 1,5-1 0,0-4 0,3 0-820,3 0 1,2-1 818,4-3 1,4 0 0,1 0 0</inkml:trace>
  <inkml:trace contextRef="#ctx0" brushRef="#br1">19604 8414 8599,'-14'0'0,"2"0"819,3 0 0,0 0 0,1 1 0,1 1 273,1 1 0,5 0 0,1-3-325,5 0 0,3 0 0,1 0 0,1-1-524,1-2 0,0 1 1,3-3-1,-1 0-456,-2 0 1,2 3 0,-1-1-1,-1 1-607,-1-1 1,0 2 0,1-2 0,1 2 471,-1 1 0,-1-4 0,-1-1 1</inkml:trace>
  <inkml:trace contextRef="#ctx0" brushRef="#br1">19999 8180 7804,'0'-8'3276,"0"-1"-1638,0 0 0,0 3 1638,0 0-2184,0 4 0,-4 5 0,-1 6-610,0 1 1,-3 3-1,2-1 1,-2 2-509,-1 2 0,3 1 0,0 0 0,-1-1-261,-1-1 1,2 0 0,1 3 0,0-1-522,0-2 0,3 1 1,-1-4-1,3-1 425,3-1 1,2-2 0,4-2 0,1-3 240,2-2 1,1-1 0,3-1 0,-1-2-27,1-3 1,-2-1 0,0 0 0,0 1-653,0-1 1,-3-1 0,1-1 0,-2 0 312,-1 0 0,0 0 0,0 0 0</inkml:trace>
  <inkml:trace contextRef="#ctx0" brushRef="#br1">20188 8037 7804,'0'-9'3155,"0"0"-65,0 0-2625,0 4 1,0 2-1,1 6 1,1 4 0,1 5 353,-1 6 0,-1 6 0,-1 8 0,-1 6-273,-2 4 0,-3 6 0,1-20 0,-1 0 0,-1 1 0,1 0-627,-1 1 0,0-1 1,-1-4-1,1 0 1,-2-1-1,1 0 1,-7 20-1559,3-7 1,2-8-1215,1-8 2853,8-10 0,2-11 0,8-10 0</inkml:trace>
  <inkml:trace contextRef="#ctx0" brushRef="#br1">20591 8216 8250,'-9'0'3099,"1"1"-2566,2 2 0,3-2 0,6 2-260,3-2 0,6-1 1,3 0-1,2 0-241,1 0 1,0 0 0,0 0-689,0 0 1,3 0-1,0 0 1,-1 0 0,-1 0-984,-1 0 1,0 0 1231,0 0 1,-4 0 0,-1 0 0</inkml:trace>
  <inkml:trace contextRef="#ctx0" brushRef="#br1">20645 8324 7804,'-17'3'0,"2"1"350,3 1 0,2-3 0,2 2 0,1-1 469,1 0 0,4 1 0,0-2 0,4 1 0,4-1 0,3 2 0,2-1 0,2-1-693,1-1 1,4 0 0,3 1 0,0 1-947,1-1 1,-2-1 0,4-1 0,1 0 582,1 0 1,1 4 0,0 1-1</inkml:trace>
  <inkml:trace contextRef="#ctx0" brushRef="#br1">21246 8288 7804,'-6'0'-1024,"0"0"2116,-1 0 0,2 0 0,-1 0 2184,-1 0 0,3 0-2457,0 0 0,6 0 0,3 0 0,5 0-615,3 0 0,3 0 0,5 0 0,2 0-1024,0 0 1,3 0 0,-2 0 0,2 0-820,1 0 1,-4 3 1187,-2 0 0,2 4 1,0-2-1</inkml:trace>
  <inkml:trace contextRef="#ctx0" brushRef="#br1">21695 8073 7804,'-4'5'1329,"2"-1"0,-4-4 1947,-1 0-2464,3 0 0,2 0 1,8 0-1,6 0-583,4 0 0,6 0 0,1 0 0,2 0-287,2 0 0,-2 0 0,4-1 0,-1-1-29,-1-1 1,-3-3-1,-2 3 1,-2 0 142,-3-1 0,-5 3 0,-1-1 1,-4 4 403,-4 4 0,-3 3 1,-4 3-1,-5 4 155,-5 4 0,-4 4 0,-3 6 1,-5 3-204,-6 5 1,16-16 0,-2 1 0,-2 2 0,0 0 0,-1 0 0,1 1-679,-1-1 1,1 1 0,2-4 0,0 0 0,0 1 0,0-1 0,2-1 0,0-1-1374,-9 14 1,11-15 818,5-7 1,6-16 0,-1-2 0</inkml:trace>
  <inkml:trace contextRef="#ctx0" brushRef="#br1">21414 9089 8253,'-12'6'719,"0"-2"1,8-5-521,8-7 1,16-6-1,21-15 1,-14 11-1,2-1-65,6-3 1,2-2 0,8-5 0,3-2 0,-10 7 0,1-1 0,2-1 0,3-2 0,2-1 0,0 0-94,3-2 0,1-1 1,-1-1-1,1 1 0,0 0 1,0-1-1,-3 1 1,0 0-1,0 0 0,-2 1 1,-1 0-1,-1 1-234,-1 1 0,-2 0 0,-1 2 1,6-3-1,-1 2 0,-1 1 0,-3 0 1,-11 8-1,-2 2-153,6-7 1,-19 11-1,-14 9 1,-8 4-986,-6 4 0,-7 0 1331,-11 8 0,6-3 0,-8 8 0</inkml:trace>
  <inkml:trace contextRef="#ctx0" brushRef="#br1">21685 9112 8300,'24'-45'-37,"2"4"1,5-10-1,-11 23 1,2 1 454,3-3 0,3 0 1,3 0-1,3 1 1,6-4-1,3 1 1,3-1-1,1 1-350,1 0 0,1 1 1,-2 0-1,0 2 0,0 2 1,-1 1-1,-4 4 0,-1 0-2900,-5 3 1,-2 1 2831,16-4 0,1-5 0,-15 8 0</inkml:trace>
  <inkml:trace contextRef="#ctx0" brushRef="#br0">4634 9101 9726,'-12'6'0,"0"-2"2274,0-3 1,1 3-189,-1 0 0,5 2-1552,3-3 0,8-1 1,4 2-1,4-3-429,4-1 1,-2 0 0,6 0-1,1 0-815,1 0 0,2 0 0,-2 0 0,-1 0 324,-2 0 1,1 0 0,2 0-1,-2 0-3891,-4 0 1,-2-4 4276,2 0 0,-3-5 0,4 2 0</inkml:trace>
  <inkml:trace contextRef="#ctx0" brushRef="#br0">4657 9254 8435,'-5'6'6059,"4"1"-4265,-3-3 1,4-3 0,4 3-1664,4-3 0,4-1 1,2 0-1,3 0-1115,1 0 0,2 0 1,4 0-1,-1-1-969,1-3 0,-1 3 1,1-4 1952,-1-1 0,6 0 0,1-6 0</inkml:trace>
  <inkml:trace contextRef="#ctx0" brushRef="#br0">5707 8865 8258,'-5'-7'3224,"3"-3"-1300,-2 2 1,-1 1 0,0 1-751,-2 1 0,3 1 0,-3 4 0,-1 1-698,1 3 0,-3 4 0,2 6 0,-3 3-399,0 2 1,-1 4-1,1 6 1,2 1-370,1 3 1,0-3 0,-2 0 0,2-1-360,4-3 1,3-1 0,1-3 0,2-2 48,6-4 0,0-9 0,9-3 0,2-4 61,4-4 0,-2-7 0,5-9 0,1-4 670,-3-3 0,-3-1 0,-2-4 0,-2-2 59,-3 1 0,-1 0 0,-2-1 0,-3 3-310,-4 3 1,-3 5 0,-1 3 0,-1 6-617,-3 4 1,-3 5-1,-5 6 1,0 5-446,1 5 1,-1 8 0,-1 7-1,-2 3-1335,0 1 2518,-1-4 0,-1 13 0,-1-2 0</inkml:trace>
  <inkml:trace contextRef="#ctx0" brushRef="#br0">5436 9360 8258,'-13'0'0,"-2"1"1108,-1 3 1,-1-2-1,3 1 7183,-2-1-6887,6-2 0,14-2 1,9 0-1,5-3-609,7-2 0,4 3 0,6-4 0,1 0-795,-1 2 0,2-5 0,-1 5 0,2-2-120,0 0 0,-7 2 0,3-4 0,-4 4-1031,-4 1 0,-5 1 0,-3 4 0,-1 0-2130,-2 0 0,-4 1 1660,-3 3 1621,-2 2 0,-6 6 0,0 0 0</inkml:trace>
  <inkml:trace contextRef="#ctx0" brushRef="#br0">5778 9384 9215,'-19'0'1312,"4"0"0,2 0 1,1 0-1,0 0 107,0 0 1,0 0 0,1 0 0,-1 0-623,0 0 1,0 5-1,2 3 1,1 3-232,1 5 0,0 2 1,-3 6-1,2 1-628,1 2 1,6 4 0,-2 3 0,2-2-487,2 0 0,0-6 1,0 0-1,2-5 280,2-5 0,4-3 0,6-3 0,3-2-463,1-4 0,2-8 1,4-5-1,-1-5 785,1-6 0,-1-2 0,1-2 1,-2 1 404,-2-1 1,1-1 0,-7 0 0,-2-1-178,-3 0 0,-6 8 1,1-6-1,-4 3-621,-4 3 0,-7 6 0,-6 8 0,-1 3-1363,-3 1 1,-3 5 0,-2 4-1,-1 6 1702,0 4 0,3 3 0,0 2 0</inkml:trace>
  <inkml:trace contextRef="#ctx0" brushRef="#br0">7169 9289 12120,'-1'7'1471,"-3"-3"1,-3-3 0,-4-1 0,-1 0-646,0 0 0,0 0 0,-1 0 1,-3 0-359,-3 0 1,-4 0 0,0 0-1,-2 0-410,-3 0 0,2 0 0,-4 0 0,0 0 160,0 0 0,4 0 0,-2 0 0,3 0-738,2 0 0,3 0 0,2 0 0,1 0 2,2 0 0,6 0 554,1 0 0,6-5-26,-2-3 0,6-3 1,3 1-1,2 1 147,2 1 0,2 0 0,-1-4 0,1 1-383,0-1 1,-5 0 0,5 1 0,0 2-82,-1 1 1,-2 4-481,0-3 645,-5 4 0,2-1 1,-6 8-1,-3 4-265,-4 2 1,-3 3 0,0 2 0,-1 1 120,0-2 0,-1 4 0,-1 1 1,-2 0-30,1 1 0,6-4 0,1 2 0,0 0-603,2 1 0,1-5 1,5 2 206,0-3 1,6-1 0,5-2 0,6-2 710,5-4 0,4-3 0,10-1 0</inkml:trace>
  <inkml:trace contextRef="#ctx0" brushRef="#br0">11874 7438 8534,'0'-7'1405,"0"-1"1,0 4-111,0-4-860,0 5 1,1-2-1,2 4-130,1-3 1,1 3 0,-1-3 0,4 2-13,3 2 1,-4 0-1,1 0 1,1 0 47,2 0 1,-2-1 0,2-2-133,2-1 1,2 1 0,0 3 0,1 0-250,-2 0 1,-1 0 0,0 0 0,2 0-10,0 0 0,2 0 0,-2 0 1,0 0 77,0 0 1,-1 0-1,1 0 1,0 0 37,0 0 0,-2 0 1,-1 0-1,-1 0-8,1 0 0,0 0 0,1 0 1,2 0-53,0 0 1,1 0 0,-4-2 0,1 0 73,3-2 0,-3 0 0,2 4 0,-1 0 49,-3 0 0,1 0 0,0 0 1,0 0-100,0 0 0,-1 0 0,1 0 0,0 0-8,0 0 1,-1 0-1,1 0 1,0 0-5,0 0 0,0 0 1,-1 0-1,3 0 13,1 0 0,-6 0 1,3 0-1,-1 0 58,-1 0 0,2 0 0,0 0 0,0 0-66,-1 0 1,1 0 0,0 0-1,0 0 4,0 0 1,1 0 0,1 0 0,2 0 43,-2 0 0,1 0 1,-1 0-1,2 0 12,-2 0 1,3 0 0,-1 0-1,0 0-90,1 0 0,-4 0 0,2 0 1,0 0 45,1 0 0,-3 0 0,2 0 0,0 0 60,1 0 0,-2 0 0,6 0 0,1 0 54,1 0 1,-2 0 0,-1 0-1,2-2-15,1-2 1,2 2 0,0-5 0,-1 2-63,1 2 0,-2 1 1,-1-1-1,-1-1-79,1 2 0,-3 0 1,0 2-1,-1 0-45,-2 0 0,-1 0 1,1 0-1,0 0 67,0 0 0,2 0 0,-2 0 0,1 0 47,1 0 0,-4 0 0,3 0 0,-3 0-65,-1 0 1,1 0 0,1 0-1,2 0-15,-1 0 0,-2 0 0,-2 0 0,1 0 12,0 0 0,0 0 0,0 0 0,-1 0 5,1 0 1,0 0 0,0 0 0,0 0-5,-1 0 1,1 0 0,0 0 0,0 0 94,0 0 0,-1 0 1,1 0-1,0 0 6,0 0 1,1 0-1,3 0-137,3 0 0,-4 0 0,0 0 45,4 0 0,-6 0 0,1 0 0,1 0-9,-2 0 0,0 0 1,-1 0-1,-1 0-9,1 0 1,0 0 0,0 0-1,1 0-36,3 0 0,-6 0 0,5 0 1,-1 0 29,-1 0 0,0 0 0,-1 0 8,0 0 0,0 0 0,-1 0 0,1 0 1,0 0 36,0 0 0,-1 0 0,1 0 1,0 0-7,0 0 0,1 0 0,1 0 0,2 2-63,-2 2 0,0-3 0,-3 3 1,1-3-8,0-1 1,0 0 0,0 0 0,-1 0 12,1 0 0,0 0 0,0 0 1,0 0 1,-1 0 1,2 0 0,2 0 0,2 0 143,1 0 0,-2 0 0,2 0 0,1 0-20,-1 0 0,-2 0 0,2 0 0,0 0-21,1 0 1,0 0 0,5 0 0,-2 0-3,-2 0 1,2 0-1,-4 0 1,2 0-179,0 0 0,-1 0 1,4 0-1,-2 0-7,-2 0 0,-3 0 1,4 0-1,-1 0 104,0 0 1,3 0 0,-4 1 0,3 2 52,3 1 0,-6 0 0,7-4 0,0 0 65,0 0 1,-2 0-1,8 0 1,-3 0 24,-1 0 0,-2 0 0,-3 0 0,0 0-213,2 0 0,-3 0 0,5-1 0,-3-2 25,1-1 0,-7 0 0,7 4 0,-1 0 21,3 0 1,-5-1 0,3-2 0,-2-1 31,1 2 1,0 0-1,-1 1 1,1-2-53,0 0 1,-6-1 0,7 4 0,-2 0 17,0 0 0,-2 0 0,0 0 0,1 0-104,1 0 0,2 0 1,-2 0-1,-1 0 122,-2 0 1,-3 0 0,4 0-1,1 0 90,1 0 0,-2 0 1,-2 0-1,0 0 71,1 0 0,-4 0 0,5 0 0,1 0 17,1 0 1,-2 0 0,0 0 0,-1 0-2,0 0 0,3 0 1,-4 0-1,2 0-87,0 0 1,-5-2-1,5 0 1,1-2-1,1 1 0,-2 2 1,-2 1-1,-1 0-210,-2 0 1,-1 0 0,0 0 0,2 0 20,-1 0 1,-2 0 0,-2 0 0,3 0 52,1 0 1,-4 0-1,3 0 1,1 0-99,-2 0 0,0 0 0,0 0 22,3 0 0,-7 0 0,3 0 0,-2 0-1346,1 0 619,-5 0 0,-2 0-2767,-8 0 0,-4 0 3635,-7 0 0,-9 0 0,-6 0 0</inkml:trace>
  <inkml:trace contextRef="#ctx0" brushRef="#br0">7735 9325 7852,'7'-11'40,"-1"3"1,-3-7 0,1 1 244,-2 3 0,1-1 0,0 0 0,1 0 463,-2 1 0,0-1 0,-2 0-86,0 0 1,0 7 0,0 5 124,0 6 0,0 10 0,0 4 1,-2 3-415,-2 5 1,3 2-1,-4 5 1,1 1-179,0-1 1,-4-3 0,4-2 0,0-2 61,-1-1 1,2-2 0,-3-3 561,0-3 0,3-9-375,3-14 0,1-11 0,3-15 1,4-6-280,2-5 0,3-2 1,2-3-1,0 0-282,0-1 1,3 5 0,2-7 0,2 2 37,2 3 1,-1 14 0,0 3 0,-4 8-402,-3 4 0,1 8 0,-3 5 0,-1 9 387,1 9 0,-9 6 1,7 5-1,-2 6 149,1 5 1,-4 1-1,0 6 1,-1 2 19,1 1 0,-3-2 0,3 4 0,-2-5 517,-3-6 0,-2-6 0,-4-3 0,-5-1-264,-5-3 0,-2-7 1,-6-3-1,-4-3-646,-3-1 0,-3-1 0,0-2 1,2-3-578,2-1 0,6-1 1,-4-5-1,5-2 243,5 0 0,4-8 1,4 1-1,4-5-382,3 1 1,6 1 0,3 1-1,4 0-195,4 0 0,3 4 0,7 1 0,3-3 165,1 0 0,-2 2 1063,3 0 0,1 0 0,3-3 0</inkml:trace>
  <inkml:trace contextRef="#ctx0" brushRef="#br0">8360 9372 7852,'0'-16'0,"0"2"0,0-1 850,0 2 1,0 0 0,0 1 2787,0 0 1,-1 2-2922,-3 2 0,1 4 0,-5 9 0,-1 7-526,-1 7 1,-2 4 0,0 3 0,0 4-50,1 4 0,3-1 1,1 7-1,2-5-442,2-4 0,2-2 0,2-5 1,3-2-707,4-2 0,8-5 1,3-7-1,4-5 707,0-6 1,1-5 0,-1-9 0,1-6 182,0-7 1,-2 0-1,-2-2 1,-5 1-53,-2 1 1,-6-5 0,-3 7 0,-4 0 77,-4 5 0,-7 3 0,-6 2 0,-1 6-487,-3 7 1,-1 3-1,-2 5 1,1 3-863,-1 6 1,1 8 1438,-1-1 0,0 4 0,1 0 0</inkml:trace>
  <inkml:trace contextRef="#ctx0" brushRef="#br0">9351 9737 7843,'-4'12'0,"0"0"0,-4-4 0,4-1 2463,1 3 0,3-5-1086,4-1 0,3-12 1,3-5-1,0-5-347,-3-7 1,1 0-1,4-7 1,0-2-603,0-4 1,-1 0 0,0-4-318,-3 2 1,4-9 0,-2 2 0,3 0 0,-1 1-234,-3 3 0,-1 5 0,4 0 1,-2 5 93,-2 6 1,-3 11-126,-5 4 1,0 14-1,0 3 1,0 7 66,0 3 1,2 8-1,0-1 1,2 5-230,-1 3 0,-1 2 0,1 2 0,2-1 312,2-2 1,-3-5 0,2 0 461,0-5 0,3-1 0,-1-7 1,2-4-1,3-2 123,3-4 1,-2-9-1,6-5 1,1-9-509,1-6 1,-2-1-1,0-3 1,0 0-262,3 0 0,-5 3 0,-2-5 0,-2 1-174,2 1 0,-7 5 0,3 6-321,-2 2 0,-4 9 464,-2 12 1,-8 10 0,-3 12 0,-1 4 288,0 4 0,1 1 1,-5 10-1,0 2 5,0 1 1,0 3 0,2 6-1,1-3-328,1-3 1,4-15 0,-3 4-1,2-6-1297,2-4 0,3-11 0,4-8 0,4-5 118,3-3 1,2-3-1,1-5 1,3-7 1430,2-6 0,6-5 0,5 0 0</inkml:trace>
  <inkml:trace contextRef="#ctx0" brushRef="#br0">10235 9348 7844,'0'-12'449,"1"1"1,2-1 1646,1 0 0,0 4 0,-5 2-902,-3 0 1,1 2 0,-5 6-1,-2 2-592,-5 4 0,1 7 0,-5 5 1,1 2-355,0 2 0,-2 6 0,-3 4 0,0 5-864,4 3 1,2-4-1,5 1 1,1-3-162,3-5 1,5-2 0,6-8-1,7-5 134,4-8 1,6-7 0,6-5-1,1-5 601,0-6 1,-2-8 0,-2-7 0,1-2-97,-1 1 1,-4-1 0,-5-2-1,-3 2-513,-4 0 1,-4 6 0,1 0 0,-3 3-371,-1 4 1,-5 10 0,-3 2-1334,-2 8 2354,-2 6 0,0 10 0,0 1 0</inkml:trace>
  <inkml:trace contextRef="#ctx0" brushRef="#br0">10601 9419 7844,'-6'8'1035,"0"0"0,-2 1 3,0 1 1,2 3 0,-4 3-1,4 4-110,1 2 1,-3-1 0,4 1-1,0 3-148,-1 0 0,3-1 0,-2-5 0,2-2 233,-2 0 1,3-4-630,-3 3 1,2-9-1,2-9-210,0-8 1,0-5-1,2-7 1,2-4-205,3-3 0,0-2 0,2-5 0,3 0-297,2-4 1,2 6 0,-3-4 0,2 0 160,0 2 0,2-1 0,-2 3 0,0 3 219,0 3 0,-2 10 0,-1 6 1,0 7 30,-1 3 1,1 2 0,-1 2 0,-2 3-126,-1 7 1,-1 1 0,4 5-1,-2 0 315,-1 1 1,-5-3-1,1 2 1,-3-1 363,-1-3 0,0-1 0,0-1 0,0 0-256,0 0 0,-5 0 0,-2-1 0,-1 1-299,0 0 0,0-4 0,-3-2 0,-1 1-105,0-1 0,4 1 1,0 2-1,-1-1-193,-1 1 1,2 2 0,0-1-1,0-1 35,2-1 0,-1 0 1,4 4-1,-1 0 37,2-1 0,1 2 348,1 3 1,1 1 0,1 3-1,4-6 1,0-3-512,3-3 1,2-1 0,1 4-1,0-2-1691,-1-1 1,2-1-1,2 2 282,1-1 1,-1-6 0,-3 2-1,0-3-301,0-1 0,-1 0 2016,1 0 0,0-5 0,0-1 0</inkml:trace>
  <inkml:trace contextRef="#ctx0" brushRef="#br0">11013 9702 7844,'-6'8'1238,"1"0"1290,-1 1 0,5-5-1442,-3-4 0,4-3 1,4-7-1,3-5-506,-1-2 0,3-3 1,-4-3-1,1-2-336,-1-3 0,3 4 0,-4-4 0,-2 2-653,0-2 0,2-2 1,0-4-1,-2 3 70,-1 3 1,-1 7-1,0 3 1,0 0 281,0-1 152,0 10 1,2-1 0,0 11-70,2 3 0,2 1 0,-2 4 0,3-1 290,4 1 1,1-2 0,-1-1 0,1 0 151,0-4 0,1 1 0,2 0 0,0 0-271,0 0 0,2-3 0,0-3 0,0 0-1197,0 0 0,-1-2 0,-5-1 0,1 1 315,0 0 0,0 0 1,0 2-3013,-1-1 0,-4 2 3697,-3 5 0,-13 4 0,-4 5 0</inkml:trace>
  <inkml:trace contextRef="#ctx0" brushRef="#br0">11108 9513 7844,'-12'0'3067,"0"0"0,2 2 84,2 1 0,4-1-3037,8 2 0,2-3 0,7 0 0,2 2-395,1 1 1,1 0-1,-3-4 1,3 1-1066,1 3 0,-3-3 0,2 3 0,-1-1-659,-1 1 1,1-2 0,-4 5-232,0-2 2236,-6-1 0,5 1 0,-5 2 0</inkml:trace>
  <inkml:trace contextRef="#ctx0" brushRef="#br0">11096 9702 7844,'-12'12'-435,"0"-1"0,0 1 1891,1 0 1,4-4 0,2-2-999,0 0 0,5-2 0,0-4 0,8 0 180,6 0 1,0-2-1,6 0 1,1-4-1120,1 0 0,-2 2 1,-2-3-1,1 1 481,-1-1 0,2 5 0,3-4 0</inkml:trace>
  <inkml:trace contextRef="#ctx0" brushRef="#br0">12110 9254 7916,'-1'-12'0,"-2"0"2410,-1 1 0,-1 0-1449,1 3 1,3 4 0,-3 8 0,2 5-576,2 6 1,-1 6 0,-2 8 0,0 5-144,0 2 0,2 2 0,1 5 0,0-3-168,0-4 1,1-2 0,3-2-1,4-5 112,2-2 1,-1-6 0,3-5-261,5-5 1,-1-4 0,0-6 0,-2-4-80,2-7 1,-2-6 0,6-8 0,1-3 24,1-1 0,-2 2 1,-2-2-1,0 1-288,1 3 1,-5 1 0,2 3-1,-3 4-1021,-1 6 1110,-6 5 1,0 10 0,-6 5 0,0 7 0,0 6 10,0 3 0,0 1 0,0 1 0,0 1 29,0 0 1,0-6-1,1-3 702,3-1 0,2-7 1,7-6-1,3-5 1,5-8 451,5-11 0,6-9 1,6-10-1,1-5-614,-1-6 1,-5 5 0,-3 0-1,-2 1-190,-6 2 1,-9 12 0,-9 0-892,-3 3 1,-6 11 0,-3 8 0,-2 7-562,-2 5 0,-4 5 1,-1 9-1,0 6-1235,0 1 2623,1 0 0,-1 3 0,-1 2 0</inkml:trace>
  <inkml:trace contextRef="#ctx0" brushRef="#br0">12994 9266 7916,'6'-8'352,"0"0"1118,1-1 1,-2-2 621,-5 0 0,-1 4-1313,-3 3 1,-3 4-1,-5 4 1,1 5-448,-1 6 0,-4 3 1,-1 7-1,-1 2-432,-3 5 0,4-1 0,1 3 0,3 3-170,1 0 1,2-1-1,2-2 1,4-2 22,3-5 0,7-8 0,5-8 0,4-5 47,4-5 0,2-8 0,5-6 0,3-9 221,1-8 0,-5-2 1,-2 0-1,-4-2-61,-2 1 1,-10 1-1,1 0 1,-5 2-488,-3 1 0,-1 1 0,-3 7 0,-4 4-303,-3 5 0,-2 9 1,-1-1-1,-2 5 47,2 7 0,1 1 1,1 11-1,0 2-184,0 4 0,4-1 967,0 2 0,1 9 0,-5 0 0</inkml:trace>
  <inkml:trace contextRef="#ctx0" brushRef="#br0">13230 9431 8948,'7'5'1049,"-2"-2"1,-5 6-1,0 3-561,0 2 1,0 7 0,0-1 0,0 2-35,0 1 0,0 5 1,0-1-1,-1 1-60,-3 1 1,2-8 0,-3 1 0,1-4 700,0-3 1,-1-4-747,1-3 1,3-9 0,-3-11-1,4-7-264,4-8 0,1 0 0,4-7 0,-1-4 72,1-3 0,6-3 0,0-5 1,0-1-354,-2 1 0,-1 5 0,1-4 0,1 2-372,2 6 1,-4 11 0,-4 6 507,1 5 0,-3 8 0,1 7 1,-2 6 40,-2 5 0,-1 3 1,1 4-1,1 0-53,-1 0 0,2 3 1,-1 1-1,-2 0 114,0 1 1,2-4 368,0 3 1,-1 0 0,-3 0-1,-1-3 1,-1-3-134,-2-1 1,-2 0 0,2-2 0,-3-1-473,-4-1 1,3 0 0,0 2 0,-1 0 13,-1-3 1,-2-3 0,0 4 0,0 0-1413,1-1 0,-1 3 1037,0-2 0,5 2 603,3 2 1,4-4 0,4-1 0,6-2-143,4-3 0,-1 0 0,4-2 1,-1 1-610,0 3 1,1-3 0,-3 3-1,3-1-853,1 1 1,-3-3-1,1 3 1556,-3-3 0,4 5 0,1 0 0</inkml:trace>
  <inkml:trace contextRef="#ctx0" brushRef="#br0">13843 9655 7916,'-11'8'798,"-1"-1"1,1-3-1,2 3 82,1-2 0,4-1 0,-2-5-190,1-3 1,1-3-1,5-6 1,3-3-262,4-3 1,-2-3-1,1-2 1,-1-2-333,1-6 1,1 3-1,2-8 1,-1-3-299,-1 0 1,-1 0 0,2-2 0,-2 2 25,-2 2 1,-1 2-1,-4 6 1,0 7-22,0 6 0,0 8 99,0 1 0,-2 6 1,0 2-1,-2 7 212,1 3 0,2-2 0,1 0 0,0 1 79,0 2 0,1 1 0,3-1-68,4 1 1,-1-4-1,1-1 1,1-2 324,1-3 1,2 4 0,1-2 0,1-2-157,2 0 1,0-2 0,-4 0 0,-2-2-27,-2-2 0,3 2-726,-4-6 0,3 0 1,-3-4-404,-3 0 1,-2 4 267,-2 1 1,0 3-168,0-4-355,-6 5 609,0-2 1,-2 5-5,0 0 0,4 0-678,-4 0 1,6 1-423,-2 3 0,1-2 1609,-1 1 0,3 4 0,-4 0 0</inkml:trace>
  <inkml:trace contextRef="#ctx0" brushRef="#br0">14150 9101 10100,'-1'7'1385,"-3"1"1,2-4 0,-1 4 0,0 0-909,-1-1 0,1 3 0,-3-2 0,-1 2-11,1 2 0,-2 0 1,-3 0-1,1 1-221,-2 3 0,3-3 0,-7 2 1,2 0-232,-2 0 0,2 0 1,-5 3-1,2 1-102,3-1 1,-1-4-1,1 2 1,-2-2 68,2 2 0,1-3 1,1 3 410,0-3 1,6-5 1146,2 0 116,2-6-1217,2 4 0,2-6 0,0 1 1,2 3 0,2-3 1,-3 4-326,5 1 0,-1-4 0,-1 6 0,1 1-48,0 2 1,0 1-1,5 1-306,0 2 0,0-2 1,0 3-1,-1-3-471,1-1 0,0-4 0,-2 0 1,0 0-2284,-3-2 1,1 3-1,4-5-398,0-1 3392,-6-2 0,5-6 0,-5-2 0</inkml:trace>
  <inkml:trace contextRef="#ctx0" brushRef="#br0">14386 9112 7920,'-8'4'0,"1"2"1069,2 0 0,0-2 0,1 3 0,-3-1 7,1 1 0,-1 1 0,5 5 0,-2 1-822,1 2 0,1 3 1,-1-2-666,-1 2 0,0-5 1,4 3-1,0-1 1,0 1-261,0 1 1,0-3-1,0 0 1,0 0 670,0 1 0,0 2 0,0 5 0</inkml:trace>
  <inkml:trace contextRef="#ctx0" brushRef="#br0">14292 9631 7920,'0'7'3298,"-2"-2"1,0-4 333,-2 3-3720,0-3 1,5 5 0,2-8-1004,1-2 1,5 2 0,-1-5-345,2 2 0,-2-3 0,0 3 1435,1-2 0,1 0 0,2-5 0</inkml:trace>
  <inkml:trace contextRef="#ctx0" brushRef="#br0">14657 9089 15148,'-6'5'1226,"0"3"1,2 2-1248,0 2 0,-1 4 0,3 1 0,-2 1-1148,1 3 0,-2 2 1,1 1-1,1 3-1645,2 0 1,-3 2 2813,0-2 0,-5 4 0,2 4 0</inkml:trace>
  <inkml:trace contextRef="#ctx0" brushRef="#br0">14586 9643 7852,'-8'0'4288,"1"0"-2198,-3 0 1,4 0 1773,-2 0-5534,5 0 1,-1 1-5544,8 3 7213,-2-3 0,3 10 0,-5-5 0</inkml:trace>
  <inkml:trace contextRef="#ctx0" brushRef="#br1">1910 10315 8131,'0'-19'484,"0"4"1,0 2 0,0 1 1617,0 0 1,-1 2-1414,-3 2 0,2 4 0,-2 9 1,3 7-263,1 6 1,-1 6 0,-2 3 0,-2 5-131,-2 2 0,5 6 1,-3 2-1,1 2-553,0-1 0,-4-3 0,4 5 0,0-1-852,-1-3 0,3-3 1,-2-4-1,3-3-1847,1-3 1,0-8 2954,0-5 0,5-7 0,2-3 0</inkml:trace>
  <inkml:trace contextRef="#ctx0" brushRef="#br1">2063 10562 8131,'-9'20'0,"0"-2"0,-2 1 40,2-1 0,1-2 0,0 2 0,3 0 1167,0 1 0,4-4 0,-3 4 0,2-1-773,2 0 0,0-3 0,2 1-1474,2-3 1,-2-7 0,6-2-1,0-4 822,-1-4 0,3-4 1,-3-7-1,0-6 218,1-5 0,0-5 0,4-4 0</inkml:trace>
  <inkml:trace contextRef="#ctx0" brushRef="#br1">2099 10338 8131,'-8'2'574,"0"0"3468,-1 2-2714,3 0 0,6-4-1340,8 0 0,3 0 0,-1 1-477,-2 3 1,3-1-2363,-4 5 2851,-1 0 0,4 4 0,-3-1 0</inkml:trace>
  <inkml:trace contextRef="#ctx0" brushRef="#br1">2299 10421 8131,'-8'8'344,"0"-2"0,0 1 1276,2-1 0,-5 2 0,5 4-793,-1 0 0,2 0 0,5-1 0,0 1-466,0 0 1,0 0-1,0 0 1,0-1-165,0 1 1,4 0 0,0 0 0,-1 0 207,-2-1 0,3-3-106,0 0 1,5-7-172,-1-1 0,-3-5 0,0-7 1,0 1-370,3-1 0,-1-1 1,1-2-1,0 0-141,-2 0 1,5-2-1,-3 1 1,1 2 115,-1 1 0,2 2 1,-3 2-1,0 1-312,1-1 1,-4 4-1,4 1 669,1 3 0,-4 6 1,-1 3-1,-2 4 536,-2 3 0,0-2 0,0 4 0,0-1-349,0 0 0,0 0 0,0-5 1,0 1 7,0 0 0,0-4-111,0 0 1,5-6 0,3 1-243,2-6 1,-2-5 0,0-6 0,1-2-229,2 2 0,0 5 0,0 1 1,-2 0-130,-1 1 1,0 2 0,4 5 351,-1 0 1,-4 2-1,-2 3 1,-1 5-1,0 6-108,-1 2 0,-2 2 0,-1 4 0,0-1-339,0 1 1,0-2 0,0-2 0,0-3-799,0 0 0,0-8 1,0 3-3143,0-2 4459,0-5 0,-10 6 0,-4-5 0</inkml:trace>
  <inkml:trace contextRef="#ctx0" brushRef="#br1">1745 11057 13136,'-5'7'686,"3"-2"0,-3-3 1,4 0-1,-2 3-439,-1 2 0,-1 1 0,1 5 1,-3 3-480,1 3 0,-5 5 0,4 3 1,-4 5-211,-1 2 0,0 3 0,1-1 1,-1 1 36,0-3 0,4-5 0,2 1 0,0-1-29,4-3 0,1-6 1,2-6-1,3-4 117,4-2 1,3-5 0,4 1 0,1-3 29,-2-1 0,0-5 0,1-2 0,0 0-118,0-1 1,-1 0 0,-1-4-1,1 0 405,-4 0 0,-1 1 0,3-1 0,0-5 0,0-1 0</inkml:trace>
  <inkml:trace contextRef="#ctx0" brushRef="#br1">1556 11270 8131,'-12'1'0,"1"3"0,-1-3 0,1 4 0,2-1 2083,1 0 1,4 2-1,-2-3-1154,1 5 1,2-1-1,7-1-511,4 0 0,3-2 0,4-4 0,2 0-714,1 0 0,2 0 1,4 0-1,-1 0-660,1 0 0,-5 0 0,1 0 0,1 0-588,1 0 1,-2 0 0,-2 0 0,1 0 1543,-1 0 0,2-6 0,3 0 0</inkml:trace>
  <inkml:trace contextRef="#ctx0" brushRef="#br1">2016 11317 12798,'-7'0'1894,"2"-1"1,4-2 32,-3-1-583,3 0-793,-5 4-322,6 0-379,0 5 1,6-3 0,0 3-17,1 0 0,3-4 1,-2 3 64,3-2 0,0-2 0,1-2 0,0 0-77,0-2 0,0-1 0,-1 2 0,0-2 95,-3-2 1,2 3 0,-2-4 294,3-1 1,-4 3 644,1-2-811,-5 0 0,3 0-280,-2 0 1,-1 6-1,4-1 174,-2 6 1,0-2 0,-2 4 0,1 0 57,-2 3 1,3-1 0,-1 1 0,0 1-3,2 1 0,-5-2 0,3 0 0,-3 1-414,-1 2 0,0-4 1,0 1-290,0 2 1,-1 0 0,-3 2 238,-4 0 0,1-5-2213,0 1 0,0-4-384,-1 4 3065,3-5 0,5 7 0,0-3 0</inkml:trace>
  <inkml:trace contextRef="#ctx0" brushRef="#br1">2499 11164 8131,'0'-8'3190,"0"0"-1795,0 5 1,0-3 899,0 2-1923,0 2 0,0-1 0,-1 5-179,-3 2 1,2 5 0,-5-1-176,2 3 0,-3 0 1,4 1-584,1 0 0,-2 0 1,1 0-58,2-1 1,0-3 0,4-1 168,2-2 1,-2 3-1,6-4 200,1-2 1,2 0 0,0-2-211,1 0 1,0 0-1,0 0-1154,0 0 0,-1-4-11,1 0 1628,0-5 0,0 7 0,0-3 0</inkml:trace>
  <inkml:trace contextRef="#ctx0" brushRef="#br1">2653 11081 8131,'0'-12'1684,"0"4"0,0 1 59,0-3 0,-2 4-600,-1-2 0,1 7 0,-2 1 0,3 8-372,1 6 0,0 2 0,0 6 1,0 3-640,0 0 0,0 5 1,0 1-1,0 3-808,0 2 1,-1-5 0,-2-1 0,-1-1-1179,2-3 0,0-1 1,2-3 25,0-2 1828,0-3 0,0-16 0,0-2 0</inkml:trace>
  <inkml:trace contextRef="#ctx0" brushRef="#br1">3290 10515 8131,'0'8'764,"1"0"-230,3 1 0,-3 2 0,4-1 0,-1-1-97,0-1 0,1 4 0,-2 4 0,1-1-58,-1 2 1,2 0 0,0 4 0,0-2-188,1-2 1,1 2-1,-3-3 1,0-2 471,2 0 0,-4-7-109,6 1 1,-4-5-1,3 0 1,-2-7 72,-3-8 0,0-3 0,-2-7 1,1-3-408,3 0 0,-3-5 1,3 0-1,-3-3-253,-1-2 1,2 2 0,0-6 0,2 2-280,-1 2 1,-2 0 0,-1-1 0,0 2 55,0 3 0,2 1 0,0 5 0,2 0 431,-1 3 1,-2 6 0,-1 0 418,0 3 208,0 6-377,0 2 1,1 7-143,3 1 1,-2 0-83,2 5 1,1-4 0,0 2 130,2 0 0,0-2 0,7-3 90,1 3 1,0-3 0,3 3 0,0-3-120,1-1 1,4-1-1,5-2 1,1-2-378,3-1 1,-4 2-1,7-4 1,-1 0-560,0 1 1,-2-3-1,-3 3 1,-2 1-328,-1 2 0,-7-1 0,3 1-1358,-4 1 0,-6 2 555,-4 1 1,-7 0 0,-1 0-426,-6 0 1,-5 0 2186,-1 0 0,-5 5 0,-1 2 0</inkml:trace>
  <inkml:trace contextRef="#ctx0" brushRef="#br1">3667 10397 8378,'6'-1'1623,"0"-2"-602,-1-1 0,-4-1 0,4 3 2628,1-2-2779,-5 0 1,4 5-565,-5 3 0,0-1 0,0 6 0,0 3-42,0 2 0,-4 7 1,-1-3-1,-1 2-678,-4 0 0,4-1 1,-1 5-1,1-1-393,-1 1 0,5 0 1,-2-2-1,2-1 241,2-2 0,0-4 1,2 1-1,2-5 370,3-3 0,4-3 1,1-5-191,-1 0 0,1-5 1,0-1-1,0-2 1,0-1-353,-1-5 0,0 3 0,-2-5 1,-2 2 737,-2-2 0,4-2 0,-2-6 0</inkml:trace>
  <inkml:trace contextRef="#ctx0" brushRef="#br1">3584 10539 8131,'-8'4'1478,"2"1"2397,1 2-3284,1-5 1,9 3 0,3-5 0,4 0-612,3 0 1,-2-1 0,3-2 0,-1 0-1189,0 0 0,-2 0 1,3 1-1,-1-2-1866,0 1 3074,-2 2 0,4-4 0,-5-2 0</inkml:trace>
  <inkml:trace contextRef="#ctx0" brushRef="#br1">4186 10480 8131,'-12'5'618,"0"0"0,0 3 4112,1-4-4012,4-3 1,3-1 0,8 0 0,4 0 0,2 0-297,2 0 1,1-3 0,2-1-1,0 1-608,0 2 1,-1-3 0,1 0-1,0 1-1283,0 2 1,2 1 0,-1 0-1,-2 0-146,-1 0 0,-1 0 0,0 0 1615,-1 0 0,6 0 0,2 0 0</inkml:trace>
  <inkml:trace contextRef="#ctx0" brushRef="#br1">4634 10338 11164,'-12'-5'1856,"6"4"1,0-10 0,8 5-1212,2-1 0,-2-3 1,6 3-335,1 1 1,2-3 0,0 5-1,1 1-56,0 2 1,0 1-1,0 0 1,-1 0-82,1 0 0,-4 1 1,0 3-46,1 4 0,-2 4 0,0 2 1,1 2-1,-1-1-10,-3 2 0,-3 0 0,-1 4 0,0-1 332,0 1 1,-4-3-1,-1 1 1,-2-1-263,-2 0 0,-5-3 0,-2 0 1,2-1-191,1-3 1,1-3-1,0-1 1,0-2-55,0-2 0,5-2-18,-1-1 1,5-1-1,-1-3-181,3-4 1,6 1 0,3 1 0,2 1 325,2 2 1,1-2-1,2 1 1,2 1 46,1 2 0,-3 1 0,0 1 0,-2 2-703,-1 1 1,0 5-1,0-1 1,0 2-1766,-1 2 1,-3-4 0,-1 0 0,-1 1 2348,1 1 0,-5 2 0,4 0 0</inkml:trace>
  <inkml:trace contextRef="#ctx0" brushRef="#br1">3337 10963 8131,'-7'8'5923,"5"0"-3466,4 1 1,11-2-1,12-1 1,12-1-1976,13-2 1,-16-4 0,2-2 0,9-1 0,2-1 0,5-2 0,2 0-308,6-3 1,1 0 0,-3 1 0,0 0 0,3 0 0,0 1 0,-3 0 0,-2 1-241,-3 2 1,-2 0-1,-4 1 1,0 0 0,-4 0-1,-1 0 1,-2 2 0,-1 0 64,-3 1 0,-3 1 0,17 0 0,-4 0 0,-11 0-4112,-7 0 1,-10 1 3039,-6 3 0,-7-1 1072,-9 4 0,3 1 0,-4 4 0</inkml:trace>
  <inkml:trace contextRef="#ctx0" brushRef="#br1">3584 11211 8131,'7'1'634,"-2"2"2851,0 1-1650,-3 0 0,3-3-852,-5 3 0,0 2 1,0 6-549,0 0 1,-5 1 0,-2 1 0,-1 3-255,0 2 1,1 2 0,-5 5 0,-1 3-376,-3 1 0,7-3 0,-3 3 0,3 1-609,2-1 1,-2-7 0,5 2 0,2-3 254,0-5 1,7-2-1,3-5 1,4-2 381,4-4 1,2-3 0,6-1 0,-1-1-249,1-3 1,0-2 0,-1-6 0,1 0-748,-1 0 1,1 1-1,-2-1 1161,-2 0 0,2 0 0,-4 0 0</inkml:trace>
  <inkml:trace contextRef="#ctx0" brushRef="#br1">3396 11435 8131,'-12'1'943,"0"3"1223,0 4 0,7-3 0,5-1-1134,7-3 1,8-1 0,5 0 0,4 0-724,3 0 1,3-4 0,4 0-1,-1 1-826,-2-3 1,-2 5 0,4-3 0,1 3-4381,-1 1 4897,-6 0 0,7 0 0,-3 0 0</inkml:trace>
  <inkml:trace contextRef="#ctx0" brushRef="#br1">4115 11388 8131,'-12'0'1242,"0"0"0,5 0 0,-1 0 4385,-1 0-3691,3 0 1,2 0-1829,8 0 0,3 0 0,5 0 0,-1 0-507,1 0 1,0 0 0,0 0 0,0 0-889,-1 0 1,5 0 0,0 0-1,0 0-1838,1 0 0,-4 0 3125,2 0 0,4-6 0,-1 0 0</inkml:trace>
  <inkml:trace contextRef="#ctx0" brushRef="#br1">4540 11140 16330,'-7'5'3626,"0"-3"-2940,3 1 1,3 0 0,-4 0-355,0 1 0,3 5 1,-3-3-433,0 1 1,4 3 0,-5-2-154,1 3 1,4 1 0,-3-1-1,3 1-258,1 0 1,-2-4 0,0 0 129,-2 1 0,1 0 1,7-1 47,4-4 0,-2-3 0,2-1 1,1 0 217,2 0 0,1 0 0,-2-1 0,-1-2-862,-1-1 0,0-1 0,4 2-821,0-1 0,-1-3 0,1 1 1798,0 0 0,0-2 0,0-4 0</inkml:trace>
  <inkml:trace contextRef="#ctx0" brushRef="#br1">4740 11057 8131,'-12'4'1017,"2"2"0,2 0 773,4 3 1,-1-1-1,1 3 1,0 3-568,-1 3 1,3 0 0,-2 7 0,3 5-687,1 3 1,-4 9 0,-1 1 0,0 1-484,-1 0 0,-2-5 0,3 0 0,0-5-2324,0-5 1,1-9-1,4-3 2270,0-3 0,0-1 0,0 0 0</inkml:trace>
  <inkml:trace contextRef="#ctx0" brushRef="#br0">5554 10185 8230,'0'-12'1781,"0"1"-741,0-1 1,0 4-1,0 0 353,0-1 1,-2 4-1,0 2-947,-2 6 1,-5 3 0,1 6-1,-3 2 606,-1 6 0,1 1 0,-1 9 0,-1 2-355,-3 2 0,-2 5 1,-5 11-1,1 5-533,-1 6 1,12-28 0,-1 1 0,-3 8 0,0 1 0,0 4-1,0 1-75,0 3 0,0 0 0,2-3 0,0-1 1,-1 2-1,1 1 0,2-4 0,2 1-197,0-3 1,2-1 0,2-6 0,2 0 0,0-2 0,2-1 0,1 24-1273,4-12 0,4-14 0,6 2 0,3-4 620,2-3 1,-4-8 0,4-3 0,-2-3-77,-3-1 0,3-4 0,-1-2 0,-2 0 836,-1-4 0,-1-1 0,0-1 0</inkml:trace>
  <inkml:trace contextRef="#ctx0" brushRef="#br0">5801 10480 8230,'5'-7'1690,"-3"-3"1,3 7 381,-5-5 219,0 6-361,0-4-1290,0 6 0,0 6-349,0 2 0,0 2 0,0 2 1,0 1-38,0 3 1,0-3-1,0 2 1,0 0-168,0 1 1,0-2-1,1 4 1,2 1-54,1-1 0,1-4 0,-2 2 64,1-3 1,1-1-1,-2 0 1,2 0 300,1-1 0,-3-3 1,2-1 969,0-2-924,-3-1 0,3-9 0,-5-3 1,0-3-137,0 0 0,0 1 0,0 0 1,0-3-115,0 0 1,0-2-1,0 1 1,0-3-267,0-1 0,0 2 1,0-4-1,0-1-121,0-1 1,0-2-1,0 1 1,1-1-147,3 1 1,-2-2-1,1-1 1,0-2 103,1 2 0,-3 1 1,3 1-1,-1 1 117,1-1 1,-3 6 0,3 2 0,-3 3 186,-1 1 0,0 1 225,0-1 0,0 0 14,0 0 81,0 6-286,0 0 0,0 8 104,0 2-56,0-3 0,2 8 0,0-4 97,2 2 1,5-4 0,-1 0-40,3-1 0,1 2 0,1 0 0,1-2-210,2 0 0,5-2 0,0 0 0,5 0 0,5 0 0,3-2 0,2 0 0,0-2-173,4 1 1,-2-2-1,4 0 1,-2-1-563,-2 1 0,-5 1 1,-3 3-1,-1-2-107,-3-1 0,-2 0 0,-5 4 0,-3 0-387,-3 0 0,-1 0 0,0 0 212,0 0 1,-6 2-249,-2 2 1,-3-2 0,-2 5 0,-3-1 1264,-4 1 0,-2 1 0,-2 4 0</inkml:trace>
  <inkml:trace contextRef="#ctx0" brushRef="#br0">6308 10350 8107,'4'-8'460,"0"0"0,1 1 0,-2-5 926,1 0 1,1 5-1,-2 2-195,1 0 1,0 2-1,-3-3 2250,3 1-2565,-3 1 1,4 5 0,-6 4-523,-3 7 0,-2 1 1,-6 5-1,0 2-539,0 2 1,1-1 0,-3 8 0,0-1-365,-2-1 1,1 6-1,3-3 1,0 1-235,0 1 0,6-5 0,2 2 0,2-3 16,2-3 1,0-6-1,2 0 1,2-4 346,3-7 0,8-3 1,2-6-1,0-3-159,0-6 0,3-4 0,-5 2 0,1-3-923,1-1 1,-4 3 0,2-2 1501,-6 0 0,1-1 0,-3-6 0</inkml:trace>
  <inkml:trace contextRef="#ctx0" brushRef="#br0">6096 10503 8792,'-12'4'0,"0"0"2356,1-1 0,3 2-793,0-1 1,15 0 0,2-4 0,6 0-1289,6 0 1,3 0-1,3-1 1,5-3-784,2-4 0,1-1 0,1 0 1,-1 2-2393,0 2 0,-3-3 2900,-1 4 0,1-5 0,3 2 0</inkml:trace>
  <inkml:trace contextRef="#ctx0" brushRef="#br0">6780 10362 8230,'-7'5'835,"-2"-2"0,5 5 0,0 1 171,-1 1 1,4 2 0,-3 1-1019,3 3 1,-1-2 0,0 6-1,-2 0 1,1-1-489,2 1 0,1-4 0,0 2 0,1-1 480,3-3 0,-3-4 20,3-3 0,3-4 0,-1 2 0</inkml:trace>
  <inkml:trace contextRef="#ctx0" brushRef="#br0">6674 10456 8230,'-12'12'2819,"4"-4"174,0 0 1,6-4-2005,-2 4 0,9-6 1,6 2-1,4-3-679,4-1 1,0 0-1,5 0 1,-1 0-1567,1 0 1,1 0 0,1 0 0,2-1-5108,-2-3 6363,-1 3 0,4-10 0,1 5 0</inkml:trace>
  <inkml:trace contextRef="#ctx0" brushRef="#br0">7169 10350 10189,'-12'0'2311,"4"0"1,2-1-853,1-3 1,1 1 0,5-5-894,3-1 0,3 3 1,6-2-1,1-1-317,2-2 1,1 3 0,-3 2 0,2 1-48,-2 2 1,3 2-1,-1 1 1,-1 0-234,-2 0 1,-2 5-1,1 3 1,0 4-141,0 3 0,-6 0 0,-2 4 0,-2 2 135,-2 2 0,-2 0 0,-2-1 1,-4-1 485,-2-1 0,-7-2 0,-3 3 0,-2-1-179,-2 1 1,0-7 0,-3-1 0,0-1-158,1-3 0,1-1 0,2 1 0,4-2 40,3-2 1,7-1-150,1-4 1,12 0-1,4 0 1,9-1-21,5-3 0,3 3 1,1-3-1,3 2-511,1 2 0,-2 2 1,3 0-1,1 3-731,-2 2 1,-1 1 0,-7 4 0,-1 1 718,-2 3 1,-5-3 0,-3 2-1,-5-2 538,-5-1 0,-6 5 0,-2 2 0</inkml:trace>
  <inkml:trace contextRef="#ctx0" brushRef="#br0">5683 11081 9465,'-11'0'7350,"5"0"-5244,6 0 1,12 0 0,13 0 0,10 0-1536,11 0 1,11-1-1,-23 0 1,2-1-1,7 0 1,1-1-572,6 0 0,2-1 0,4 2 0,2 0 0,6-1 0,0 0 0,1 0 0,-1 1-131,1 0 0,-1 1 1,-8 0-1,-1 1 1,-1 0-1,0 0 1,-4 0-1,-1 0-218,-5 0 1,-2 0-1,-5-1 1,-1 0-1,-2 0 1,-1 0-1,26-4-1659,-9-2 0,-15-1 0,-3-2 1,-9 0-117,-7 3 0,-5 3 1,-13-3 2123,-2 2 0,-5-3 0,-3 4 0,3 0 0</inkml:trace>
  <inkml:trace contextRef="#ctx0" brushRef="#br0">5731 11529 8230,'-2'12'0,"0"0"0,-2-1 186,1 1 0,-2 1 1,1 2-1,1 2 1031,2 1 0,1-2 0,0 3 0,1 2-732,3 2 1,-1 0 0,5-1 0,1-1-10,1-1 1,-2-4-1,-1 2 1,-1-1 196,1-2 1,-3-8-195,4-3 1,-6-8 0,3-5 0,-1-5-176,0-6 1,0-7 0,-4-5-1,0-3-240,0-4 1,0 1 0,0-6-1,0 0-114,0-2 1,0 3 0,0 2 0,0 3 79,0 4 1,0 11 0,0 0 0,0 5 53,0 4 0,2 6-52,1 4 0,0 4 1,5 4-1,1 2-35,2 1 0,2 3 0,1-3 0,4 1 52,5 0 0,-5-2 0,8 3 0,3-2 3,4-2 0,1-1 0,8-4 1,0 0-345,0 0 0,-2 0 1,5-1-1,-1-3-661,-3-4 1,-7-3-1,-5 1 1,-3 1-1123,-4 1 1,-7 4 3,-3-4 1,-7 5 2070,-9 0 0,-3 6 0,-4 4 0</inkml:trace>
  <inkml:trace contextRef="#ctx0" brushRef="#br0">6167 11529 7829,'0'-12'132,"0"0"1,0 5 0,0-1-1,0-1 1784,0-2 1,0 3-1,0 0 1208,0-1-2320,0 4 0,0 1-492,0 8 1,0 6 0,0 6-1,0 0-269,0 1 0,-5 3 0,-2 6 0,-1 1-290,0-1 0,0 1 0,-2-1 0,1 3-375,1 1 0,1-4 0,0 1 1,3 0 12,2 0 0,2-7 0,0-1 0,0-4 133,0-3 0,6-6 0,1-2 0,4-3-157,1-1 0,-1-5 0,1-3 0,1-3-587,3-5 1,-7 1 1219,3-4 0,-3-1 0,3-3 0</inkml:trace>
  <inkml:trace contextRef="#ctx0" brushRef="#br0">6002 11670 8230,'-8'0'1795,"1"2"1099,2 2 0,1-2-2288,4 6 1,7-5 0,3 1-1,6-3-902,2-1 1,-2 0 0,4 0 0,2 0-1860,4 0 1,-1-4 0,2 0 2154,-2 2 0,4-5 0,1 0 0</inkml:trace>
  <inkml:trace contextRef="#ctx0" brushRef="#br0">6768 11482 8230,'-12'0'0,"1"0"1722,-1 0 0,1 5 0,2 3 1,3 2-974,0 2 0,-1 1 1,1 2-1,1 3-970,0 4 0,0-5 1,2 7-1,-1-2-1378,1 0 0,2-2 0,1-2 0,0-1-2772,0-2 4371,-5-7 0,4 2 0,-5-3 0</inkml:trace>
  <inkml:trace contextRef="#ctx0" brushRef="#br0">6532 11647 9230,'-1'10'3305,"-3"-2"1,3-1-2522,-3-3 1,8-2-1,4 5 1,3-2-700,5-2 1,3-3 0,4-4-1,2-3-1467,3 1 0,-2-5 1,4 3-1,0-2-2083,0-2 3465,2 0 0,3 1 0,0-1 0</inkml:trace>
  <inkml:trace contextRef="#ctx0" brushRef="#br0">7146 11482 8230,'-12'0'4085,"0"0"1573,0 0-4798,0 0 1,7 0 0,4-1-562,3-3 1,12 1 0,-3-4-1,4 1-222,2-1 1,-3 1 0,6-3 0,0 2 82,-2 2 0,3 1 0,-5 4 1,-1 0-572,2 0 1,-4 0 0,3 0 442,-3 0 1,-6 5-1,-3 4 1,-3 4 170,-1 3 1,-1 1-1,-3-1 1,-5 2 13,-6 1 1,1 3 0,-6-3-1,-1 2-252,-1-1 1,-2 1-1,1-5 1,0-2 35,4-1 0,2-1 1,5-1-1,1-2-189,4-1 0,3-2 59,8 2 1,3-3-1,8-5 1,2 0-115,1 0 1,6 0-1,3-1 1,1-2-872,1-1 0,-3-4 1,4 3-1,0-1-850,0-3 0,-3 2 0,0-1 1964,-2-1 0,4-7 0,1-2 0</inkml:trace>
  <inkml:trace contextRef="#ctx0" brushRef="#br0">7877 10008 8230,'-16'7'0,"2"-2"0,-1 0 1525,2 3 1,4 3 0,2 2 0,2 4 395,2 6 1,3 5-1,4 10 1,6 9-1100,4 8 0,-3-23 0,2 2 1,2 5-1,1 3 0,1 5 1,1 1-711,2 7 0,0 0 0,0 1 0,2 1 0,0 6 0,0 0 0,-1-3 0,-1 0-459,-2-1 1,-1-1 0,-5-9 0,-2-1 0,0 2 0,-1 1 0,-3-4 0,-2-1 219,-1-5 1,-2-1-1,-1 27 1,-4-10-1,-6 0-177,-9 0 1,-2-4 0,-10 3 0,-3-2-1858,-4-1 1,0-9 0,-4 5 2160,1-5 0,-3-8 0,1 0 0,-3 2 0</inkml:trace>
  <inkml:trace contextRef="#ctx0" brushRef="#br1">8690 10963 8119,'-8'0'1700,"1"0"-722,-3 0 1,0 0-1,-2 0 391,0 0 1,4 0 0,1 0-614,-3 0 1,5 1 0,0 2-529,0 1 0,5 0 1,0-4-1,8 0-233,6 0 0,4 0 0,6 0 0,0 0-456,-1 0 1,2 0 0,1 0 0,2 0-347,-2 0 0,-1 0 0,-2 0 0,1 0-1958,0 0 0,-5 0 2765,1 0 0,-6 5 0,3 2 0</inkml:trace>
  <inkml:trace contextRef="#ctx0" brushRef="#br1">8679 11164 9017,'-12'5'1036,"0"-3"0,0 5 1,2 0 993,2-1 1,-1-2-1,5 4-1302,1 1 0,4-2 1,6-1-1,6-1-923,4-2 0,3 2 0,3-1 0,4-1-1962,4-2 0,0-1 0,9 0 2157,-4 0 0,5-5 0,1-2 0</inkml:trace>
  <inkml:trace contextRef="#ctx0" brushRef="#br1">9728 10303 8119,'-12'0'1399,"4"0"1,2 1 0,1 3-464,2 4 0,-2 3 0,1 2 0,1 2-463,2 5 0,1 8 1,0 4-1,0 6-439,0 6 0,-1 3 0,-2 2 1,-2 4-678,-2 1 1,1-5 0,-4 0 0,4-9-2392,1-8 1,1-11 3033,4-5 0,0-3 0,0-2 0</inkml:trace>
  <inkml:trace contextRef="#ctx0" brushRef="#br1">9870 10680 8646,'-10'26'0,"-1"1"574,-3-1 1,5-8 0,3 4 0,0-2 363,4-2 0,1-2 0,1 2-1714,0 0 0,0-7-303,0-3 0,5-10 0,1-2 0,2-8 1079,0-8 0,0-5 0,4-10 0</inkml:trace>
  <inkml:trace contextRef="#ctx0" brushRef="#br1">10023 10197 8119,'-7'-12'867,"-3"6"0,2 2 1104,-3 2 0,4 2 1,0 2-1313,2 2 1,1 2 0,4 6 0,0 0-970,0 0 1,0-1-1,1 1 1,2 1 71,1 3 1,5-2 0,-3 5 0,1-1 237,-3 0 0,2 2 0,1 4 0</inkml:trace>
  <inkml:trace contextRef="#ctx0" brushRef="#br1">10153 10539 8119,'-6'6'1526,"4"1"0,-6-3-268,-1 4 0,2-2 0,1 2 0,0 1-347,4 2 1,-4-2-1,2 1 1,2 3-774,1 1 0,-3 3 1,0-2-1,1 1 29,2 1 1,1-4 0,0 3-695,0-3 1,5-6 246,3-4 0,1-3 0,0-3 0,-1-5 35,1-3 0,2-6 1,1-2-1,1-5-107,2-4 1,-2 4 0,4-5 0,-1 1 247,0 1 1,0 3-1,-5 6 1,1 1-1,0 2 0,0 8 369,0 3 1,-6 9 0,-2 5 0,-3 6 197,-1 2 0,0 2 0,0 2 0,0-1-145,0-1 1,0-2 0,0 2 0,0-4-255,0-3 1,2-3-74,2-2 1,2-3-1,6-5 1,0-2-201,0-6 1,-1 0-1,2-9 1,3 1-239,4 0 1,-2-3-1,2 2 1,-1 0 46,0 0 1,3 5-1,-4 5 1,1 2 89,-3 3 1,-3 2-1,-3 5 1,-2 7-12,-4 6 1,-3 4 0,-1 3 0,0 1-813,0 2 0,-1 4 0,-3-1-1471,-4-1 2604,-2 4 0,-7-4 0,-2 5 0</inkml:trace>
  <inkml:trace contextRef="#ctx0" brushRef="#br1">9622 11140 8344,'-8'0'2233,"1"1"-1153,2 3 0,0-2 121,1 1 0,3 4-572,-3 1 1,2 4-1,2 2 1,0 3-516,0 1 0,-3 5 1,-3 7-1,0 7-598,-3 3 1,-2 3 0,-1 3 0,1-1-373,-1-2 0,4-4 0,1 2 0,2-3 203,2-4 0,2-12 0,1-2 0,0-6 5,0-2 1,5-5 0,3-4 342,3-1 0,4-5 0,2-3 0,2-6 0,0-1 305,0 0 0,-2 1 0,0-5 0,1-2 0</inkml:trace>
  <inkml:trace contextRef="#ctx0" brushRef="#br1">9362 11541 10216,'-6'5'2078,"2"-4"1,8 3-1,5-2-1672,5-2 1,5-4 0,4-2-1,2 1-732,3 0 1,-2-3-1,4 4 1,0 2-1063,0 0 0,-3-2 0,0 0 0,-2 2 1388,-1 0 0,-1 2 0,1 0 0</inkml:trace>
  <inkml:trace contextRef="#ctx0" brushRef="#br1">9917 11423 8119,'-8'1'0,"0"2"587,-1 1 1,0 1-1,-1-2 4278,3 1-2192,4 0-1842,-2-4 0,6 3-595,3 1 0,-1 0 1,4-4-51,3 0 0,0 0 1,2 0-1,1 0-322,3 0 0,-3-4 0,3-1 0,-3 0-34,-2 0 0,1-3 0,0 3 0,0-1-41,0 1 0,-5-3 1,1 3 106,1-2 1,-2 1 0,1-2-88,1 4 1,-2 3 37,0 1 0,-4 1-133,1 3 1,1 3 0,-1 4-230,-1 1 1,-2 1 0,-1 2 0,0 0-372,0 0 0,-5-1 1,-2 1-1,-1 0-256,1 0 1,-1-2 0,-4-1-376,0-1 1517,6 1 0,0 0 0,6 0 0</inkml:trace>
  <inkml:trace contextRef="#ctx0" brushRef="#br1">10353 11317 18026,'-7'5'918,"3"3"1,-1-2 0,1 2-1229,2 2 1,0-4-1,2 2 1,0 1-515,0 2 0,0-4 0,0 1 256,0 1 1,0 2 0,2-1-347,2-2 0,-2-2 0,6-5-18,1 3 1,2-3 0,1 3 0,-1-3 1,1-1 930,0-5 0,0 4 0,0-4 0</inkml:trace>
  <inkml:trace contextRef="#ctx0" brushRef="#br1">10565 11164 8119,'-5'-7'2723,"-3"3"1,-1 4-1,1 4-1026,4 4 1,-1 9 0,1 5 0,0 7-750,-1 5 0,2 7 0,-3 11 0,-1 6-1129,1 2 0,-1-6 1,-1 1-1,4-8-176,3-9 0,1-11 0,1-4 357,3-10 0,8-12 0,6-8 0</inkml:trace>
  <inkml:trace contextRef="#ctx0" brushRef="#br1">11037 11057 9304,'-12'0'2944,"4"0"-36,0 0-1693,6 0 0,-2-3 0,8-1-510,4 1 0,2 2 1,3 1 142,3 0 1,-3-4 0,3 0 0,-3 1-554,-1 2 0,3 1 1,2 0-1,2-1-182,2-3 1,-3 2-1,2-3 1,2 1-45,4 0 1,-1-4 0,3 4-1,-3 1 85,-2-3 0,1 5 0,-1-4 0,1 1 31,-1 0 0,-3 0 0,-2 4 0,-1 0-2,-2 0 0,2 0 1,-1 0-1,-1-1-94,2-3 0,-6 2 0,3-2 1,2 3-90,1 1 0,-5 0 0,2 0 0,1-1 0,-2-3 0,1 3 0,1-3 0,0 2 0,0 2 0,-1 0 0,1 0 0,0 0 0,0 0 0,-1 0 0,0 0 0,2 0 0,-1 0 0,2 0 0,-2 0 0,1 0 0,1 0 0,-4-4 0,3 1 0,-2 0 0,2 2 0,-3 1 0,3 0 0,-2-2 0,2-2 0,-3 3 0,4-4 0,-1 1 0,0 0 0,1 0 0,-3 3 0,2-2 0,-2-1 0,1 0 0,-1 4 0,3 0 0,1 0 0,-3 0 0,1 0 0,-2 0 0,2 0 0,-3 0 0,4 0 0,-1 0 0,-1 0 0,5-1 0,-3-2 0,1-1 0,3 2 0,-2-1 0,0 1 0,2-2 0,1 1 0,-2 2 0,0 1 0,-1 0 0,0 0 0,3 0 0,-4 0 0,2 0 0,0 0 0,-2 0 0,3 0 0,-1-2 0,1-2 0,-3 3 0,2-4 0,1 1 0,1 0 0,-2 0 0,-1 4 0,1-1 0,-2-3 0,3 3 0,-5-3 0,0 2 0,1 2 0,-4 0 0,2 0 0,-1 0 0,-3 0 0,5 4 0,0 0 0,-2-1 0,3-2 0,0-1 0,0 0 0,2 0 0,-1 0 0,-2 0 0,2 0 0,0 0 0,1 0 0,-4 0 0,4 0 0,-2 0 0,-3 0 0,3 0 0,-1 0 0,0 0 0,1 0 0,-7 0 0,5 0 0,-1 0 0,-1 0 0,0 0 0,0 0 0,3 0 0,-3 0 0,4 0 0,0 0 0,-6-1 0,3-2 0,1-1 0,-1-1 0,-2 2 0,0-1 0,-1 2 0,1 1 0,0 1 0,0 0 0,0-2 0,-1 0 0,1-2 0,0 0 0,0 4 0,-1 0 0,1-4 0,0 0 0,0 1 0,0 1 0,-1-1 0,1-1 0,0 1 0,0 1 0,0-1 0,-1-1 0,1 2 0,-3 0 0,2 2 0,2-1 0,0-3 0,0 3 0,-1-3 0,0 3 0,0 1 0,-1 0 0,1 0 0,1 0 0,3 0 0,-2 0 0,5 0 0,-2 0 0,-3 0 0,1 0 0,-1 0 0,3 0 0,1 0 0,-2 3 0,2 1 0,-1-1 0,-2-2 0,-1-1 0,1 0 0,0 0-73,0 0 1,-1 0 0,-1 2 0,2 0-14,-1 2 0,-3 0 0,4-4 0,-2 0-16,-1 0 0,0 1 0,0 2 1,0 1-75,-1-1 1,3-2 0,0-1 0,2 0-95,-2 0 0,0 0 0,1 0 1,1 0-171,-2 0 0,0 0 0,1 0 0,1 0-37,-2 0 1,0-1-1,2-2 271,4-1 0,-7-4 1,-1 4-1,-2 2 15,1 0 1,-3-2-1,-1 0 1,3 2-140,0 1 0,-2-1 1,0 0 41,1-2 0,1 0 0,2 2 480,0-1 0,0 1 1,0-3 67,-1 0 0,1 3 0,0-1 0,0 0-55,0-1 1,-5 3-1,1-3 1,1 2-23,2 2 1,1 0 0,-1 0 0,1 0-163,0 0 1,0 0 0,0 0 0,1 0-295,2 0 1,-1 0 0,1 0-1,0 0-33,0 0 1,-4 0 0,3 0 0,1 0-900,-2 0 1,0 0 0,-1 0-1689,0 0 2893,-1-5 0,1 4 0,0-4 0</inkml:trace>
  <inkml:trace contextRef="#ctx0" brushRef="#br1">11556 11175 8119,'12'0'2869,"-1"0"1,-3 0-1281,0 0-563,-5 0-490,2 0 0,-10 6 0,-3 1 0,-3 4-428,0 1 0,-1 5 1,-1 2-1,-3 5-105,-4 3 0,2 0 0,0 4 0,1 2-176,2 1 0,2 3 0,1-1 1,2 2-166,2 0 0,3-4 1,5 4-1,0-4-405,0-2 0,1-10 1,3 2-1,4-3 241,2-3 0,2-5 0,0-6 0,0-2-63,-1-3 1,1 0 0,0-2 215,0 0 0,-2-2 0,-1 0 349,-1-2 0,0-11 0,4 2 0</inkml:trace>
  <inkml:trace contextRef="#ctx0" brushRef="#br1">11815 11376 8119,'4'-12'0,"1"2"202,2 2 0,-3-3 0,2 3 1372,0-2 0,-1 2 1423,-1 0-175,-3 0-2373,4 2 0,-5 2 0,0 8 0,-1 4 95,-3 2 1,1 2 0,-4 0 0,-3 1-287,0 2 0,-2 4 1,0 4-1,1 1-444,-1 0 1,0-1 0,0 1-1,0 1-433,1 2 1,3 2 0,1 2 0,2-2 24,2 0 1,2-8 0,2 1-1,3-2-504,4-2 1,3-7 0,0-1-1,3-3 517,1-5 1,-2-2-1,3-2 1,-2-4-109,2 0 1,-3-6 0,3-4 0,-3 2-772,-1 1 1460,-6-4 0,5-2 0,-4-4 0</inkml:trace>
  <inkml:trace contextRef="#ctx0" brushRef="#br1">11638 11505 8119,'-8'4'971,"1"0"1,4 2 0,-2-4 0,1 3 1375,0 2 1,0-3-1709,4 4 1,5-6 0,3 2 0,4-2-437,4-2 0,-2 0 0,6 0 1,1 0-926,1 0 0,1-4 0,1-2 0,0 1-999,-1 0 0,-2-3 1,0 4 1720,0 2 0,4-5 0,-7 0 0</inkml:trace>
  <inkml:trace contextRef="#ctx0" brushRef="#br1">12181 11576 8119,'-12'0'0,"0"0"1162,0 0 1,5 0-1,-1 0 903,-2 0 1,4 0 1177,-2 0-2800,0 0 0,7 0 0,5 0 1,5-1-434,3-3 1,0 3 0,1-5-1,1 2-556,2 1 1,1-3 0,-3 4 0,3-2-990,2 1 1,-4-2-1,4 1 1,-2 0 383,-3-1 1,3 3 0,-1-1 1150,-2 1 0,5-3 0,-1-2 0</inkml:trace>
  <inkml:trace contextRef="#ctx0" brushRef="#br1">12652 11329 8119,'0'-12'1078,"0"4"6152,0 0-5402,0 5 0,2-2-131,2 5-1255,-3 0 0,4 2 0,-5 1-509,0 5 0,0 3 0,0 1 1,-1 1-95,-3 2 0,3-1 0,-3 1 0,1-2 0,-1-1 1,3 0 0,-3 0 0,3 0-318,1-1 0,0-3 0,1 0 297,3 1 1,-2-4-1,6-1-44,2-2 1,0-2-1,2 0-445,0 0 0,-1 0 0,0-2 0,-2 0-316,-1-2 0,0-5 0,4 2-220,-1 1 0,-3-4 0,-1 5-1269,-2-1 2475,-1 3 0,1-8 0,2 5 0</inkml:trace>
  <inkml:trace contextRef="#ctx0" brushRef="#br1">12818 11258 9407,'0'-12'4227,"0"6"0,0 2-3597,0 8 1,0 7 0,0 8 0,0 2-300,0 2 0,0-1 0,0 9 0,-2-1-484,-2 0 1,3 0-1,-4 3 1,-1-3-971,-1-1 0,1-1 0,1-3 0,1-1-2079,0-6 1,0-3 1787,4-4 1414,0-4 0,6-7 0,0-7 0</inkml:trace>
  <inkml:trace contextRef="#ctx0" brushRef="#br1">12971 11105 12656,'8'0'5803,"0"1"-4367,1 3 1,-3-1 0,2 4 0,0 3-502,-1 0 0,3 7 0,-2 4 0,4 5-754,3 6 0,-5 3 0,1 4 1,0 5-182,-1 1 0,-3 3 0,-3-3 0,-3 0 0,-1-2 0,0-8 0,-1 1 0,-3-3 0,-4-5 0,-4-8 0,-2 2 0,-3-3-2342,-2-5 1,4-1 0,-4-2 0,1-4-2259,0-3 1,2-4 4599,-4-4 0,1-7 0,-5-8 0</inkml:trace>
  <inkml:trace contextRef="#ctx0" brushRef="#br1">13442 11105 8119,'0'6'3306,"0"-1"1,-1-3-1670,-3 2 0,3-2 0,-4 5-782,-1-2 1,1 4 0,-4-1 0,1 3-402,-1 0 1,-1 6-1,-2 3 1,-1 4-532,-3 3 0,1 5 0,-3 7 0,0 4-118,-1 3 0,4 1 0,-4 0 0,4 0-853,4 1 1,3-9-1,6-4 1,-2-3-310,1-7 0,7-5 0,3 0 1,2-5-57,3-6 0,-3 0 0,6-5 0,0-2 1413,1 0 0,-3-8 0,4 0 0</inkml:trace>
  <inkml:trace contextRef="#ctx0" brushRef="#br1">13525 11553 8777,'-8'0'2570,"0"0"1,6 5-1,-2 3-2281,2 2 1,4 6 0,0 1 0,4 0-414,0 0 1,2 3 0,3-3 0,-2 0-70,-1 0 1,-2-2-1,3-3 1,-1 0-168,1 0 1,-2-6-1,1-2-77,1-2 1,-3-5 631,2-5 0,-4-1 0,3-11 0,-2-1 1,-1-2 10,1-5 0,-4-2 1,3-4-1,-1 0-259,1-1 0,-3 2 0,3-5 0,-2 4 28,-2 2 0,0 6 0,0 0 0,0 4 153,0 2 1,0 6 0,0-2 719,0 3 0,0 5-449,0 0 1,5 6-539,3-2 1,2 6-1,2 2 163,0-1 1,-1 2 0,1-1-1,1-1 19,3-2 0,-3 3 1,3 0-1,-2-2 30,2 0 1,-2-2 0,6 0-1,1 0-47,1 0 1,1 0-1,-2 0 1,-2-2-226,2-2 1,-2 2 0,0-5-1,1 1-522,-2-1 1,-1 3 0,-5-2 0,0 0-3621,0 4 2338,-6 1 2003,-1 1 0,-5 0 0</inkml:trace>
  <inkml:trace contextRef="#ctx0" brushRef="#br1">13914 11447 8119,'0'-7'8511,"-5"-4"-8113,4 10 0,-5 1 0,5 8-295,-3 3 1,3 0 0,-4 2-1,-1 2-879,-2 1 1,2 4 0,-1 0-1,1 2-140,-1 2 1,5-4-1,-4-2 1,2 0 152,1 1 0,-1-5 1,4 2-1,1-3 457,3-1 1,-2-2 0,6-2 0,2-4 48,0-3 1,2-1 0,0 0 0,-1-1 256,1-3 0,5-3 0,2-4 0</inkml:trace>
  <inkml:trace contextRef="#ctx0" brushRef="#br1">13808 11588 9007,'1'7'5968,"3"-2"-5287,4 0 1,3-4 0,2 3-1,2-4-614,5-4 0,-2 2 0,2-6 0,1 0-809,1 1 1,-2-3-1,-2 3 1,1 0-6019,-1-1 6760,-4 5 0,9-7 0,-5 3 0</inkml:trace>
  <inkml:trace contextRef="#ctx0" brushRef="#br1">14409 11352 9648,'-11'5'867,"3"-3"1,1 3 0,1 0-269,-1 3 1,5 3-1,-2 2 1,1 2-173,-1 5 0,3 0 0,-3 2 0,1 3-1291,-1 0 0,3 0 0,-3-3 0,3-1-1487,1-2 0,-2-4 347,-2 1 2004,3-9 0,-9-1 0,3-6 0</inkml:trace>
  <inkml:trace contextRef="#ctx0" brushRef="#br1">14233 11505 8119,'-8'4'0,"0"0"0,5 2 0,-1-3 1728,3 5 0,2-1 1,3-1-1,5 0-1347,6-4 0,-1 4 0,6-3 1,1 0-790,1-2 1,2-1 0,-1-1-1,1-2 126,-1 0 1,1-7 0,-2 4 281,-2-1 0,7-8 0,-2 1 0</inkml:trace>
  <inkml:trace contextRef="#ctx0" brushRef="#br1">14681 11388 8252,'-8'0'6547,"0"0"-5277,0 0 0,2-2-432,2-2 0,8-2 0,3-5-772,4 3 1,2-1 0,1 4 0,2 0-127,-1 0 0,-2-1 0,-2 4 1,1-2-63,0 1 1,-4 2-1,0 1-81,1 0 1,-4 1 0,-1 3 211,-3 4 1,-1 2 0,-1 2-1,-3 0 62,-4 0 0,-4 3 1,-2 3-1,-3-1 114,-1 0 1,2 4-1,-2-3 1,1 2-259,2-1 1,3-3 0,3 2 0,3-1-197,0-2 1,2-2-1,4-1 1,2-2 40,2-2 0,2 1 1,6-5-1,1-1-237,3-2 1,-3-1 0,3 0 0,-3-1-449,-1-3 0,1 1 1,1-4-1,2 1 177,-2-1 0,-1 0 736,-1-5 0,0 0 0,0 0 0</inkml:trace>
  <inkml:trace contextRef="#ctx0" brushRef="#br1">14999 11057 8119,'0'-11'0,"0"-1"5610,0 0-4290,0 0 1,1 7 0,3 5 0,4 8-395,3 6 1,0 5 0,0 6 0,-2 3-527,-1 8 1,-4 6-1,2 7 1,0 5-234,-4 4 0,0-2 0,-2 6 0,-2-5-259,-2-2 1,-2-5 0,-6 0 0,-1-4-990,-3-3 0,-2-13 1,-4-1-1,1-4-1447,1-4 0,4-6 1,-2 0 2527,1-6 0,-9-4 0,1-5 0</inkml:trace>
  <inkml:trace contextRef="#ctx0" brushRef="#br1">11792 10079 8119,'6'-12'881,"-2"0"0,-3 1 2266,-1-1-2023,0 0 1,0 7-676,0 5 1,0 9 0,0 8 0,0 1-96,0 3 0,-5 2 1,-1 2-1,-2 2 14,0 4 1,0 1-1,-4 2 1,0 3-413,1-1 1,-1 4-1,0 0 1,0 5-433,0-1 1,2-4 0,2-2 0,4-4 33,3-3 0,1-5 0,0 0 1,1-5-168,3-5 1,4-3 0,6-2-1,2-3 355,-1-5 0,2-1 1,0-2-1,0-2-169,0-1 0,2-4 0,-2-5 1,0-1-421,0-3 1,3 2 0,-4-6 0,0-1 842,1-1 0,-4-1 0,4-1 0</inkml:trace>
  <inkml:trace contextRef="#ctx0" brushRef="#br1">11579 10421 8662,'-11'12'2674,"0"-4"-572,3-1 1,4-4-1,10 1-1383,5-3 1,8-2 0,8-3 0,5-4-659,2-2 0,2-2 0,2 0 1,3 0-1798,1 1 0,-7 4 0,2 3 1736,-3 3 0,-3-4 0,-7-2 0</inkml:trace>
  <inkml:trace contextRef="#ctx0" brushRef="#br1">12393 10409 8119,'-5'7'1553,"2"-2"0,-3-4 3450,0 3-3519,2-3 1,6 5-1112,2-6 1,4 0-1,6 0 1,3 0-600,1 0 1,-2 0 0,4 0 0,1 0-248,1 0 0,0-4 0,-1-1 0,-1-1-1275,1 1 0,-3 0 0,0 2 1748,-1-1 0,-1-5 0,-4 3 0</inkml:trace>
  <inkml:trace contextRef="#ctx0" brushRef="#br1">13136 10185 8119,'0'-12'3942,"-4"5"-1122,0-1 0,0 4-1779,4-4 1,0 7 0,0 1-497,0 6 1,0 5-1,0 0 1,0 1-242,0 0 1,0 1 0,-1 1 0,-2 2-235,-1-1 1,-1 2 0,2 0 0,-1 0-179,2 0 1,-3 0 0,1-3 0,1 2-204,2-2 1,1-1 0,0-1 0,0 0-178,0 0 1,0-4 0,1-2-1,2 1 67,1-1 0,5-3 1,0-1-1,4-3 26,3-3 1,1-5 0,-3 1 0,2-2-204,-2-2 1,-1 1 0,-1 2 0,0 1-520,0-1 1,0 3 0,-1-2-2270,1-1 3386,0-2 0,0-1 0,0 1 0</inkml:trace>
  <inkml:trace contextRef="#ctx0" brushRef="#br1">13419 10032 8119,'0'-12'1781,"-1"2"-300,-3 2 0,1 3 0,-4 6-725,2 3 0,0 4 0,2 9 1,-1 6 671,2 7 0,-3 10 0,-1 3 1,0 4-552,-3 4 1,2-1-1,-1 4 1,0-1-1318,2 1 1,1-13 0,3-3 0,0-7-3735,-2-5 0,0-6 4174,4-4 0,0-14 0,0-3 0</inkml:trace>
  <inkml:trace contextRef="#ctx0" brushRef="#br2">11768 10822 19763,'0'-16'-2137,"0"2"0,0-1 2330,0 2 0,1 3 0,3 0 440,4 1 1,8-8 0,6 4-1,8-4 1,12-5-251,11-4 0,-22 10 0,2 0 0,7-3 0,2 0 0,6-2 0,1 0-197,6-2 1,0 0 0,0 1-1,0 0 1,5-3 0,0 0-1,1 2 1,1 0-627,0 1 1,-1 1 0,-8 6 0,0 3-1,0 0 1,-1 1 0,-8 4 0,-2 3-556,-5 1 1,-3 2 0,19-1 0,-2 2 994,-8 0 0,-6 3 0,-14 5 0,1 5 0</inkml:trace>
  <inkml:trace contextRef="#ctx0" brushRef="#br2">11815 11836 7758,'-17'0'0,"-1"0"-134,-1 0 1,2-2 0,6-2 0,0-4 807,3-2 0,8-4 0,11-5 1,8-6-324,13-4 1,14-5 0,-18 14 0,3-1 0,3-4-1,2 1-205,6-2 1,2 0 0,1-3 0,3 0 0,-10 8 0,2-1 0,1 1 0,2-2 0,1 1 0,0 0-488,2 0 0,1 0 0,-1 2 0,13-4 0,0 2 0,-4 4 0,0 2 0,-7 4 0,-2 2-1457,-5 3 1,-3 2 1797,15-7 0,10 15 0,-23-3 0,-4 2 0</inkml:trace>
  <inkml:trace contextRef="#ctx0" brushRef="#br1">15636 10503 8775,'-17'8'0,"-2"-1"977,1-2 0,-3 3 0,7-3 1,2 0 967,3 1 0,7-2-1260,2-4 0,6 0 0,7-2 0,2 0-342,5-2 0,4-4 1,2 3-1,1-1-866,0 1 1,-1 1 0,0 3 0,2-2-673,-2-1 0,-4 0 0,-1 4 0,1 0-1141,-1 0 1,-4 0 2335,3 0 0,-6 6 0,3 0 0</inkml:trace>
  <inkml:trace contextRef="#ctx0" brushRef="#br1">15683 10680 8269,'-18'11'0,"2"-2"0,3-1 1705,1 1-226,0-4 0,7 0 1,5-5-1,8 0-933,6 0 0,1-1 1,4-3-1,4-4-1532,3-2 0,0 2 1,4 0-1,-1-1 304,-3-2 682,-1 5 0,9-10 0,3 3 0</inkml:trace>
  <inkml:trace contextRef="#ctx0" brushRef="#br1">16508 9714 8269,'0'-19'101,"0"4"0,0 1-101,0 3 0,0 3 0,2 1 1548,2 2 1,-3 6 0,3 9 0,-1 5-879,0 9 1,-1 6 0,2 9 0,-3 7-647,-1 8 0,-1-1 0,-2 12 0,1-32 0,-1 0-418,0 1 1,-1-1 0,-2 22 0,-3-2 0,2-5-819,2-3 1,-3-13 1211,4-4 0,0-8 0,4-9 0</inkml:trace>
  <inkml:trace contextRef="#ctx0" brushRef="#br1">16697 9997 8325,'0'17'18,"0"-4"1,-1 2-1,-2-2 333,-1-1 1,0 4 0,4 0-1,0-1 556,0 2 0,0-2 0,-1 3 1,-2-1-951,-1-2 1,0-2-1199,4-1 0,6-7 366,2-5 0,-2-11 0,1-8 1,-1-5 874,1-3 0,1-9 0,3-6 0</inkml:trace>
  <inkml:trace contextRef="#ctx0" brushRef="#br1">16780 9549 8541,'-6'-12'1702,"4"4"-742,-6 0 0,0 7-508,-4 1 1,6 6 0,2 9 0,2 2-939,2 1 1,0-2 0,2 3 0,0 2-813,2 2 1298,5-5 0,-2 10 0,5-4 0</inkml:trace>
  <inkml:trace contextRef="#ctx0" brushRef="#br1">17063 9902 8269,'-8'16'692,"0"-2"1,0 2 381,1 1 1,-3-1 0,3 2-1,0 2 17,-1 2 0,5-5 0,-2 7 1,1-1-579,0 3 0,-4-5 0,4 3 0,2-3-514,0-3 0,2-1 0,0-5 766,0 0-536,0-6 1,0-2 0,2-8 0,0-3 18,2-4 0,5-6 1,-1-1-1,4-3-384,4-3 1,-3 3-1,4-6 1,-1 2-814,-1 1 0,2 1 0,-2 0 0,0 4 485,0 3 1,-2 3 0,-1 2 0,0 4 148,-1 3 1,-4 5 0,-3 6 163,-3 4 0,-1 10 0,0 2 1,0 3 600,0 0 1,0-1 0,0-3 0,0-2-41,0-5 0,0-1 1,0-3-77,0 1 0,1-5 0,3-5-188,4-4 1,3-5 0,1-6-1,1-3-185,2-3 1,2 0 0,4 0-1,-2-1-292,-2 2 0,4 1 1,-3 5-1,2 0 34,-1 0 0,-4 6 1,-1 3-1,-3 7 0,-4 8 0,-4 2 1,1 9-1,-3 1 98,-1 1 0,0 2 0,-1-1 0,-2 1-1321,-1-1 0,-5-1 1,1-1 1519,-2-1 0,-7 1 0,-1 0 0</inkml:trace>
  <inkml:trace contextRef="#ctx0" brushRef="#br1">16414 10692 18702,'0'12'238,"0"0"1,-1 3 0,-3 2 0,-3 3-135,1 5 0,-6 0 0,1 5 1,-3 1-380,0 3 1,4-5-1,3 5 1,-1-2-658,1-2 0,2-4 0,5 2 1,0-5-46,0-3 1,5-3 0,3-7 0,3-2 562,0-4 1,5-3 0,0-1-1,-2-1-127,-1-3 0,0 2 0,2-6 1,1-3-981,-2-3 1521,-1 1 0,-1-10 0,0 5 0</inkml:trace>
  <inkml:trace contextRef="#ctx0" brushRef="#br1">16273 10834 8269,'-12'0'561,"0"1"1,0 1 0,0 4 1091,1 0 1,3-2-1,1 4-642,2 1 1,1 2 0,5-1 0,3-1-502,4-1 1,4-5 0,2 2 0,3-1-456,2 0 0,0 0 0,5-4 1,0 0-414,-1 0 1,1-1 0,-1-2 0,1-2-1193,-1-2 0,1 4 0,0-2 0,-1 0-462,1-3 1,-2 2-1,-1-1 2012,-1 2 0,-6-4 0,3 2 0</inkml:trace>
  <inkml:trace contextRef="#ctx0" brushRef="#br1">16744 10845 15695,'-6'0'3960,"0"2"-2958,6 2-762,0-3 1,0 5 0,2-3-18,2 1 0,2 0 1,5-5-154,-3-3 0,2 1 1,-2-5-22,2-1 1,1 2-1,-2 1 1,-2-1-90,-2 1 0,3 2 1,-3-3-1,0 1-239,0-1 1,1 5 370,-2-2 136,2 2 1,2 2-148,0 0 1,-5 2 138,0 2 51,-1 2 1,-2 2 152,0 0-282,0-6 0,0 5 250,0-3-471,0-3-98,0 5 1,0-8-89,0-2 157,0 3-335,0-4 32,0 5 1,5 1 262,3 3 1,-2-3-1,1 5 1,0-1 23,-1 3 0,-2-2 0,3 2-26,-2 1 1,3 2 0,-4 0 0,-2 1-296,0 0 0,-2 0 0,0 0-745,0-1 1,-2-3 0,-2 0-1710,-4 1 0,2-3 162,-2-3 2737,5-1 0,-7-2 0,3 0 0</inkml:trace>
  <inkml:trace contextRef="#ctx0" brushRef="#br1">17204 10716 8269,'7'-8'5090,"-3"0"-3434,2 5 1,-5-1 0,3 8-1235,-2 4 1,-2-1-1,0 1 150,0 1 1,-4 1 0,0 2 0,0 0-241,-1 0 1,2-1 0,-3 1-945,0 0 0,1 0 1,2 0-150,-1-1 0,1 1-49,3 0 1,1-2-1,3-2 219,4-4 1,-2-3-1,2-1 1,1 0-168,2 0 0,1 0 0,-1-1 1,2-1-154,3-2 0,-3-2 1,3 4-1,-3-4-1044,-1 0 1955,-6 3 0,10-7 0,-3 3 0</inkml:trace>
  <inkml:trace contextRef="#ctx0" brushRef="#br1">17428 10645 8269,'8'-5'1558,"0"-3"0,-5 1 0,2 1 127,0 0 1,-4 4-915,3 6 1,-2 8 0,-2 7 0,0 5-530,0 3 0,-2-1 0,-2 6 0,-2 1-1513,-1 1 1,-2-3 0,4-1 0,0-1-2180,-1-3 0,2-2 3450,4-4 0,-5-3 0,-1-6 0</inkml:trace>
  <inkml:trace contextRef="#ctx0" brushRef="#br1">18938 9277 8269,'0'-15'0,"0"-1"1263,0 2 1,-4 1 0,0 1-510,1 0 1,0 5-1,1 5 1,-2 4-277,1 6 0,2 4 0,1 4 1,0 3 49,0 4 0,-1 3 0,-2 4 0,-1 7-561,1 3 0,-2-2 0,0 2 0,-2-2 41,-2 1 1,3-3 0,-1 2 0,1-3-1055,-1-4 1,1-5 0,-4 0 0,4-5-4847,1-5 5892,-5-8 0,9-3 0,-4-5 0</inkml:trace>
  <inkml:trace contextRef="#ctx0" brushRef="#br1">18206 9961 8269,'-27'12'0,"-2"-2"1441,-1-2 1,9 3 0,3-3 347,7 2 0,6-2 0,8-1 0,4-1-881,9 1 0,16-1 0,8 2 1,11-4-154,12-3 0,-29-1 1,2 0-1,5 0 1,2-1-1,2-1 1,3-1-756,2-3 0,2 0 0,3 0 0,2-1 0,8-2 0,0-1-69,-2 2 0,0-1 1,2 2-1,0 0 1,-8 2-1,0 1 0,-4 0 1,-2 1-1,-2 1 1,-2-1-222,-6 2 0,-3-1 1,18 1-1,-17 1 1,-5 0-1013,-5 0 1,-9 0 0,2 0 0,-4 0-3104,-3 0 0,-7-5 3060,-4-3 1345,-8 3 0,-8-6 0,-6 5 0</inkml:trace>
  <inkml:trace contextRef="#ctx0" brushRef="#br1">18006 10562 11246,'-8'0'1842,"0"0"1,6 2 0,-2 2-1284,2 3 1,2 5 0,0 3 0,2 3-347,2 4 0,1-1 1,4 7-160,-1-3 0,0-2 0,4 1 0,-1-1 0,1 1 42,0 0 0,-4-6 1,0-2-1,0-3 76,-2-2 0,5-4-26,-4-3 1,0-4 0,0-4 0,-2-4 202,-3-2 1,0-7 0,-2-3 0,0-4-408,0-3 0,0-1 0,0-4 0,0-2-169,0 1 0,4-1 1,0-3-1,-2 0 42,-1 3 0,-1 6 0,0-1 0,0 1 0,0 2 0,0 9 0,0-3 0,0 6 336,0 2 1,2 6 0,0 0 858,2 1-697,0 4 0,-2-4-140,2 5 0,-2 0-52,6 0 0,-4 0 65,4 0 1,-4 4 0,4-1 0,1 0 0,1 0 146,2 1 0,2-3 0,5 3 0,4-3-149,2-1 1,5 0 0,2 0 0,3-1-237,5-3 0,-2 1 0,3-3 0,1-1-141,0 1 1,-6 2 0,0-4-1,0 0-613,-3 1 1,-6-2 0,-1 5-1,-5 0-4647,-5-1 3989,-3 4 1,-8-3-1,-5 8 1,-6 2 1463,-5 1 0,-6 3 0,-1-3 0</inkml:trace>
  <inkml:trace contextRef="#ctx0" brushRef="#br1">18501 10468 8269,'8'0'6143,"0"0"-4012,-5 0 0,2 1-1602,-5 3 1,-4 3 0,-1 5 0,-1-1-544,1 1 1,-4 4 0,2 1-1,0 1-129,-1 3 1,1 2 0,-2 0 0,2 1-265,2-1 0,-3 1 0,4-1 0,2 1-236,1 0 0,2-5 1,3-2-1,4-1-167,2-2 1,3-8-1,2 1 1,0-4-264,0-3 0,-1-1 0,-1-3 0,0-4-888,-2-2 1961,-2-2 0,-2-5 0,-2-2 0</inkml:trace>
  <inkml:trace contextRef="#ctx0" brushRef="#br1">18313 10633 8933,'1'8'5129,"3"-1"-4646,4-2 1,3-1 0,5-4 0,5 0-1235,5 0 0,2 0 1,5 0-1,2-2-2017,2-2 0,-7 3 2768,5-3 0,-7-2 0,1-1 0</inkml:trace>
  <inkml:trace contextRef="#ctx0" brushRef="#br1">19150 10397 8083,'0'-8'1683,"0"1"0,-1-1-445,-3-4 0,2 7-1078,-2 5 1,-1 5 0,0 7-1,0 1-598,-1 3 0,-3 2 1,3 7-162,-1 2 0,-2-2 0,4 3 0,-1-3 0,0-2-557,-1 1 0,5-5 1,-2 0 1155,2-2 0,-3-2 0,-1-3 0</inkml:trace>
  <inkml:trace contextRef="#ctx0" brushRef="#br1">18997 10503 8269,'-8'4'1836,"0"0"999,-1-1 1,3 0-2152,2 0 1,10-1-1,4 2 1,6-3-631,2-1 0,3 0 0,5 0 0,3 0-471,1 0 1,-3-4 0,1-1 0,0 0-1187,-1-1 1,2 1 0,-1 1 1602,3-4 0,3-2 0,2-2 0</inkml:trace>
  <inkml:trace contextRef="#ctx0" brushRef="#br1">19657 10386 8269,'-13'0'1080,"-2"0"0,0 0-159,0 0 0,6 0 689,1 0 1,7-4-1,0-2 1,6 0-855,5-3 0,-1 2 0,7-1 1,-3 0-497,-1 2 1,0-3 0,0 5 0,-1 0-195,1-1 1,-4 3 0,0-2-1,1 3-203,2 1 0,0 1 0,1 2 1,0 2-285,0 2 1,-4 1 0,0 5-1,-1 1 0,0 2 1,-1 5 0,-3-2 0,1 4 612,-1 0 1,-6 2 0,-4 1 0,-2 2 313,-4-2 1,-6 0 0,-1 0-1,-2 3-31,-2 1 1,0-7-1,1-1 1,-1-4-19,1-3 0,3-2 0,2-3-129,1-2 0,6-4 1,7-8-132,3-4 1,6 2 0,3-1 0,4 1 71,4-1 0,-2 3 1,4-2-1,1 0-117,-1 4 1,2 0 0,3 2 0,1 0-153,-1 0 0,-3 0 0,0 2 0,-1 3 0,0 7 0,-1 0 0,-5 5 0,0-2-577,-2 1 1,-7 1 0,1-3-1,-1 2-2539,0-1 0,0-2 0,-6-2 3116,-2 1 0,-2 0 0,-6 0 0</inkml:trace>
  <inkml:trace contextRef="#ctx0" brushRef="#br1">20577 9820 8393,'-12'6'79,"0"-2"0,4-1 0,0-1 1040,-1 2 1,3 0-549,-2-4 0,5-5 0,1-2 10,4 1 1,-1-1-1,5 5 1,-2-3-111,0-2 0,5 4-587,-1-1 1,6 3 0,2 1 0,-1 0 0,2 0-376,3 0 0,-2 0 0,1 0 0,-1 0-46,1 0 0,-4 0 0,5 0 0,0 0-1587,-2 0 1,-1 1 2123,-5 3 0,-1-2 0,1 3 0</inkml:trace>
  <inkml:trace contextRef="#ctx0" brushRef="#br1">20612 10020 9052,'-16'-4'921,"1"0"0,3-1-584,4 1 1,7 3 0,1-3-327,6 3 0,9-1 0,0 0 0,1-4-213,1 0 1,-4 2 0,4-3 0,-1 1-295,0-1 1,1 5-1,-3-4 1,3 2-1774,1 1 2268,-3-7 1,7 4 0,-4-6-1</inkml:trace>
  <inkml:trace contextRef="#ctx0" brushRef="#br1">22015 8959 8355,'7'8'-1138,"-3"0"1377,-3 1 0,-1 2 0,0 0 1,0 2 125,0 3 1,0 0 0,0 5 0,0 2-23,0 2 0,-1-1 0,-3 7 1,-3 1-378,1-2 1,-5 0 0,5-4 0,-2 2-430,0-2 0,4-1 1,-3-3-1,2-1-647,3-1 0,-4-10 1110,2 2 0,-5-3 0,3 3 0</inkml:trace>
  <inkml:trace contextRef="#ctx0" brushRef="#br1">21532 9501 8355,'-12'0'0,"4"0"0,0 0 755,-1 0 1,5 0-1,4 0 53,7 0 0,10-4 1,5 1-1,6 0-129,2 2 1,2 1-1,8-2 1,3 0-317,3-2 1,2 0 0,2 4 0,4-1-402,3-3 1,1 2 0,5-3 0,-3 0-918,-2-3 1,-12 1 0,6 0-1,-6-1 955,-9 1 0,-6-3 0,-7 3 0</inkml:trace>
  <inkml:trace contextRef="#ctx0" brushRef="#br1">21296 9867 8532,'-5'-7'-42,"-2"2"23,1 0 0,-1 4 233,3-3 1,3 8-1,-3 3-66,3 4 1,1 1 0,0-1 0,0 1-86,0 0 1,0 0-1,0 0 1,0-1 57,0 1 0,0 1 0,1 2 1,2 0-116,0 0 1,1-2-1,-4-1 1,0-1-14,0 1 0,4-4 1,0 0-176,-1 1 1,-1-4 213,2-1 0,-2-4 0,2-4 1,-3-3 72,-1-4 1,0-2-1,0-1 1,0-3-54,0-2 0,0 3 0,0-2 1,-1 0-35,-3-1 1,2 1 0,-2-2 0,3 3-103,1 0 0,0 4 1,0-2-1,0 1 121,0 3 1,0-1 0,0 0-13,0 0 0,0 1 1,1 0-1,2 2 32,1 1 1,0 4-24,-4-4 1,5 4-41,3-4 1,-1 6-1,0-2 1,3 3-67,0 1 0,-1-2 0,2 0 49,2-2 0,1 0 0,-2 4 0,0 0-46,0 0 0,-1 0 0,1 0 6,0 0 1,0 4-1,0 0 1,-1-2-59,1 0 1,0 2-1,0-1 1,0 0-154,-1-2 1,5-1 0,0 0 0,0-1 42,1-3 1,-4 3 0,2-4 230,-1-1 0,-3 0 0,1-6 0</inkml:trace>
  <inkml:trace contextRef="#ctx0" brushRef="#br1">21508 9843 7527,'-12'0'-227,"6"0"0,-1 0 1043,3 0-633,3 0 1,-5 0-1,3 2 10,-1 2 0,0-2 1,4 6-42,0 1 0,0-2 0,0 1-176,0 1 1,0-3 0,0 2-155,0 1 0,0 2 94,0 1 1,0-1-358,0 1 1,-4 0 125,0 0 1,0-4 243,4-1 1,2-4-7,2 1 1,-2-7 0,6-2-19,1-1 1,-2 3-324,1-1 1,-2 1 417,2 0 0,8 1 0,-3-3 0</inkml:trace>
  <inkml:trace contextRef="#ctx0" brushRef="#br1">21603 9890 8160,'0'-11'-503,"0"-1"1,-2 4 0,0 0 867,-2-1 0,0 2 513,4 0-500,0 4 1,-2-2 0,0 6-201,-2 3 1,0 2 0,4 6 0,-1 0 25,-3 0 1,2 1 0,-3 1 0,1 3-199,0 2 1,-4 0-1,3 4 1,0-2-9,0-2 1,-1 0 0,4 0 0,-2-2-1167,1 0 1,2-4 0,1 3 1167,0-3 0,0-6 0,0-2 0</inkml:trace>
  <inkml:trace contextRef="#ctx0" brushRef="#br1">22039 9773 7645,'-11'-8'-837,"4"0"907,1 5 1,8-2 727,2 5-288,2 0 1,1 1 0,-3 3-220,-3 4 1,-1 0 0,0 2 0,0 4-295,0-1 1,-4 4 0,-1 0-1,-1 0-104,1 0 1,-3 0 0,3-3-1,0 3-519,0 2 1,-3-5 625,4 2 0,-5-3 0,2-1 0</inkml:trace>
  <inkml:trace contextRef="#ctx0" brushRef="#br1">21921 9902 8497,'-12'-5'617,"0"2"1471,1-4-1953,-1 4 0,10-2 1,6 5-1,6-2-92,1-2 1,6 3 0,2-3 0,2 3-357,2 1 1,-2-1 0,7-2 0,-3-1-766,-2 1 0,-3 1 1078,0-2 0,4 3 0,7-5 0</inkml:trace>
  <inkml:trace contextRef="#ctx0" brushRef="#br1">22416 9737 8397,'-12'-5'418,"1"-2"0,-1 1 1027,0 2-1122,0-3 0,7 6 1,5-3-282,7 3 0,3-3 0,2 0 0,0 1 64,-1 2 0,1-3 0,0-1 0,0 0 56,0-1 0,-1 1 1,1 3-1,0-2-34,0 1 0,-4 2 0,-1 1 0,3 0 5,0 0 1,-2 1-1,0 3 1,0 4-121,-2 2 1,3 3 0,-5 2 0,0 0 39,2 0 1,-5-1-1,3 1 1,-4 2-4,-4 1 1,-3-2 0,-4 2-1,-3-1-32,-1-2 0,0-2 0,-4-2 0,-2 0-67,-2-3 1,4 1 0,0-5-1,2 0 86,3 1 1,1-4 71,1 3 0,8-2 0,7-4-107,7-2 0,11 2 0,1-5 0,6 2-371,2 2 1,2 2 0,2 1 0,-2 1-747,0 3 1,-6 4 1114,2 8 0,2 2 0,0 6 0</inkml:trace>
  <inkml:trace contextRef="#ctx0" brushRef="#br1">21178 10987 9837,'-5'-4'2277,"5"-1"-2002,6-2 1,6 3-1,4-4 1,4 0-1,2 1-161,1-1 1,5 4-1,-1-3 1,1 1-338,1-1 0,-7 4 0,3 0 0,-1 1-225,-4 2 0,-4 0 0,0 2 0,-3 0-1126,-1 2 1,-6 5 1573,-2-1 0,3 8 0,-1 2 0</inkml:trace>
  <inkml:trace contextRef="#ctx0" brushRef="#br1">21202 11069 8995,'-13'-1'1279,"-3"-3"0,3 3-771,-3-3 1,9 2 0,9 2-212,8 0 1,3 0-1,7 2 1,1 0-204,1 2 0,3 0 0,1-4 0,3 0-481,1 0 0,-2-1 0,1-2 0,-2-1-3742,-1 2 4129,-3 0 0,16-3 0,-2-1 0</inkml:trace>
  <inkml:trace contextRef="#ctx0" brushRef="#br1">22452 10444 10942,'0'-11'-2091,"0"-1"3010,0 0 0,0 4-196,0 0 0,0 4 1,-2-2 253,-2 1 1,2 1-559,-6 4 0,5 6 1,-2 6-1,1 6-286,0 5 0,-5 2 1,2 2-1,0 5-266,-1 2 1,4 2 0,-3 2 0,1 2-621,-1-2 1,4-4 0,-2-2 0,1 2-946,0-1 0,-1-5 1724,1-1 1,-2-2-1,-6-1 1</inkml:trace>
  <inkml:trace contextRef="#ctx0" brushRef="#br1">22098 11152 7999,'-12'0'-214,"3"0"1,-2 0 1229,-2 0 1,-1 0 444,2 0-1165,6 0 0,7 0 0,11 0 0,6-2 40,4-1 0,3-4 1,3-6-1,4-3-41,6-3 1,6-9 0,7-5-1,-24 14 1,1-1-128,1-3 0,-1-1 0,2 0 1,1-1-1,-1 0 0,0-1 0,0 3 1,-1 0-328,25-15 1,-15 15-1,-9 5 1,-6 7-657,-5 7 1,-8 4-1,1 4 1,-3 4-368,-3 2 1,3 2 0,-5 0 0,-1 0 1181,-2 0 0,-1-6 0,0 10 0,0-3 0</inkml:trace>
  <inkml:trace contextRef="#ctx0" brushRef="#br1">22546 11022 9194,'-5'-6'1635,"-3"2"1,3 4-1018,1 4 0,-2 2 0,2 6-233,2 0 1,-1-1 0,1 1-1,-2 1-185,1 3 1,2-3 0,-1 3-1,0-3 101,-2-1 0,-4 0 1,3-1-1,0 2-95,-1 3 0,-2-3 0,3 3 0,0-3-426,0-1 0,1-4 0,4 0 47,0 1 1,2-4 0,5-1-1,5-4 19,1-4 1,4-1 0,0-4 0,0 2-353,0 2 1,0-3 0,-3 4-1,3 1-191,2 2 1,-5 1 0,2 0 0,-2 0-392,2 0 1,-2 0 0,5 1 0,-2 2 1087,-3 1 0,-1 5 0,-1-2 0</inkml:trace>
  <inkml:trace contextRef="#ctx0" brushRef="#br1">22829 11010 8638,'1'-26'0,"2"1"811,1 3 1,0 6 0,-4 1 281,0 1 0,0 9 0,0 5 0,0 8-538,0 6 0,-2 5 0,-2 6 0,-3 2-246,-4 5 1,-1 4-1,1 6 1,-1 7-421,0 3 0,-4-5 0,1 3 0,0 1-589,2 1 0,1-6 0,2-1 0,2-7-1154,4-8 1,3-8 0,2-5 170,3-4 0,4-10 1683,7-15 0,4-10 0,4-8 0</inkml:trace>
  <inkml:trace contextRef="#ctx0" brushRef="#br1">23147 10574 9950,'-8'-5'-90,"1"-3"1,-1-2-1,-4-2 1,0-1 338,0-3 0,1 3 0,-3-3 0,0 2 80,-2-2 0,1 2 1,3-5-1,0 2-19,0 3 0,4 1 0,1 1 0,-3-1-55,0-3 0,2 7 0,0-3 0,0 2 127,2-1 0,-5-1 1,2 1-148,-5-1 0,3 1 0,-3 4 0,-1 1 3,2 1 0,-1 2 0,-2-3 0,-2 1-55,-1 2 0,-3-2 0,2 1 0,-2 1 77,-1 2 0,-2 1 1,-1 0-1,-2 0-104,2 0 1,1 0-1,1 0 1,1 0-102,-1 0 1,5 1 0,0 2 0,1 1 4,-1-2 0,5 4 0,-2-2 0,3-2 92,1 0 0,5-1 0,-1 1 0,-1 2 7,-2-1 1,-2 2 0,-1 0 0,-3 1 139,-2-1 0,3 4 0,-2-1 1,0 2-167,-1 2 0,4-4 1,-4 0-1,1 1 32,0 2 0,2 0 1,-2 1-1,1 0-8,2 0 0,-2 0 0,1-1 0,1 1-44,-2 0 0,4 0 0,-3 1 1,1 1-84,0 2 1,0 1 0,-3-3 0,1 2 102,3-2 0,0 0 1,3-3-1,-1 2 164,0 3 1,0-7-1,0 3 1,1-1-110,-1-1 1,0 3 0,2 2-1,0 0-37,3 0 0,-1-1 0,-4 1 0,0 2-44,0 1 0,4-2 1,1 3-1,-3 2 76,0 2 1,-2-3 0,2 1 0,0 2-23,3-2 0,3 0 0,-3 2 1,1 1 30,-1-1 1,4 1 0,-1-2 0,3-1-228,1-1 0,-1-1 1,-2 4-1,-1-2 4,2-2 0,0-3 0,2 2 1,0-1-13,0-2 1,4-2-1,0-1 1,0-1-7,1 1 1,1 0 0,3 0 0,-1 0-9,1-1 0,1 1 0,2 0 0,1 1 7,3 3 0,-3-6 0,3 5 0,-2 0 7,2 2 0,2-1 0,5 2 0,-2 1 4,-2-1 0,-3-2 1,4 4-1,1 0 7,1 3 1,-3-5-1,1-2 1,1-3 8,1-1 0,-2-1 0,-2 0 1,2-2 20,2-1 1,-3-4 0,5 2 0,1 1 19,0 0 0,-2-5 1,4 2-1,-1-3 15,2-1 1,-2 0 0,4 0 0,-1 0-4,-3 0 0,0 0 0,2 0 0,3 0 0,3 0 0,-2 0 1,-2 0-1,1 0 0,3 0 1,-1 0-1,7 0 1,-2-1 2,1-3 1,-5 3 0,4-4 0,1-1-7,2-1 1,-6 0 0,2-1 0,-2 0-7,-2 2 0,-4-5 0,1 3 1,-1-3 8,-3-5 0,-1 1 0,-2-3 1,1 0 5,0-1 0,-5 0 0,0-5 1,-2-1-12,-3-2 1,1-3 0,-2-6 0,1 1-458,0 0 1,-7-2 0,5-1-1,-2-3-186,1-1 0,-3 3 1,-1-3-1,1 0 228,-1 0 0,-1 4 0,-3 0 1,1 3 91,-1 0 0,-2 6 1,-2-6-1,-3 0 379,-4 1 1,0 3 0,-3 1 0,-2 0 125,0 0 1,-5 3-1,0 1 1,-3 4-116,-3 2 0,2 5 0,-8-5 0,-1 0 702,1 2 1,3 5 0,-3 5-1,0 0-399,-1 2 0,9 0 1,0 6-1,4 0-592,3 0 0,6 4 0,2 2 0,2 0-1340,3 3 0,0 7 0,4 2 0,3 2-609,7 0 1,1-1 0,5 5 0,2-1 2118,2 1 1,-1 0 0,8-1-1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Calculus I Sneak Peak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3F9130-7585-F7D0-FE9C-ABD3A924DDE0}"/>
                  </a:ext>
                </a:extLst>
              </p14:cNvPr>
              <p14:cNvContentPartPr/>
              <p14:nvPr/>
            </p14:nvContentPartPr>
            <p14:xfrm>
              <a:off x="4402080" y="1014120"/>
              <a:ext cx="683640" cy="352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3F9130-7585-F7D0-FE9C-ABD3A924DD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2720" y="1004760"/>
                <a:ext cx="702360" cy="3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9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2CC8-F26B-9A6A-F268-82591049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FA0D45-8F3A-3BEE-F52B-210979600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995516"/>
                <a:ext cx="7886700" cy="363720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EXAMPLE: Consider the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FA0D45-8F3A-3BEE-F52B-210979600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995516"/>
                <a:ext cx="7886700" cy="3637208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9F8374C1-ACD7-1262-2F29-45A23EE093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03" t="29768" r="24183" b="30671"/>
          <a:stretch/>
        </p:blipFill>
        <p:spPr>
          <a:xfrm>
            <a:off x="6356889" y="1924665"/>
            <a:ext cx="2295816" cy="2223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2AEE0F-A5FA-A24E-4B7C-87DF529D87C6}"/>
                  </a:ext>
                </a:extLst>
              </p14:cNvPr>
              <p14:cNvContentPartPr/>
              <p14:nvPr/>
            </p14:nvContentPartPr>
            <p14:xfrm>
              <a:off x="480600" y="802440"/>
              <a:ext cx="8638200" cy="388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2AEE0F-A5FA-A24E-4B7C-87DF529D87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240" y="793080"/>
                <a:ext cx="8656920" cy="39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39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5F4C-BEC3-3E14-8F35-423F33DE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161F10-519D-5E4B-EBB5-81D099A88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02890"/>
                <a:ext cx="7886700" cy="36298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is defined when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is near the number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1800" i="1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approaches </a:t>
                </a:r>
                <a:r>
                  <a:rPr lang="en-US" sz="1800" i="1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the </a:t>
                </a:r>
                <a:r>
                  <a:rPr lang="en-US" sz="1800" b="1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limit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is the number </a:t>
                </a:r>
                <a:r>
                  <a:rPr lang="en-US" sz="1800" i="1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L, 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written:</a:t>
                </a:r>
              </a:p>
              <a:p>
                <a:pPr marL="0" indent="0">
                  <a:buNone/>
                </a:pPr>
                <a:endParaRPr lang="en-US" sz="1800" i="1" dirty="0">
                  <a:latin typeface="Cambria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i="1" dirty="0">
                  <a:latin typeface="Cambria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all values of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are close to </a:t>
                </a:r>
                <a:r>
                  <a:rPr lang="en-US" sz="1800" i="1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that are sufficiently close, but not equal, to </a:t>
                </a:r>
                <a:r>
                  <a:rPr lang="en-US" sz="1800" i="1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This is </a:t>
                </a:r>
                <a:endParaRPr lang="en-US" sz="1800" dirty="0">
                  <a:latin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u="sng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What does this mean</a:t>
                </a:r>
                <a:r>
                  <a:rPr lang="en-US" sz="18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? As the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Cambria" panose="02040503050406030204" pitchFamily="18" charset="0"/>
                    <a:cs typeface="Times New Roman" panose="02020603050405020304" pitchFamily="18" charset="0"/>
                  </a:rPr>
                  <a:t>-values (inputs) get closer and closer to the number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1800" dirty="0"/>
                  <a:t>, if the corresponding values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(outputs) get closer and closer to another number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800" dirty="0"/>
                  <a:t>, then we call that number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800" dirty="0"/>
                  <a:t> the limit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approaches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161F10-519D-5E4B-EBB5-81D099A88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02890"/>
                <a:ext cx="7886700" cy="3629833"/>
              </a:xfrm>
              <a:blipFill>
                <a:blip r:embed="rId2"/>
                <a:stretch>
                  <a:fillRect l="-618" t="-1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D70BFE-EF31-D712-A90E-DBD4C37CDECB}"/>
                  </a:ext>
                </a:extLst>
              </p14:cNvPr>
              <p14:cNvContentPartPr/>
              <p14:nvPr/>
            </p14:nvContentPartPr>
            <p14:xfrm>
              <a:off x="2139480" y="636480"/>
              <a:ext cx="3099240" cy="1744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D70BFE-EF31-D712-A90E-DBD4C37CDE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0120" y="627120"/>
                <a:ext cx="3117960" cy="176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1946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13AA6EA-E68D-5A31-EBFD-C36C3F669A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NOTE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function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doesn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need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defined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in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order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i="0" dirty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en-US" sz="16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to exist.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13AA6EA-E68D-5A31-EBFD-C36C3F669A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45E13-42B8-5909-C6D2-0DC1A60D17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7504" t="25519" r="11358" b="42171"/>
          <a:stretch/>
        </p:blipFill>
        <p:spPr>
          <a:xfrm>
            <a:off x="482756" y="1268016"/>
            <a:ext cx="8137676" cy="182284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50B7BC-D470-9E37-967A-7E99840B1657}"/>
                  </a:ext>
                </a:extLst>
              </p14:cNvPr>
              <p14:cNvContentPartPr/>
              <p14:nvPr/>
            </p14:nvContentPartPr>
            <p14:xfrm>
              <a:off x="526320" y="1294200"/>
              <a:ext cx="7569360" cy="3438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50B7BC-D470-9E37-967A-7E99840B16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960" y="1284840"/>
                <a:ext cx="7588080" cy="345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65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2E15-EC45-884E-9EDE-C9C8B510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One-Sided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AC7EEE-E44C-8AAF-64FB-AC7F4B595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02890"/>
                <a:ext cx="7886700" cy="362983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When we write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we indicate that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approaching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from both sides.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Theorem: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if and only if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AC7EEE-E44C-8AAF-64FB-AC7F4B595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02890"/>
                <a:ext cx="7886700" cy="3629833"/>
              </a:xfrm>
              <a:blipFill>
                <a:blip r:embed="rId2"/>
                <a:stretch>
                  <a:fillRect l="-927" t="-1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CCC7E7-4424-ADD9-503D-5AA567B83B15}"/>
                  </a:ext>
                </a:extLst>
              </p14:cNvPr>
              <p14:cNvContentPartPr/>
              <p14:nvPr/>
            </p14:nvContentPartPr>
            <p14:xfrm>
              <a:off x="458640" y="1265040"/>
              <a:ext cx="8367120" cy="346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CCC7E7-4424-ADD9-503D-5AA567B83B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280" y="1255680"/>
                <a:ext cx="8385840" cy="348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025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B569-1AB6-2598-4D50-B64BE777C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556043"/>
            <a:ext cx="1902801" cy="1212152"/>
          </a:xfrm>
        </p:spPr>
        <p:txBody>
          <a:bodyPr anchor="b">
            <a:normAutofit fontScale="90000"/>
          </a:bodyPr>
          <a:lstStyle/>
          <a:p>
            <a:r>
              <a:rPr lang="en-US" sz="2400" dirty="0"/>
              <a:t>Limits Graphically and </a:t>
            </a:r>
            <a:r>
              <a:rPr lang="en-US" sz="2400" dirty="0" err="1"/>
              <a:t>Numeraically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EEFA6-53A9-3D46-7917-649DBB58E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519" y="1900107"/>
                <a:ext cx="1436344" cy="2585874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500" u="sng" dirty="0"/>
                  <a:t>Example</a:t>
                </a:r>
                <a:r>
                  <a:rPr lang="en-US" sz="1500" dirty="0"/>
                  <a:t>: Let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1500" dirty="0"/>
                  <a:t>. If we select the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 values that get closer and closer to 4, then as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i="1" dirty="0"/>
                  <a:t> </a:t>
                </a:r>
                <a:r>
                  <a:rPr lang="en-US" sz="1500" dirty="0"/>
                  <a:t>approaches 4, the function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approaches 11.</a:t>
                </a:r>
              </a:p>
              <a:p>
                <a:pPr marL="0" indent="0">
                  <a:buNone/>
                </a:pPr>
                <a:endParaRPr lang="en-US" sz="1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EEFA6-53A9-3D46-7917-649DBB58E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519" y="1900107"/>
                <a:ext cx="1436344" cy="2585874"/>
              </a:xfrm>
              <a:blipFill>
                <a:blip r:embed="rId2"/>
                <a:stretch>
                  <a:fillRect l="-1702" t="-1651" r="-5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BAB4DFB-FF24-B22D-96CE-4759D8345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8" t="14024" r="12778" b="5357"/>
          <a:stretch/>
        </p:blipFill>
        <p:spPr bwMode="auto">
          <a:xfrm>
            <a:off x="2293620" y="290484"/>
            <a:ext cx="6558101" cy="4409554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51435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161B35-80CD-1C66-1610-E5E07126C4B4}"/>
                  </a:ext>
                </a:extLst>
              </p14:cNvPr>
              <p14:cNvContentPartPr/>
              <p14:nvPr/>
            </p14:nvContentPartPr>
            <p14:xfrm>
              <a:off x="747000" y="500760"/>
              <a:ext cx="7811280" cy="453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161B35-80CD-1C66-1610-E5E07126C4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640" y="491400"/>
                <a:ext cx="7830000" cy="454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16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97A7-AC99-8FF2-430A-B407145E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9827"/>
            <a:ext cx="7886700" cy="994172"/>
          </a:xfrm>
        </p:spPr>
        <p:txBody>
          <a:bodyPr/>
          <a:lstStyle/>
          <a:p>
            <a:r>
              <a:rPr lang="en-US"/>
              <a:t>Graph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3683B-48A3-E371-1D0A-EB944526C2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884904"/>
                <a:ext cx="7886700" cy="37478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of a function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16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 below. Use it to state the values (if they exist) of the following:</a:t>
                </a:r>
              </a:p>
              <a:p>
                <a:pPr marL="0" indent="0">
                  <a:buNone/>
                </a:pP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3683B-48A3-E371-1D0A-EB944526C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884904"/>
                <a:ext cx="7886700" cy="3747820"/>
              </a:xfrm>
              <a:blipFill>
                <a:blip r:embed="rId2"/>
                <a:stretch>
                  <a:fillRect l="-386" t="-1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621C101-0036-660E-8416-C0AE41D17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32" t="23226" r="24274" b="6953"/>
          <a:stretch/>
        </p:blipFill>
        <p:spPr>
          <a:xfrm>
            <a:off x="1629698" y="1212002"/>
            <a:ext cx="5051321" cy="32156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8E05DB-83A3-BB59-3F0C-F1FA4BAD567F}"/>
                  </a:ext>
                </a:extLst>
              </p14:cNvPr>
              <p14:cNvContentPartPr/>
              <p14:nvPr/>
            </p14:nvContentPartPr>
            <p14:xfrm>
              <a:off x="2579040" y="1222200"/>
              <a:ext cx="5279040" cy="245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8E05DB-83A3-BB59-3F0C-F1FA4BAD56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69680" y="1212840"/>
                <a:ext cx="5297760" cy="247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08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5020-1852-5E65-B25F-4CF434E3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Theorems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30367-6DF8-EADD-1A6C-679B20B02E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61884"/>
                <a:ext cx="7886700" cy="3570839"/>
              </a:xfrm>
            </p:spPr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u="sng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Limits of Polynomials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For any polynomial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then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→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u="sng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Limits of Rational Functions</a:t>
                </a:r>
                <a:r>
                  <a:rPr lang="en-US" sz="1800" dirty="0"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For any rational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800" dirty="0"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, then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→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whenever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𝑞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𝑐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≠0</m:t>
                      </m:r>
                    </m:oMath>
                  </m:oMathPara>
                </a14:m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30367-6DF8-EADD-1A6C-679B20B02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61884"/>
                <a:ext cx="7886700" cy="3570839"/>
              </a:xfrm>
              <a:blipFill>
                <a:blip r:embed="rId2"/>
                <a:stretch>
                  <a:fillRect l="-464" t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47EBC8-CD10-3E01-580F-8F947054391A}"/>
                  </a:ext>
                </a:extLst>
              </p14:cNvPr>
              <p14:cNvContentPartPr/>
              <p14:nvPr/>
            </p14:nvContentPartPr>
            <p14:xfrm>
              <a:off x="861480" y="3980520"/>
              <a:ext cx="1724040" cy="531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47EBC8-CD10-3E01-580F-8F94705439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120" y="3971160"/>
                <a:ext cx="1742760" cy="5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706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2DA8-9FD8-DC99-4E73-F287993F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758543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665482-B578-174E-A8C9-EF90D97FB1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899652"/>
                <a:ext cx="7886700" cy="37330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Find each of the following limits.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→3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4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400" dirty="0"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400" dirty="0"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→−3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+ 3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4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400" dirty="0"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14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→4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400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rad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− 2</m:t>
                              </m:r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−4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14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665482-B578-174E-A8C9-EF90D97FB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899652"/>
                <a:ext cx="7886700" cy="3733071"/>
              </a:xfrm>
              <a:blipFill>
                <a:blip r:embed="rId2"/>
                <a:stretch>
                  <a:fillRect l="-232" t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59E367-335E-4DE2-7C60-E26D87AE72C7}"/>
                  </a:ext>
                </a:extLst>
              </p14:cNvPr>
              <p14:cNvContentPartPr/>
              <p14:nvPr/>
            </p14:nvContentPartPr>
            <p14:xfrm>
              <a:off x="531000" y="1132920"/>
              <a:ext cx="7912800" cy="324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59E367-335E-4DE2-7C60-E26D87AE72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1640" y="1123560"/>
                <a:ext cx="7931520" cy="32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441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1D5-2219-479C-B646-4DF2E72E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versus Tangent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5E733-D89C-47A0-80F7-EE19F96DE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Secant comes from the </a:t>
            </a:r>
            <a:r>
              <a:rPr lang="en-US" dirty="0" err="1"/>
              <a:t>latin</a:t>
            </a:r>
            <a:r>
              <a:rPr lang="en-US" dirty="0"/>
              <a:t> root </a:t>
            </a:r>
            <a:r>
              <a:rPr lang="en-US" i="1" dirty="0" err="1"/>
              <a:t>secare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meaning “to cut”.</a:t>
            </a:r>
          </a:p>
          <a:p>
            <a:pPr lvl="1"/>
            <a:r>
              <a:rPr lang="en-US" dirty="0"/>
              <a:t>The secant is a line which “cuts” the circle </a:t>
            </a:r>
            <a:br>
              <a:rPr lang="en-US" dirty="0"/>
            </a:br>
            <a:r>
              <a:rPr lang="en-US" dirty="0"/>
              <a:t>into two pieces.</a:t>
            </a:r>
          </a:p>
          <a:p>
            <a:r>
              <a:rPr lang="en-US" dirty="0"/>
              <a:t>Tangent comes from the </a:t>
            </a:r>
            <a:r>
              <a:rPr lang="en-US" dirty="0" err="1"/>
              <a:t>latin</a:t>
            </a:r>
            <a:r>
              <a:rPr lang="en-US" dirty="0"/>
              <a:t> </a:t>
            </a:r>
            <a:r>
              <a:rPr lang="en-US" i="1" dirty="0"/>
              <a:t>tangere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meaning “to touch”.</a:t>
            </a:r>
          </a:p>
          <a:p>
            <a:pPr lvl="1"/>
            <a:r>
              <a:rPr lang="en-US" dirty="0"/>
              <a:t>The tangent is a line which “touches” the</a:t>
            </a:r>
            <a:br>
              <a:rPr lang="en-US" dirty="0"/>
            </a:br>
            <a:r>
              <a:rPr lang="en-US" dirty="0"/>
              <a:t>circle at exactly one point.</a:t>
            </a:r>
          </a:p>
          <a:p>
            <a:pPr lvl="1"/>
            <a:r>
              <a:rPr lang="en-US" dirty="0"/>
              <a:t>It also meets the radius (or diameter) at a </a:t>
            </a:r>
            <a:br>
              <a:rPr lang="en-US" dirty="0"/>
            </a:br>
            <a:r>
              <a:rPr lang="en-US" dirty="0"/>
              <a:t>right angle.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1B9F7A2-EF1C-46BD-887D-638D20DF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592" y="770930"/>
            <a:ext cx="2219325" cy="2038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613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E658-83A9-4D2F-A0A9-E67407AC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556043"/>
            <a:ext cx="2591866" cy="1212152"/>
          </a:xfrm>
        </p:spPr>
        <p:txBody>
          <a:bodyPr anchor="b">
            <a:normAutofit/>
          </a:bodyPr>
          <a:lstStyle/>
          <a:p>
            <a:r>
              <a:rPr lang="en-US" sz="2400" dirty="0"/>
              <a:t>Secant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519" y="1900107"/>
                <a:ext cx="2591866" cy="2585874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1500" dirty="0"/>
                  <a:t>Suppose a secant line cuts through a curve </a:t>
                </a:r>
                <a14:m>
                  <m:oMath xmlns:m="http://schemas.openxmlformats.org/officeDocument/2006/math">
                    <m:r>
                      <a:rPr lang="en-US" sz="15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5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5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5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at two points: </a:t>
                </a:r>
                <a14:m>
                  <m:oMath xmlns:m="http://schemas.openxmlformats.org/officeDocument/2006/math">
                    <m:r>
                      <a:rPr lang="en-US" sz="15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5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500" dirty="0"/>
                  <a:t> and </a:t>
                </a:r>
                <a14:m>
                  <m:oMath xmlns:m="http://schemas.openxmlformats.org/officeDocument/2006/math">
                    <m:r>
                      <a:rPr lang="en-US" sz="1500" b="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15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500" dirty="0"/>
                  <a:t>.</a:t>
                </a:r>
              </a:p>
              <a:p>
                <a:r>
                  <a:rPr lang="en-US" sz="1500" dirty="0"/>
                  <a:t>With those two points, we can determine the slope of the secant line: </a:t>
                </a:r>
                <a:endParaRPr lang="en-US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sz="15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𝑃𝑄</m:t>
                        </m:r>
                      </m:sub>
                    </m:sSub>
                    <m:r>
                      <a:rPr lang="en-US" sz="15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5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5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5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519" y="1900107"/>
                <a:ext cx="2591866" cy="2585874"/>
              </a:xfrm>
              <a:blipFill>
                <a:blip r:embed="rId2"/>
                <a:stretch>
                  <a:fillRect l="-706" t="-1651" r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ikz and Secant Line diagram - TeX - LaTeX Stack Exchange">
            <a:extLst>
              <a:ext uri="{FF2B5EF4-FFF2-40B4-BE49-F238E27FC236}">
                <a16:creationId xmlns:a16="http://schemas.microsoft.com/office/drawing/2014/main" id="{E6896DEF-1F40-ECD8-37E6-322E07B9EA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1" t="6190" r="11111" b="5470"/>
          <a:stretch/>
        </p:blipFill>
        <p:spPr bwMode="auto">
          <a:xfrm>
            <a:off x="3273268" y="952500"/>
            <a:ext cx="5510956" cy="361567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51435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0263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E658-83A9-4D2F-A0A9-E67407AC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Line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find the slope of the secant line through the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2, 3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(3, 8)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Write the equation of the secant line.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02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E658-83A9-4D2F-A0A9-E67407AC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Line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find the slope of the secant line through the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2, 3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(2.1, 3.41)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519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E658-83A9-4D2F-A0A9-E67407AC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Line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find the slope of the secant line through the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2, 3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(2.01, 3.041)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37E96-D28B-4737-A98E-FA61D0849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04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E658-83A9-4D2F-A0A9-E67407AC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Tangent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37E96-D28B-4737-A98E-FA61D0849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tangent line only touches a curve at one point.</a:t>
            </a:r>
          </a:p>
          <a:p>
            <a:r>
              <a:rPr lang="en-US" dirty="0"/>
              <a:t>Without a second point, how can we determine its slope?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92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5F3A840-3E8D-429D-A355-DEF00DC60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033" y="694354"/>
            <a:ext cx="5532623" cy="289945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A147C-8DCE-4262-BE53-35DC789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941AF-CDA0-43A6-BA12-C1A7281E2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two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the slope  </a:t>
                </a:r>
                <a:br>
                  <a:rPr lang="en-US" dirty="0"/>
                </a:br>
                <a:r>
                  <a:rPr lang="en-US" dirty="0"/>
                  <a:t>of the secant line is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approaches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(that is, when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gets </a:t>
                </a:r>
                <a:r>
                  <a:rPr lang="en-US" i="1" dirty="0"/>
                  <a:t>really</a:t>
                </a:r>
                <a:r>
                  <a:rPr lang="en-US" dirty="0"/>
                  <a:t> small), the slope of the </a:t>
                </a:r>
                <a:r>
                  <a:rPr lang="en-US" i="1" dirty="0"/>
                  <a:t>secant</a:t>
                </a:r>
                <a:r>
                  <a:rPr lang="en-US" dirty="0"/>
                  <a:t> line approaches the slope of the </a:t>
                </a:r>
                <a:r>
                  <a:rPr lang="en-US" i="1" dirty="0"/>
                  <a:t>tangent</a:t>
                </a:r>
                <a:r>
                  <a:rPr lang="en-US" dirty="0"/>
                  <a:t> line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941AF-CDA0-43A6-BA12-C1A7281E2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1682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478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F886-C2D2-41BE-9796-CDB49720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Tangent Slope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B7106-46F3-4939-BFB6-014E19849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982980"/>
                <a:ext cx="7886700" cy="3649743"/>
              </a:xfrm>
            </p:spPr>
            <p:txBody>
              <a:bodyPr/>
              <a:lstStyle/>
              <a:p>
                <a:r>
                  <a:rPr lang="en-US" dirty="0"/>
                  <a:t>Consider the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to be some </a:t>
                </a:r>
                <a:r>
                  <a:rPr lang="en-US" i="1" dirty="0"/>
                  <a:t>really</a:t>
                </a:r>
                <a:r>
                  <a:rPr lang="en-US" dirty="0"/>
                  <a:t> small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 That is,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 Then 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 the slope of the tangent line can be approximated at a</a:t>
                </a:r>
                <a:r>
                  <a:rPr lang="en-US" i="1" dirty="0"/>
                  <a:t> </a:t>
                </a:r>
                <a:r>
                  <a:rPr lang="en-US" dirty="0"/>
                  <a:t>single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using a </a:t>
                </a:r>
                <a:r>
                  <a:rPr lang="en-US" i="1" dirty="0"/>
                  <a:t>really</a:t>
                </a:r>
                <a:r>
                  <a:rPr lang="en-US" dirty="0"/>
                  <a:t> small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B7106-46F3-4939-BFB6-014E19849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982980"/>
                <a:ext cx="7886700" cy="3649743"/>
              </a:xfrm>
              <a:blipFill>
                <a:blip r:embed="rId2"/>
                <a:stretch>
                  <a:fillRect l="-773" t="-1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017F284-5069-848A-C3E3-054A8732FB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7" t="25876" r="19333" b="13877"/>
          <a:stretch/>
        </p:blipFill>
        <p:spPr bwMode="auto">
          <a:xfrm>
            <a:off x="5019630" y="2331720"/>
            <a:ext cx="3641453" cy="24191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93024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D294-5E36-D109-8346-57F5ED3F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692595"/>
          </a:xfrm>
        </p:spPr>
        <p:txBody>
          <a:bodyPr/>
          <a:lstStyle/>
          <a:p>
            <a:r>
              <a:rPr lang="en-US" dirty="0"/>
              <a:t>The Derivative at a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EB3C0-43C7-5707-8B49-CBF3FAA132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862361"/>
                <a:ext cx="7886700" cy="37703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define the </a:t>
                </a:r>
                <a:r>
                  <a:rPr lang="en-US" b="1" dirty="0"/>
                  <a:t>derivative of a function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b="1" dirty="0"/>
                  <a:t> at a number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dirty="0"/>
                  <a:t>, denoted ________, to be the limit of the slopes of these secant lines. So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also interpret the derivative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as the </a:t>
                </a:r>
                <a:r>
                  <a:rPr lang="en-US" b="1" dirty="0"/>
                  <a:t>instantaneous rate of change</a:t>
                </a:r>
                <a:r>
                  <a:rPr lang="en-US" dirty="0"/>
                  <a:t> of the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 The derivative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can also be interpreted as the </a:t>
                </a:r>
                <a:r>
                  <a:rPr lang="en-US" b="1" dirty="0"/>
                  <a:t>slope of the tangent line </a:t>
                </a:r>
                <a:r>
                  <a:rPr lang="en-US" dirty="0"/>
                  <a:t>to the curve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EB3C0-43C7-5707-8B49-CBF3FAA132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862361"/>
                <a:ext cx="7886700" cy="3770362"/>
              </a:xfrm>
              <a:blipFill>
                <a:blip r:embed="rId2"/>
                <a:stretch>
                  <a:fillRect l="-927" t="-1777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993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F886-C2D2-41BE-9796-CDB49720B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Tangent Slope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B7106-46F3-4939-BFB6-014E19849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988141"/>
                <a:ext cx="7886700" cy="3644581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For the function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dirty="0"/>
                  <a:t>, find the slope of the tangent line at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B7106-46F3-4939-BFB6-014E19849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988141"/>
                <a:ext cx="7886700" cy="3644581"/>
              </a:xfrm>
              <a:blipFill>
                <a:blip r:embed="rId2"/>
                <a:stretch>
                  <a:fillRect l="-309" t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030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41bfbfa-c0ce-47fc-8480-503910e6e19c"/>
  </ds:schemaRefs>
</ds:datastoreItem>
</file>

<file path=customXml/itemProps3.xml><?xml version="1.0" encoding="utf-8"?>
<ds:datastoreItem xmlns:ds="http://schemas.openxmlformats.org/officeDocument/2006/customXml" ds:itemID="{EED7CDD4-C21D-4577-8CBA-4F6D43A85774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1006</TotalTime>
  <Words>798</Words>
  <Application>Microsoft Office PowerPoint</Application>
  <PresentationFormat>On-screen Show (16:9)</PresentationFormat>
  <Paragraphs>79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Calculus I Sneak Peak</vt:lpstr>
      <vt:lpstr>Limits</vt:lpstr>
      <vt:lpstr>Limit Definition</vt:lpstr>
      <vt:lpstr>NOTE: The function f(x)  doesn’t need to be defined at a in order for   lim┬(x→a)⁡f(x)  to exist.</vt:lpstr>
      <vt:lpstr>One-Sided Limits</vt:lpstr>
      <vt:lpstr>Limits Graphically and Numeraically</vt:lpstr>
      <vt:lpstr>Graph Example</vt:lpstr>
      <vt:lpstr>Useful Theorems</vt:lpstr>
      <vt:lpstr>Examples</vt:lpstr>
      <vt:lpstr>Secant versus Tangent</vt:lpstr>
      <vt:lpstr>Secant Line</vt:lpstr>
      <vt:lpstr>Secant Line Examples</vt:lpstr>
      <vt:lpstr>Secant Line Examples</vt:lpstr>
      <vt:lpstr>Secant Line Examples</vt:lpstr>
      <vt:lpstr>The Tangent Problem</vt:lpstr>
      <vt:lpstr>Answer</vt:lpstr>
      <vt:lpstr>Tangent Slope</vt:lpstr>
      <vt:lpstr>The Derivative at a Point</vt:lpstr>
      <vt:lpstr>Tangent Slope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Tangent and Secant Lines</dc:title>
  <dc:creator>Microsoft Office User</dc:creator>
  <cp:lastModifiedBy>Dustin Deutsch</cp:lastModifiedBy>
  <cp:revision>9</cp:revision>
  <cp:lastPrinted>2025-08-07T10:24:03Z</cp:lastPrinted>
  <dcterms:created xsi:type="dcterms:W3CDTF">2019-11-08T19:52:07Z</dcterms:created>
  <dcterms:modified xsi:type="dcterms:W3CDTF">2025-08-07T18:12:24Z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