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84" r:id="rId6"/>
    <p:sldId id="291" r:id="rId7"/>
    <p:sldId id="292" r:id="rId8"/>
    <p:sldId id="293" r:id="rId9"/>
    <p:sldId id="261" r:id="rId10"/>
    <p:sldId id="273" r:id="rId11"/>
    <p:sldId id="287" r:id="rId12"/>
    <p:sldId id="265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7868AE-006B-4939-9BB7-6CACBFD2BD4E}" v="31" dt="2025-08-05T16:35:08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249" autoAdjust="0"/>
  </p:normalViewPr>
  <p:slideViewPr>
    <p:cSldViewPr snapToGrid="0" snapToObjects="1">
      <p:cViewPr varScale="1">
        <p:scale>
          <a:sx n="151" d="100"/>
          <a:sy n="151" d="100"/>
        </p:scale>
        <p:origin x="77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tin Deutsch" userId="317d3870-7f9b-438f-aeba-8a1544be72a1" providerId="ADAL" clId="{6153AA20-9298-4149-822B-65C4DE118903}"/>
    <pc:docChg chg="undo redo custSel modSld">
      <pc:chgData name="Dustin Deutsch" userId="317d3870-7f9b-438f-aeba-8a1544be72a1" providerId="ADAL" clId="{6153AA20-9298-4149-822B-65C4DE118903}" dt="2025-08-05T17:47:25.829" v="2" actId="7634"/>
      <pc:docMkLst>
        <pc:docMk/>
      </pc:docMkLst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422095949" sldId="256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422095949" sldId="256"/>
            <ac:inkMk id="4" creationId="{25A2221E-1AC5-E3C0-DE4D-BDACC28A769F}"/>
          </ac:inkMkLst>
        </pc:inkChg>
      </pc:sldChg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1663267854" sldId="261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1663267854" sldId="261"/>
            <ac:inkMk id="2" creationId="{E7BE2CA4-6421-83A1-AB94-ADF538E5DA8E}"/>
          </ac:inkMkLst>
        </pc:inkChg>
      </pc:sldChg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73650216" sldId="265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73650216" sldId="265"/>
            <ac:inkMk id="2" creationId="{49EE98C5-0860-F1A8-1D61-A52B6A72C021}"/>
          </ac:inkMkLst>
        </pc:inkChg>
      </pc:sldChg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1501815067" sldId="269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1501815067" sldId="269"/>
            <ac:inkMk id="2" creationId="{46AF230A-ADA3-9A9D-290B-50DCAC18AB17}"/>
          </ac:inkMkLst>
        </pc:inkChg>
      </pc:sldChg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744811477" sldId="273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744811477" sldId="273"/>
            <ac:inkMk id="3" creationId="{6121FBDE-64ED-8820-F887-C7471C1732ED}"/>
          </ac:inkMkLst>
        </pc:inkChg>
      </pc:sldChg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1912073535" sldId="284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1912073535" sldId="284"/>
            <ac:inkMk id="4" creationId="{3D7BF176-6C0C-DBFE-755C-8FE68605968F}"/>
          </ac:inkMkLst>
        </pc:inkChg>
      </pc:sldChg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288426534" sldId="291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288426534" sldId="291"/>
            <ac:inkMk id="2" creationId="{878A2FC2-178A-8F5C-8227-B7CB655022F2}"/>
          </ac:inkMkLst>
        </pc:inkChg>
      </pc:sldChg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1178199729" sldId="292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1178199729" sldId="292"/>
            <ac:inkMk id="4" creationId="{2304B6D5-027D-07D3-0839-7DA9F77EAB8B}"/>
          </ac:inkMkLst>
        </pc:inkChg>
      </pc:sldChg>
      <pc:sldChg chg="addSp delSp">
        <pc:chgData name="Dustin Deutsch" userId="317d3870-7f9b-438f-aeba-8a1544be72a1" providerId="ADAL" clId="{6153AA20-9298-4149-822B-65C4DE118903}" dt="2025-08-05T17:47:25.829" v="2" actId="7634"/>
        <pc:sldMkLst>
          <pc:docMk/>
          <pc:sldMk cId="1355474540" sldId="293"/>
        </pc:sldMkLst>
        <pc:inkChg chg="add del">
          <ac:chgData name="Dustin Deutsch" userId="317d3870-7f9b-438f-aeba-8a1544be72a1" providerId="ADAL" clId="{6153AA20-9298-4149-822B-65C4DE118903}" dt="2025-08-05T17:47:25.829" v="2" actId="7634"/>
          <ac:inkMkLst>
            <pc:docMk/>
            <pc:sldMk cId="1355474540" sldId="293"/>
            <ac:inkMk id="5" creationId="{ACDD551D-AE01-9CEE-9557-11FAC92E3B41}"/>
          </ac:inkMkLst>
        </pc:inkChg>
      </pc:sldChg>
    </pc:docChg>
  </pc:docChgLst>
  <pc:docChgLst>
    <pc:chgData name="Dustin Deutsch" userId="317d3870-7f9b-438f-aeba-8a1544be72a1" providerId="ADAL" clId="{4D7868AE-006B-4939-9BB7-6CACBFD2BD4E}"/>
    <pc:docChg chg="custSel addSld delSld modSld">
      <pc:chgData name="Dustin Deutsch" userId="317d3870-7f9b-438f-aeba-8a1544be72a1" providerId="ADAL" clId="{4D7868AE-006B-4939-9BB7-6CACBFD2BD4E}" dt="2025-08-05T16:35:11.734" v="106" actId="20577"/>
      <pc:docMkLst>
        <pc:docMk/>
      </pc:docMkLst>
      <pc:sldChg chg="modSp mod">
        <pc:chgData name="Dustin Deutsch" userId="317d3870-7f9b-438f-aeba-8a1544be72a1" providerId="ADAL" clId="{4D7868AE-006B-4939-9BB7-6CACBFD2BD4E}" dt="2025-08-04T15:44:15.217" v="40" actId="20577"/>
        <pc:sldMkLst>
          <pc:docMk/>
          <pc:sldMk cId="422095949" sldId="256"/>
        </pc:sldMkLst>
        <pc:spChg chg="mod">
          <ac:chgData name="Dustin Deutsch" userId="317d3870-7f9b-438f-aeba-8a1544be72a1" providerId="ADAL" clId="{4D7868AE-006B-4939-9BB7-6CACBFD2BD4E}" dt="2025-08-04T15:44:15.217" v="40" actId="20577"/>
          <ac:spMkLst>
            <pc:docMk/>
            <pc:sldMk cId="422095949" sldId="256"/>
            <ac:spMk id="2" creationId="{E78B57CF-B9B9-EF4E-9E54-ADDE6D43E23E}"/>
          </ac:spMkLst>
        </pc:spChg>
      </pc:sldChg>
      <pc:sldChg chg="modSp mod">
        <pc:chgData name="Dustin Deutsch" userId="317d3870-7f9b-438f-aeba-8a1544be72a1" providerId="ADAL" clId="{4D7868AE-006B-4939-9BB7-6CACBFD2BD4E}" dt="2025-08-05T16:35:11.734" v="106" actId="20577"/>
        <pc:sldMkLst>
          <pc:docMk/>
          <pc:sldMk cId="1663267854" sldId="261"/>
        </pc:sldMkLst>
        <pc:spChg chg="mod">
          <ac:chgData name="Dustin Deutsch" userId="317d3870-7f9b-438f-aeba-8a1544be72a1" providerId="ADAL" clId="{4D7868AE-006B-4939-9BB7-6CACBFD2BD4E}" dt="2025-08-05T16:35:11.734" v="106" actId="20577"/>
          <ac:spMkLst>
            <pc:docMk/>
            <pc:sldMk cId="1663267854" sldId="261"/>
            <ac:spMk id="8" creationId="{778FB382-1D80-4F9B-B332-B8057A10F48B}"/>
          </ac:spMkLst>
        </pc:spChg>
      </pc:sldChg>
      <pc:sldChg chg="modSp mod">
        <pc:chgData name="Dustin Deutsch" userId="317d3870-7f9b-438f-aeba-8a1544be72a1" providerId="ADAL" clId="{4D7868AE-006B-4939-9BB7-6CACBFD2BD4E}" dt="2025-08-05T11:20:57.975" v="77" actId="404"/>
        <pc:sldMkLst>
          <pc:docMk/>
          <pc:sldMk cId="1501815067" sldId="269"/>
        </pc:sldMkLst>
        <pc:spChg chg="mod">
          <ac:chgData name="Dustin Deutsch" userId="317d3870-7f9b-438f-aeba-8a1544be72a1" providerId="ADAL" clId="{4D7868AE-006B-4939-9BB7-6CACBFD2BD4E}" dt="2025-08-05T11:20:57.975" v="77" actId="404"/>
          <ac:spMkLst>
            <pc:docMk/>
            <pc:sldMk cId="1501815067" sldId="269"/>
            <ac:spMk id="8" creationId="{778FB382-1D80-4F9B-B332-B8057A10F48B}"/>
          </ac:spMkLst>
        </pc:spChg>
      </pc:sldChg>
      <pc:sldChg chg="del">
        <pc:chgData name="Dustin Deutsch" userId="317d3870-7f9b-438f-aeba-8a1544be72a1" providerId="ADAL" clId="{4D7868AE-006B-4939-9BB7-6CACBFD2BD4E}" dt="2025-08-05T11:16:15.425" v="54" actId="47"/>
        <pc:sldMkLst>
          <pc:docMk/>
          <pc:sldMk cId="731995066" sldId="270"/>
        </pc:sldMkLst>
      </pc:sldChg>
      <pc:sldChg chg="del">
        <pc:chgData name="Dustin Deutsch" userId="317d3870-7f9b-438f-aeba-8a1544be72a1" providerId="ADAL" clId="{4D7868AE-006B-4939-9BB7-6CACBFD2BD4E}" dt="2025-08-05T11:16:13.580" v="53" actId="47"/>
        <pc:sldMkLst>
          <pc:docMk/>
          <pc:sldMk cId="3248558689" sldId="271"/>
        </pc:sldMkLst>
      </pc:sldChg>
      <pc:sldChg chg="del">
        <pc:chgData name="Dustin Deutsch" userId="317d3870-7f9b-438f-aeba-8a1544be72a1" providerId="ADAL" clId="{4D7868AE-006B-4939-9BB7-6CACBFD2BD4E}" dt="2025-08-04T15:44:18.370" v="41" actId="47"/>
        <pc:sldMkLst>
          <pc:docMk/>
          <pc:sldMk cId="3749805158" sldId="274"/>
        </pc:sldMkLst>
      </pc:sldChg>
      <pc:sldChg chg="del">
        <pc:chgData name="Dustin Deutsch" userId="317d3870-7f9b-438f-aeba-8a1544be72a1" providerId="ADAL" clId="{4D7868AE-006B-4939-9BB7-6CACBFD2BD4E}" dt="2025-08-04T15:44:19.372" v="42" actId="47"/>
        <pc:sldMkLst>
          <pc:docMk/>
          <pc:sldMk cId="3704306808" sldId="275"/>
        </pc:sldMkLst>
      </pc:sldChg>
      <pc:sldChg chg="del">
        <pc:chgData name="Dustin Deutsch" userId="317d3870-7f9b-438f-aeba-8a1544be72a1" providerId="ADAL" clId="{4D7868AE-006B-4939-9BB7-6CACBFD2BD4E}" dt="2025-08-04T15:44:20.210" v="43" actId="47"/>
        <pc:sldMkLst>
          <pc:docMk/>
          <pc:sldMk cId="1211696398" sldId="276"/>
        </pc:sldMkLst>
      </pc:sldChg>
      <pc:sldChg chg="del">
        <pc:chgData name="Dustin Deutsch" userId="317d3870-7f9b-438f-aeba-8a1544be72a1" providerId="ADAL" clId="{4D7868AE-006B-4939-9BB7-6CACBFD2BD4E}" dt="2025-08-04T15:44:20.871" v="44" actId="47"/>
        <pc:sldMkLst>
          <pc:docMk/>
          <pc:sldMk cId="532929040" sldId="278"/>
        </pc:sldMkLst>
      </pc:sldChg>
      <pc:sldChg chg="del">
        <pc:chgData name="Dustin Deutsch" userId="317d3870-7f9b-438f-aeba-8a1544be72a1" providerId="ADAL" clId="{4D7868AE-006B-4939-9BB7-6CACBFD2BD4E}" dt="2025-08-04T15:44:23.990" v="48" actId="47"/>
        <pc:sldMkLst>
          <pc:docMk/>
          <pc:sldMk cId="3393394527" sldId="279"/>
        </pc:sldMkLst>
      </pc:sldChg>
      <pc:sldChg chg="del">
        <pc:chgData name="Dustin Deutsch" userId="317d3870-7f9b-438f-aeba-8a1544be72a1" providerId="ADAL" clId="{4D7868AE-006B-4939-9BB7-6CACBFD2BD4E}" dt="2025-08-04T15:44:21.510" v="45" actId="47"/>
        <pc:sldMkLst>
          <pc:docMk/>
          <pc:sldMk cId="3244935210" sldId="280"/>
        </pc:sldMkLst>
      </pc:sldChg>
      <pc:sldChg chg="del">
        <pc:chgData name="Dustin Deutsch" userId="317d3870-7f9b-438f-aeba-8a1544be72a1" providerId="ADAL" clId="{4D7868AE-006B-4939-9BB7-6CACBFD2BD4E}" dt="2025-08-04T15:44:24.859" v="49" actId="47"/>
        <pc:sldMkLst>
          <pc:docMk/>
          <pc:sldMk cId="198864132" sldId="282"/>
        </pc:sldMkLst>
      </pc:sldChg>
      <pc:sldChg chg="del">
        <pc:chgData name="Dustin Deutsch" userId="317d3870-7f9b-438f-aeba-8a1544be72a1" providerId="ADAL" clId="{4D7868AE-006B-4939-9BB7-6CACBFD2BD4E}" dt="2025-08-04T15:44:22.526" v="46" actId="47"/>
        <pc:sldMkLst>
          <pc:docMk/>
          <pc:sldMk cId="1960178651" sldId="288"/>
        </pc:sldMkLst>
      </pc:sldChg>
      <pc:sldChg chg="del">
        <pc:chgData name="Dustin Deutsch" userId="317d3870-7f9b-438f-aeba-8a1544be72a1" providerId="ADAL" clId="{4D7868AE-006B-4939-9BB7-6CACBFD2BD4E}" dt="2025-08-04T15:44:23.149" v="47" actId="47"/>
        <pc:sldMkLst>
          <pc:docMk/>
          <pc:sldMk cId="1981971698" sldId="289"/>
        </pc:sldMkLst>
      </pc:sldChg>
      <pc:sldChg chg="add">
        <pc:chgData name="Dustin Deutsch" userId="317d3870-7f9b-438f-aeba-8a1544be72a1" providerId="ADAL" clId="{4D7868AE-006B-4939-9BB7-6CACBFD2BD4E}" dt="2025-08-04T15:46:02.354" v="50"/>
        <pc:sldMkLst>
          <pc:docMk/>
          <pc:sldMk cId="288426534" sldId="291"/>
        </pc:sldMkLst>
      </pc:sldChg>
      <pc:sldChg chg="modSp add mod">
        <pc:chgData name="Dustin Deutsch" userId="317d3870-7f9b-438f-aeba-8a1544be72a1" providerId="ADAL" clId="{4D7868AE-006B-4939-9BB7-6CACBFD2BD4E}" dt="2025-08-05T16:33:49.342" v="80" actId="20577"/>
        <pc:sldMkLst>
          <pc:docMk/>
          <pc:sldMk cId="1178199729" sldId="292"/>
        </pc:sldMkLst>
        <pc:spChg chg="mod">
          <ac:chgData name="Dustin Deutsch" userId="317d3870-7f9b-438f-aeba-8a1544be72a1" providerId="ADAL" clId="{4D7868AE-006B-4939-9BB7-6CACBFD2BD4E}" dt="2025-08-05T16:33:49.342" v="80" actId="20577"/>
          <ac:spMkLst>
            <pc:docMk/>
            <pc:sldMk cId="1178199729" sldId="292"/>
            <ac:spMk id="3" creationId="{081A2687-4C65-346B-812F-C43AB41BFA06}"/>
          </ac:spMkLst>
        </pc:spChg>
      </pc:sldChg>
      <pc:sldChg chg="modSp add">
        <pc:chgData name="Dustin Deutsch" userId="317d3870-7f9b-438f-aeba-8a1544be72a1" providerId="ADAL" clId="{4D7868AE-006B-4939-9BB7-6CACBFD2BD4E}" dt="2025-08-05T16:34:07.257" v="84" actId="20577"/>
        <pc:sldMkLst>
          <pc:docMk/>
          <pc:sldMk cId="1355474540" sldId="293"/>
        </pc:sldMkLst>
        <pc:spChg chg="mod">
          <ac:chgData name="Dustin Deutsch" userId="317d3870-7f9b-438f-aeba-8a1544be72a1" providerId="ADAL" clId="{4D7868AE-006B-4939-9BB7-6CACBFD2BD4E}" dt="2025-08-05T16:34:07.257" v="84" actId="20577"/>
          <ac:spMkLst>
            <pc:docMk/>
            <pc:sldMk cId="1355474540" sldId="293"/>
            <ac:spMk id="3" creationId="{CE48AB71-5410-3D5D-DB69-61C24980388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5.744"/>
    </inkml:context>
    <inkml:brush xml:id="br0">
      <inkml:brushProperty name="height" value="0.053" units="cm"/>
      <inkml:brushProperty name="color" value="#FF0000"/>
    </inkml:brush>
  </inkml:definitions>
  <inkml:trace contextRef="#ctx0" brushRef="#br0">12735 2346 25575,'-12'0'-1359,"0"0"1,1 0 600,-1 0 758,5 0 0,2 0 0,5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5.748"/>
    </inkml:context>
    <inkml:brush xml:id="br0">
      <inkml:brushProperty name="height" value="0.053" units="cm"/>
      <inkml:brushProperty name="color" value="#FF0000"/>
    </inkml:brush>
  </inkml:definitions>
  <inkml:trace contextRef="#ctx0" brushRef="#br0">7700 3937 29056,'-12'0'-1706,"0"0"1,4 0 1743,0 0 0,1 2-493,-5 2 174,5-3 0,2 5-1798,5-2 755,0-2 0,5 3 1394,3-5 1,-1 4 0,1 0-142,1-2 1,-3 0 0,1-1 0,-1 2-53,1 1 1,-3-1-1,4-3 1,1 0 135,1 0 0,-2 0 0,0 0 0,1 2 18,2 2 1,1-3-1,-1 3 1,1-3 137,0-1 1,1 0-1,1 0 1,2 0 277,-1 0 1,2 0 0,-2 0-1,1 0 266,1 0 0,-4 0 1,3 0-1,-2 0-504,2 0 1,-5 0 0,4 0-123,4 0 1,-4 0-1,1 0 1,-3 0 49,-1 0 1,0 0 0,-1 0-1,3 0-138,1 0 0,-2 0 0,3 0 1,-1 0 62,0 0 1,-2 0 0,3 0-1,-1-1-156,0-3 1,0 3 0,3-3 0,0 2 82,1 2 1,-8 0 0,4 0 0,1 0 10,1 0 0,-2 0 0,4 0 0,-1 0 0,0 0 0,2 0 0,4 0 0,-1 0 1,1 0 1,-1 0 0,1 0 0,0 0 17,-1 0 1,2 0-1,0 0 1,0 0-2,-3 0 1,-1 0-1,3 0 1,-1 0-12,1 0 0,-5 0 0,1 0 0,1 0 94,1 0 1,-2 2-1,-2 0 1,1 2-95,-1-1 0,-2-2 0,3-1 0,2 2-21,2 1 1,-4-1 0,0 2 0,-1-3 18,0-1 1,2 0-1,4 0 1,-1 1 24,1 3 0,-3-2 0,1 2 0,4-3 6,3-1 0,-1 1 0,2 2 0,0 1 12,0-2 1,-4 0-1,2-2 1,-2 0 20,1 0 0,-2 0 0,3 0 0,-2 0-74,1 0 1,-2 0-1,3 0 1,-2 0-4,2 0 1,-3 0-1,3 0 1,1 0 20,3 0 1,-1 0 0,3 0-1,1 0-29,-2 0 1,3 0-1,-6 0 1,3 0 5,2 0 0,-6 0 0,6-2 0,-1 0 40,0-2 1,-1 0 0,0 4 0,1 0-57,-1 0 0,-5-4 0,3 0 1,-3 1 14,-1 2 0,-4 1 0,-3 0 1,-4 0-105,-3 0 0,-2 0-58,1 0 0,0 11 0,0 2 0</inkml:trace>
  <inkml:trace contextRef="#ctx0" brushRef="#br0" timeOffset="1">2028 6354 7665,'-4'8'865,"0"0"1,-4 0 241,4 3 1,-4-3-381,4 0 0,-1-4 1299,1 4-1633,3-6 0,-4-2 0,5-7 0,1-4-144,3-1 1,-1-5 0,6-2 0,2-5-111,4-3 0,2-4 0,-3-3 0,3 0 31,2-1 0,-1 6 0,3-6 0,-3 2-116,-1 3 1,-1 5-1,-4 8 1,-2 3-74,-2 3 0,3 7 1,-5 2-217,1 4 1,-1 6 0,-3 8-1,2 5 100,2 5 0,-3 0 0,4 6 0,-1 0 55,0 2 1,3 2-1,-2-2 1,3-2-50,1 0 1,-5-9 0,1 2-32,2-2 1,0-1 0,2-8 0,0-2 0,-1-1-361,1-6 0,0-3 0,0-2 0,1 0-163,3 0 0,-6-1 1,4-3-1,1-4 134,-2-2 1,0-2 0,-1 0 0,0 1-48,-1-1 596,1-5 0,5 4 0,2-4 0</inkml:trace>
  <inkml:trace contextRef="#ctx0" brushRef="#br0" timeOffset="2">2264 6578 8781,'0'-13'1254,"2"-3"1,6-5-660,8-5 0,11-12 0,7-12 0,-14 21 0,1-1-442,2-2 1,0 0 0,0 1 0,0-1 0,3 0 0,0 0 0,-2 2 0,-1 0-787,15-24 0,-8 13 1,-10 9-1,-5 6-442,-6 7-2597,-4 10 3672,-10 9 0,-2 12 0,-5 6 0</inkml:trace>
  <inkml:trace contextRef="#ctx0" brushRef="#br0" timeOffset="3">1827 6684 8501,'-11'0'2453,"3"0"-1266,0 0 255,5 0 0,-1 0-811,8 0 1,-1 0 0,5 0 0,2 0-193,5 0 0,-2 0 0,4 0 0,0 0-122,2 0 0,0 0 0,0 0 0,2 0-104,2 0 1,0 0 0,2 0 0,1 1-15,2 3 1,-1-2 0,-2 1 0,1-1-58,2-2 1,1 0 0,-4 0 0,1 0-111,0 0 0,-6 0 0,6 0 0,0 0-6,-1 0 0,-3-2 0,-1 0 0,2-2 107,-2 1 1,-1 1 0,3-1-1,-2-2-86,-2-2 1,-3 5 0,4-2 0,1 1 5,1-1 1,-2 3-1,-2-3 1,0 1 20,1-1 0,-1 3 0,3-3 0,-1 2-70,1-2 0,-3 2 0,2-2 0,1 2-78,1-2 0,-3 3 0,1-3 0,1 2 88,1 2 1,2-4 0,-2 0-1,-1 2-46,-1 0 1,-4 2 0,3 0 0,2 0 15,1 0 1,-1 0 0,0 0 0,2 0-124,-2 0 0,0-1 1,1-1-1,-1-2 76,-2 1 1,1 2-1,4 1 1,-1-2 37,1-2 0,-1 3 1,0-3-1,-2 2 4,-2-2 0,1 2 0,2-2 0,-1 3 7,-1 1 0,-4-1 0,2-2 1,0-1-130,1 2 0,-2 0 1,4 2-1,2 0 111,2 0 1,-1-1-1,6-2 1,-1-1 66,-3 2 0,0-1 1,2 1-1,2-2-38,0 1 1,0-2 0,-5 1-1,0 1 1,-3 2 1,-1-3-1,1 0 1,-1 1-91,-1 2 1,0 1-1,3 0 1,1-1 70,-1-3 1,-2 3-1,2-5 1,3 2 95,3 1 1,-2-5-1,3 4 1,-1 0 3,-3-1 0,-1 3 0,-1-2 0,-1 3 60,1 1 0,-4 0 0,-2 0 0,0 0-167,1 0 1,0 1 0,4 2 0,-2 1-71,-2-1 1,1 2-1,2-1 1,-1 0 192,-1 1 1,-1-3 0,4 5-1,-1-2 13,1-2 1,-4-1 0,6 1 0,0 1 304,0-1 1,-6-2-1,7-1 1,2 0-150,1 0 0,-6 0 0,3 0 1,1 0-375,-2 0 0,-1 0 0,0 0 0,1 0 25,2 0 0,-6 0 0,3 0 0,-2 0-86,1 0 1,1 0-1,1 0 1,0 1-1,-2 3 1,-3-2 0,4 1 0,1-1 97,2-2 0,-2 0 0,4 0 0,-1-2 140,-1-1 0,2 1 1,-3-3-1,3 1-132,1 0 0,-4 0 0,2 4 0,-3 0-6,-2 0 0,1 0 1,0 0-1,-1 0-4,1 0 0,-5 0 0,0 0 0,-1 0-354,0 0 0,1 1 0,2 2 0,-3 1-192,-1-1 1,4-2-1,-3-1 1,2 0-463,0 0 0,-5 0 1,4 0-1,-2-1-1335,-3-3 1,-2 1 2417,-4-5 0,-3 0 0,-5-3 0</inkml:trace>
  <inkml:trace contextRef="#ctx0" brushRef="#br0" timeOffset="4">3254 5871 7684,'0'-8'204,"0"0"0,0 0 422,0-4 0,0 4 130,0 1 1,0 3 869,0-4-984,0 5 0,1-2-332,3 5 1,-2 1-1,2 3 2,-3 4 1,-1 0-1,0 2 1,0 3-55,0 1 1,0 0-1,0 0 1,0 3-31,0 2 0,0 0 1,0 4-1,0-2-29,0-2 1,0 1 0,0 3-1,0 2 2,0 3 1,0-6 0,0 4-1,0 0-12,0-1 1,-4 4-1,0-1 1,1-1-159,2 2 0,1-3 1,0 4-1,0 0 11,0 1 0,0-8 1,0 3-1,0 2 64,0 1 0,0-3 0,0 1 0,0-2 68,0-1 1,0-1 0,0 1 0,-1 1-26,-3 2 1,3-4 0,-3 2 0,2-2-32,2-2 1,0 0-1,0 3 1,0-1-96,0 1 1,0-5 0,0 1 0,0 1-17,0 1 0,0-1 0,0 2 0,0 1-2,0 1 1,0 0 0,0-1-1,0 1-2,0 2 1,0-1 0,0 4 0,0 1-87,0-1 0,0-3 0,0 5-1,0 0 0,0-1 0,-1 0 0,-2 0 0,0 1 199,0-1 0,2-1 0,1 3 0,0-1-25,0 0 1,-4-2 0,0 1 0,1-3-27,2-1 1,1 3 0,-2 0-1,0 1 119,-2 1 0,0-6 0,3 3 0,-2 0-78,-1 2 1,-4 0-1,3 3 1,0 3 6,0 0 1,-1 1 0,4-2 0,-4 2 9,0 0 0,3-3 0,-2 4 0,1-1-76,0 1 0,-1-6 1,2 2-1,-1-1 96,2 0 0,0 3 0,2 0 1,-1 1-57,-3 0 0,3-3 0,-4 7 0,1 0 40,0 0 1,-1-7-1,2 3 1,-2 1-42,-2 2 1,5-2 0,-4 3-1,2 0-33,0 0 0,-3-3 0,3 3 0,0 0-120,-2 0 1,5-3 0,-3 3-1,2 0-180,-2 0 1,2-4 0,-2 1-1,2-2-36,-2-2 0,3 1 1,-3-1-1,2 2 193,2 2 1,0-5-1,-1 3 15,-3-3 0,3 5 1,-3-6-1,3-2 0,1 1-206,0-2 1,0-4 0,-2 2 0,0-3-578,-2-2 0,0-5 0,4-2-984,0-3 1,-2-2 9,-1-3 1,1-6-1,-3-10 1833,0-7 0,-2-17 0,-5-4 0</inkml:trace>
  <inkml:trace contextRef="#ctx0" brushRef="#br0" timeOffset="5">3667 5965 7010,'-7'0'6493,"-3"0"-5133,9 0-1225,-5 0 1,6 5-1,0 3 1,0 2-249,0 2 1,2 1 0,2 2 0,2 2-511,1 1 0,3-2 0,-2 2 0,2-1 174,2-2 0,0-2 1,0-3-1446,0-2 1894,-6-3 0,10 1 0,-3 0 0</inkml:trace>
  <inkml:trace contextRef="#ctx0" brushRef="#br0" timeOffset="6">3832 5918 7797,'-1'8'1698,"-2"-1"-777,-1 3 1,0-4-1,4 2 1,0 1-474,0 2 0,-1 2 1,-2 3-103,-1 3 0,-1 5 0,2 3 1,-2 5-1,-1 3-374,-3 4 0,-6 3 0,-1 4 0,2 0-41,1 1 0,-2-12 0,2 3 0,4-6-1233,3-6 1,2-6 0,4-5 1301,0-1 0,0-8 0,0-1 0</inkml:trace>
  <inkml:trace contextRef="#ctx0" brushRef="#br0" timeOffset="7">4021 6036 7832,'-12'5'1058,"0"-2"0,0 4 789,0 3 1,5-5-1149,-1-1 0,6-3 1,2-1-589,7 0 1,5 0 0,2 0 0,2-1-482,-2-3 0,5 2 1,-1-1-1,2 0-483,-1-1 0,-3 3 0,4-5 1,-1 3-2412,0-1 3264,-2 0 0,5-2 0,3 0 0</inkml:trace>
  <inkml:trace contextRef="#ctx0" brushRef="#br0" timeOffset="8">4091 6130 7660,'-7'12'-7,"-1"0"1,0-5 0,-3 1-1,2 1 2459,1 2 1,6-3-1662,-2 0 1,4-6 0,4 2-410,4-3 1,2-2 0,2-1 0,1-4-607,3 0 1,-2-1 0,4-2 0,1 1-1215,-1-1 1,2 2 0,2 1 1437,-2 1 0,7-10 0,-2 2 0</inkml:trace>
  <inkml:trace contextRef="#ctx0" brushRef="#br0" timeOffset="9">4551 5953 7995,'0'7'3766,"-4"-1"-2622,0-2 0,1-4-753,3 0 1,0-1 0,0-7-1,1-1 120,3-2 0,1 3 0,4 1 0,-1-4-355,1-3 1,2 5 0,0-3 0,1 1-190,0 1 1,-4 2 0,0 1 0,1 2-196,1 3 1,2 0 0,-1 4 0,-2 1 133,-1 5 0,-4 4 1,2 4-1,-1 5 172,-2 5 1,-2 0 0,-1 6-1,0 0 238,0 2 1,-5-1 0,-3 0-1,-2 0 125,-2-5 0,0 0 0,0-3 0,-1 0-269,-2-3 0,4-9 0,-3 0 1,-1-1-122,2-3 0,0-5 0,1 0-301,1-3 1,0-2 0,2-4-158,1-7 0,5 0 0,-1-5 0,3 1 227,1 1 0,5-1 0,2 4 0,1 0 197,0 1 0,0 0 0,3 3 0,1 3-81,0 0 1,0 4 0,1-3 0,1 2-75,2 2 1,0 4-1,-5 1-294,1 2 1,0 1 0,1 4-1,2-2-305,0-2 1,1 2 0,-4-3 0,0 1 0,-1-2-1909,1 0 2645,0-2 0,0-4 0,0 0 0</inkml:trace>
  <inkml:trace contextRef="#ctx0" brushRef="#br0" timeOffset="10">4929 5694 10976,'0'12'578,"1"-2"1,2-1 0,2-1-603,1 1 0,2 2 0,4 1 0,0-2-160,0-2 0,-1 2 1,1-3-1,0 1-255,0 0 0,0-4 0,-1 2-2827,1-1 3266,0 4 0,0-7 0,0 3 0</inkml:trace>
  <inkml:trace contextRef="#ctx0" brushRef="#br0" timeOffset="11">4952 5882 8131,'0'-11'1399,"2"-1"0,1 0-965,5 0 1,4-1-1,3-1 1,2-3-310,1-2 0,2 0 0,3-4 0,1 4 415,-1 3-540,1 3 0,-1 6 0,1 2 0</inkml:trace>
  <inkml:trace contextRef="#ctx0" brushRef="#br0" timeOffset="12">5471 5729 7776,'0'-12'2621,"0"1"-1887,0 4 1,-1 2-226,-3 5 0,3 5 1,-3 3-106,2 2 0,2 2 0,-1 0 0,-2 0-53,-1 0 0,0-1 0,3 2 0,-1 2-73,-2 1 0,0 4 1,4 0-1,-2 2-101,-2 2 1,3 1 0,-3 2 0,2 5-81,-2 2 0,2-3 0,-2 1 0,2 0-86,-2 3 1,3 0 0,-5 0-1,2 2 37,0 2 0,1-5 0,3 4 1,-2 2 6,-2 0 1,3-6 0,-3 2 0,3-2 23,1 0 0,0 2 0,0 1 0,0 2-32,0 3 1,-2-8 0,0 11 0,-2-1-39,1 0 1,-2-2 0,0 2-1,-2 2-12,-2-2 0,-1 0 0,-2 0 0,0-1-34,0 2 1,4-3 0,0 0 0,-1-2 10,-1-2 0,-1-4 1,3-1-1,3 3 156,0 0 1,4-6 0,-5 6 0,3-2-9,-1 0 0,-4 1 0,4 1 1,0-1-23,-1 0 0,2 5 0,-4-1 0,1 0-190,-1 2 0,1-5 0,-2 4 0,3-2 9,-1 1 1,5-1 0,-3 3 0,3-3 9,1-4 1,-4-2 0,0 2-1,1-1 23,2-1 1,1-2 0,0 2 0,-1 0 98,-3 1 1,3-3-1,-3 0 1,2 0-4,2 0 0,-4-2 0,0 2 0,1 0-80,-3 0 1,5 0-1,-4 3 1,1-2 46,0 2 0,-1-3 1,2 0-1,-1-1-1,1-3 0,1-1 0,-1-1 0,-1-1 78,2 1 1,0-2 0,2-1 0,0-2-144,0-2 0,0 0 0,0-3 1,0 3 52,0 1 1,-1 1 0,-2 2 0,-1-2-10,2 2 0,1-2 0,1-1 0,0 0 5,0 1 0,0-5 0,0 2 0,0-3-15,0-1 0,0 1 0,0 2-35,0 5 0,0-3 0,0-1 0,0-3 76,0-1 1,0 0 0,0-1 0,0 2-29,0 3 0,0-3 1,0 4-1,0-1 142,0 0 1,0 3 0,0-2-1,0 2-57,0 2 1,0-3 0,0 0-1,0 1-56,0-1 1,0-2 0,0 2-1,0-1-19,0-3 0,0 1 1,0-1-1,0 2-26,0-2 1,0 0 0,0-3-1,0 1-223,0 0 1,0 0-1,0-1-373,0 1 1,0 0 0,-2 0 0,0 0-193,-2-1 0,0-3 0,4 0 0,-2 1-1055,-1 2 0,0-5 1863,-5-2 0,0-2 0,-4-2 0</inkml:trace>
  <inkml:trace contextRef="#ctx0" brushRef="#br0" timeOffset="13">6049 6495 6356,'-7'8'2133,"3"0"-1523,3-5 1,2 2 856,3-5-16,3-5-810,5 3 0,-4-3-143,-1 5 1,-3 0-233,4 0 0,-4 0 0,4 0 0,1 0-79,2 0 0,0 0 1,1 0-1,1 0-121,3 0 1,0 0 0,5 0 0,2 0-106,2 0 1,-3 0 0,6 0 0,-2 0 21,2 0 1,-6 0 0,4 0-1,0 0-75,-1 0 1,0 0-1,-1 0 1,-1 0-183,1 0 1,3 0-1,1 0 1,-2 0 188,-1 0 1,0 0 0,1 0 0,2 0 7,-2 0 0,-4 0 0,-1 0 1,1 0-164,-1 0 0,0 0 0,2 0 0,-1 0-52,1 0 1,-6 0 0,6 0-1,-5 0-308,-3 0 1,-1 0 0,0 1 259,2 3 0,-2-1 0,-4 4-222,-2-2 0,-6 4 155,2-1 1,-1 1-227,1-1 0,-2 1-47,6-5 680,-5 0 0,7-4 0,-3 0 0</inkml:trace>
  <inkml:trace contextRef="#ctx0" brushRef="#br0" timeOffset="14">5907 5729 7874,'7'0'4094,"-3"1"-3422,-8 3 1,1 3 0,-5 5 0,-1 1-255,-1 3 1,-2 2-1,0 4 1,0 0-162,1 2 1,-2-2-1,-2 8 1,-1 2-147,2 2 1,1-1-1,2 6 1,2-2-500,1-2 1,6-2-1,-2-1 1,3 2-27,1-1 1,3-5 0,3-2 0,2-5-614,5-5 0,-2-5 0,5-3 0,-1-4 1027,0-2 0,-2-2 0,4 0 0</inkml:trace>
  <inkml:trace contextRef="#ctx0" brushRef="#br0" timeOffset="15">6014 6071 7874,'-8'1'0,"0"2"2858,-1 1-2357,3 0 1,1-9-1,5-3 1,1-3-279,3-1 1,-1 2 0,5-1-1,0 1-28,-2-3 0,5 2 0,-5 4 0,2-3-141,0 0 1,0-2-1,4 2-428,-1 2 1,1-1 0,0 5 141,0 1 1,0 2-1,-1 2 1,1 3 27,0 4 1,-3 4 0,0 2 0,3 3 40,1 1 0,-6 2 1,5 2-1,-2-1-117,1-1 0,0-4 0,0 2 0,-2-1-312,-1-3 0,-4 0 1,2-3-1036,0 1 1627,3-5 0,-8 3 0,4-3 0</inkml:trace>
  <inkml:trace contextRef="#ctx0" brushRef="#br0" timeOffset="16">6108 6224 7874,'-8'-1'1305,"1"-3"-327,2-4 1,8-8-1,7-3 1,7-5-835,6-3 1,-1 1 0,8-6-1,0-1-274,0-1 1,-2 4 0,2 3 0,-1 2-499,-3 1 0,-6 10 1,-5 3 627,-2 5 0,-1-3 0,0 2 0</inkml:trace>
  <inkml:trace contextRef="#ctx0" brushRef="#br0" timeOffset="17">6556 6154 7874,'-5'11'647,"3"-3"0,-2 0 0,2 1-237,-2 2 1,3-3 0,-3-1 0,1 3-546,-1 0 1,3 2 0,-3 0-1064,3-1 1,1 1 1197,0 0 0,-6 0 0,0 0 0</inkml:trace>
  <inkml:trace contextRef="#ctx0" brushRef="#br0" timeOffset="18">6804 5988 7785,'-4'12'377,"0"0"1,-4-4-1,4 0 1,0 1 265,-1 1 1,3-2-1,-1 0-488,1 1 1,2 2-1,2-1 1,1-1-252,5-1 0,3-5 1,2 1-1,1-3 19,2-1 1,4-1 0,-3-3 0,0-4 9,0-2 1,2-4 0,-3 0 0,0-2 166,1 2 1,-4-3-1,3 1 1,-3 0 452,-1-1 1,-5 4 793,1-2-1230,-5 2 0,2 11 1,-6 7-1,-3 9-47,-4 5 1,-1 3 0,0 3-235,1 3 0,0 2 0,-2 5 0,0 1 0,4 0-957,1 4 1,-3-9-1,4 1 1,1-8 1120,2-4 0,6-3 0,2-5 0</inkml:trace>
  <inkml:trace contextRef="#ctx0" brushRef="#br0" timeOffset="19">7311 5670 7785,'1'-6'1338,"3"2"1,-2 2-1,5 4 1,0 2-20,-1 4 0,2 7 0,5 7 0,2 9-729,0 8 0,1 11 0,-4 6 0,0 4-442,-1 3 0,-4 1 1,-3-5-1,-3-2-423,-1-8 1,-5-9 0,-3-5 0,-2-6-2500,-2-4 1,0-6 2773,0 1 0,-5 0 0,-1 3 0</inkml:trace>
  <inkml:trace contextRef="#ctx0" brushRef="#br0" timeOffset="20">2334 7132 7782,'4'-12'0,"2"0"463,0 1 1,-3 3 0,2 0 0,-1-1 276,0-2 0,0-1 1,-3 1-1,2-1-197,1 0 1,1 0 0,-2 1-1,0-1 596,0 0 1,-2 0-415,-1 0 0,-1 6 0,-3 2-244,-4 3 0,-2 2 0,-2 3 0,0 5-65,0 5 0,-5 5 1,-1 6-1,-2 1-117,1 1 0,-1 7 1,-2-1-1,1 4-308,1 1 1,6-3 0,-2 7 0,4 0 1,4 0 1,3-8 0,6 0-1,5-5-1093,5-7 0,8-5 0,7-9 708,2-4 1,4-4 0,0-5-1,2-7 1,1-8 83,1-6 0,-1-5 1,-1-7 371,-3-2 0,2-4 1,-7 2-1,-2-1 0,-4-1-62,-3 0 0,-7 2 0,-6 1 0,-3 5-397,-1 6 1,-2 9 0,-5 6-1,-6 6-322,-4 5 0,-4 9 0,-5 7 1,-2 8-248,2 6 0,1 0 964,2 6 0,-1-1 0,1 4 0</inkml:trace>
  <inkml:trace contextRef="#ctx0" brushRef="#br0" timeOffset="21">3632 7026 12354,'5'-12'520,"-4"4"1,4 2-1,-1-1-344,0 1 1,4 2 0,-3-3 0,1 1 6,-1-1 0,4 3 1,-1-2-161,2 0 0,-2 2 1,0 4-1,1 0-106,2 0 1,-3 0 0,-1 3 89,3 5 0,-4 1 1,1 9-1,-2 2 143,-2 2 0,-2 1 1,-2 7-1,-2 0 36,-1 0 0,-5-3 1,1 4-1,-4-1-119,-4 0 1,3-3-1,-4 3 1,2-1-228,-1-3 1,-1-5 0,2-2 0,0-2-18,0-3 1,2-2 0,1-4 0,1-4-35,-1-3 0,4-1 93,0 0 0,5-5 0,-1-3 351,3-3 1,2 4 0,3-1 0,4-1-10,3-2 0,-3 3 0,1 0 0,3-1-158,2-1 0,2-1 0,-4 2 1,-1 3-284,1 0 1,0-2 0,0 5-1,-1 0-117,1 2 1,0 1 0,0 0-1,0 1-247,-1 3 0,1-2 0,-1 6 0,-2 1-416,-1 2 1,-2-3 0,3-2-438,-1 0 1434,0 3 0,4-8 0,0 4 0</inkml:trace>
  <inkml:trace contextRef="#ctx0" brushRef="#br0" timeOffset="22">4044 6802 7869,'0'-12'3494,"0"0"-2460,0 1 0,0 3 1416,0 0-2234,0 5 0,0-1 1,-1 8-1,-2 4-259,-1 3 1,-1 2-1,3 2 1,-2 4-376,1-1 1,-2 4-1,1-3 1,1-1 64,2-2 1,1-3 0,0-1 0,0-1 181,0 1 1,1-1 0,3-2 221,4-1 1,2-6 0,1 1 0,-2-6 32,-1-5 0,-4-2 0,2-3 0,1-2-226,0 0 1,-5-5 0,2 4 0,-3 1-228,-1-2 1,0 3 0,0-1-340,0 2 1,-1 5-67,-3 0 1,-1 7 0,-3 1-438,4 6 1211,3 5 0,-4 6 0,-2 1 0</inkml:trace>
  <inkml:trace contextRef="#ctx0" brushRef="#br0" timeOffset="23">4221 7097 7909,'-12'0'0,"1"0"0,-1 0 0,1 1 2143,3 3 0,2-3-1652,2 3 1,4-3 0,0-1 0,6 0-514,5 0 1,1-4-1,0 1 1,-1 0-536,1 2 0,0 1 0,0-2 0,1 0-328,3-2 0,-3 0 1,2 4-1,-2 0 885,-1 0 0,5-5 0,2-2 0</inkml:trace>
  <inkml:trace contextRef="#ctx0" brushRef="#br0" timeOffset="24">4209 7250 8282,'-11'12'1836,"3"-5"-914,0 1 1,7-5 0,1 1-509,6-3 0,5-2 0,0-2 0,1-2-202,0-2 0,5 0 0,1-4 0,2 2-1078,0 1 1,-5 2 0,5-4 0,0 3 865,-2-3 0,9 0 0,-2-2 0</inkml:trace>
  <inkml:trace contextRef="#ctx0" brushRef="#br0" timeOffset="25">4752 6908 7909,'0'-7'947,"0"4"0,0 8 0,0 8-125,0 9 0,-4 4 0,-1 8 0,-2 4-626,-2 3 0,0-2 1,0 2-1,2-2-3244,2-1 3048,1-14 0,4 14 0,0-13 0</inkml:trace>
  <inkml:trace contextRef="#ctx0" brushRef="#br0" timeOffset="26">5931 6731 7880,'0'12'452,"0"0"1,0-4-1,0-1 305,0 3 1,-1-4 0,-2 2 87,-1 1 0,-4 2 0,3 0 0,-2 3-272,-2 1 1,3 0 0,-3 4-1,-3 2-222,-3 2 0,0 5 0,3 4 0,-1 2-288,-3 1 0,3 5 0,-1-1 0,3 0-191,3 2 0,6-9 0,-2 3 1,2-5-315,2-4 0,4-3 0,1-4 0,2-6-462,2-4 0,2-2 1,0 0-1,1-3 244,0-2 1,0-2 0,0 0 659,-1 0 0,1-11 0,0-2 0</inkml:trace>
  <inkml:trace contextRef="#ctx0" brushRef="#br0" timeOffset="27">6261 6967 7829,'0'-12'188,"0"4"958,0 0 1593,0 1-2187,0 0 1,-5 2 0,-2 6 0,-1 2 393,1 1 0,-1 5 0,-4-1 0,0 2-586,0 2 1,1 4 0,-1 1 0,0 1-345,0 3 1,4 3 0,1 2-1,-1 1 67,1-1 1,2-1 0,5-2 0,0-4-1178,0-3 0,1-3 1,4-2-1,6-4 420,3-3 0,2-2 0,-3-4 747,3-2 0,-3-2 0,4-7 0,-1-3 1,-1-5-11,0-5 1,-2-3-1,-1-4 1,-2 2 80,-2-2 0,1 4 0,-5 2 0,-1 3-514,-2 5 1,-1-2-180,0 5 1,-5 7 0,-2 9-109,1 6 0,-1 5 0,5 1 0,-2-1-780,1 1 1437,2 5 0,-5 2 0,0 4 0</inkml:trace>
  <inkml:trace contextRef="#ctx0" brushRef="#br0" timeOffset="28">6580 7132 7992,'-2'10'918,"-2"-2"0,3 3 1,-4-3-466,-1 2 1,5 2 0,-3 0 0,2-1-339,-2 1 0,2 1 0,-2 2-594,3 0 0,1 1 0,0-4-2352,0 0 2831,0-6 0,-5 0 0,-2-6 0</inkml:trace>
  <inkml:trace contextRef="#ctx0" brushRef="#br0" timeOffset="29">6863 6861 7864,'0'8'796,"0"0"1,0 1 260,0 1 0,-4 2 0,0 1 0,1 3-812,2 3 1,-3 1 0,0 2 0,1 3-292,2 0 1,-3 0 0,0-1 0,1-1-815,2 1 0,-3-6 0,0-2-2455,2-3 3315,0-1 0,2-6 0,0-1 0</inkml:trace>
  <inkml:trace contextRef="#ctx0" brushRef="#br0" timeOffset="30">7134 6660 18483,'12'6'1013,"-1"2"1,2 7 0,2 5 0,1 3-391,-2 5 1,3 3 0,-1 7 0,-2 4-248,-1 4 1,-2 4-1,-3 6 1,-4-2-365,-3-3 0,-6-9 0,-5 4 0,-4-4-61,-6-4 1,3-9 0,0-5 0,2-1-8806,-1-6 8854,0-3 0,-1-2 0,-1 0 0</inkml:trace>
  <inkml:trace contextRef="#ctx0" brushRef="#br0" timeOffset="31">17959 9101 7895,'-1'7'-432,"-2"1"623,-1 2 0,0-4 0,3 1 703,-3-2 0,1 0-33,-5-1 1,4-3-1,-3 3-290,-3-2 1,4-2 464,-2 0 1,4 0 0,-3-2-291,2-2 1,1 2-743,4-6 1,0 0 0,2-2-39,2 2 0,-2 1 1,6 4-104,1 0 1,2-1 0,0 4-145,1 0 0,0 0 183,0 0 0,-2 1 1,-1 3-1,-1 4 1,0 2 246,-1 2 1,-2 0 0,-5 0-1,0-1 301,0 1 0,0 0 0,0 0-110,0 0 0,-4-5 1,-1 0-1,-2-2 134,-2-2 1,1-2-426,-4-1 1,1-1-1,-6-2 1,5-2-1,1-2-175,1-2 0,-1-1 0,2-2 0,3 0-30,0 0 0,2 1 0,4-1 1,0 0 66,0 0 0,2 0 1,2 2-1,4 1-37,2 1 1,2 4 0,0-3 0,-1 2 127,1 3 0,0 0 0,0 2 0,0 0 75,-1 0 0,1 2 1,0 0-1,0 3 161,0 2 0,-5 1 0,1 4 43,1-1 0,-3 1 0,-2 0 1,-3 0-25,-1 0 0,-4-5 0,-1 0 0,0 0 98,-1-1 1,-3-2 0,1 3 0,-2-2-337,-2-3 1,0 0-1,0-2-196,1 0 1,-1-2 0,0-2-17,0-3 0,4-4 0,2-1 1,1 1 108,2-1 0,2 0 0,1 0 0,0 0 27,0 1 1,4 3-1,1 0-113,1-1 0,2 3 1,4 3-1,0 1 126,0 2 0,-1 0 1,1 0-1,0 0 196,0 0 1,-4 4 0,-2 1 0,-1 2 105,-2 2 1,2 2 0,-1 0 16,-1 1 1,-2 0-1,-1 0 1,-1 0-33,-3-1 1,-1-3-1,-4-1 1,1-2-237,-2-2 0,0-1 0,-2 1 0,0 1-374,1-2 0,-1-2 0,1-4 1,2-2 48,1-1 1,4-3 0,-2 1 0,1-4 202,2-3 1,2 0 0,1 4 0,1-1 236,3-2 1,-1 5 0,4-1-1,3 0-36,0 1 1,-2 3-1,0 3 1,1 3 81,1 1 1,-2 0 0,0 1 145,1 3 1,-2 3 0,-1 4-74,0 1 1,-2 0-1,-4 0-227,0 0 1,-4-1-1,-2 0 1,1-2-2111,0-1 0,-4-5 1521,1 0 1,3-6 0,1-5 574,2-3 0,2-11 0,0-3 0</inkml:trace>
  <inkml:trace contextRef="#ctx0" brushRef="#br0" timeOffset="32">2334 7863 8130,'-10'12'562,"2"-1"1,2-3 0,3 0 0,-1 1 134,1 2 0,1 2 1,-1 3-1,-1 6-172,2 8 0,-1 4 1,0 12-1,-2 4-277,-1 2 1,2-2 0,-3 1 0,2-4-1633,2-4 0,-2-11 1384,1-9 0,0-7 0,4 1 0</inkml:trace>
  <inkml:trace contextRef="#ctx0" brushRef="#br0" timeOffset="33">3537 7993 7948,'0'6'2320,"0"-1"1,0-14-1945,0-3 0,4 2 0,1 2-116,2-1 1,1-2-1,4 0-286,-1-1 1,0 4 0,-2 1 0,-1 2-151,1 3 0,-2 0 1,0 2 87,3 0 1,-1 5-1,0 3 1,-2 3 276,-2 1 0,0 5 0,-2 1 0,1 2-11,-2-1 1,-2 1 0,-2 3 0,-4 2-2,0 3 1,-2-3-1,-5 2 1,-2-2-26,0-1 1,-1-1 0,4 0 0,-1-4-158,-3-3 0,3-4 0,-3-3 0,3-3-77,2 0 0,3-2 0,0-4 78,-1 0 0,3-6 0,1 0 0,1-2 0,0 0 96,2-1 1,0-2 0,2 0 0,2-1 25,2 0 0,-2 4 1,6 0-1,1 0-289,2 2 0,1-5 0,-1 5 1,2-1-181,3 3 0,-3 3 0,3 1 0,-2 0 51,2 0 0,-3 0 0,3 0 0,-2 1-290,2 3 0,-3 3 0,3 5 0,-4-1 29,-4 1 1,2 0-1,-3 0 1,-1 0-468,-2-1 0,1 1 1028,-1 0 0,0-5 0,-4-2 0</inkml:trace>
  <inkml:trace contextRef="#ctx0" brushRef="#br0" timeOffset="34">3926 7710 7930,'0'11'393,"0"-3"1,-1 0 0,-2 1 79,-1 2 0,1 1 0,3 1 0,0 1-495,0 2 1,-4 5 0,0-3-1,1 2 258,2-1-236,1-4 0,0 7 0,0-4 0</inkml:trace>
  <inkml:trace contextRef="#ctx0" brushRef="#br0" timeOffset="35">4186 7969 7920,'-5'6'594,"2"0"1,-4-5 492,2 3 1,0-3 196,1 3-1312,3-2 0,1-2-17,7 0 1,4 0-1,1 0-692,0 0 1,-1 0 0,1 0-1637,0 0 2373,0 0 0,0 0 0,-1 0 0</inkml:trace>
  <inkml:trace contextRef="#ctx0" brushRef="#br0" timeOffset="36">4209 8040 7920,'-11'6'225,"-1"-2"1,0 1-1,0-1 1,2 0 561,2 1 0,-1-2 0,3 4-195,0-2 1,5-1-493,1-4 1,1 0-1,7 0 1,1 0 2,1 0 0,6 0 0,0 0 0,0 0-3668,1 0 3565,1 0 0,6-5 0,-1-2 0</inkml:trace>
  <inkml:trace contextRef="#ctx0" brushRef="#br0" timeOffset="37">4563 7875 7946,'-12'0'2551,"4"0"-1565,1 0 0,4-2 1,-1-2-597,3-3 1,2-4 0,3-1 0,5 0-291,6 1 0,-1 0 1,4 2-1,1 1-64,-1-1 1,-2 2-1,2 1 1,-1 1-290,-3 2 1,0 2 0,-3 2 0,1 4 154,0 7 1,-4 1 0,-2 7 0,0 2 61,-4 4 0,0 0 0,-4 5 1,0-1 205,-2 0 1,-7-3 0,1 3 0,-5-1 147,1-2 0,-1-3 0,1-1 0,-3-2-180,-1-2 0,3-4 1,0-1-1,0-3-157,-1-4 0,3-4 1,-2 1 48,2-3 1,6-6 0,3-3 0,3-4 109,1-3 0,1 2 0,2-3 1,2 3 313,1 1 0,6 0 1,4 0-1,0 2-91,1 2 0,-3 3 1,6 5-1,1 0-647,1 0 1,2 0-1,-1 1 1,2 4 286,3 7 0,-4 0 0,3 4 0,-5-3-3,-2-1 0,-1 5 0,5 1 0</inkml:trace>
  <inkml:trace contextRef="#ctx0" brushRef="#br0" timeOffset="38">5813 7615 7877,'7'-12'240,"-2"5"0,-4 0 0,2 1 893,1-1 0,0 3 727,-4-4-953,0 6 1,-2-2-1,0 8-413,-2 3 1,-5 5 0,2 3 0,-1 2-201,0 1 1,0 3 0,-3 5 0,-1 3-205,0 1 1,0 2-1,1 3 1,-1 2-195,0 2 0,0 3 0,0 5 0,2 0-773,2 0 0,3-5 0,5-3 0,0-2 333,0-2 0,1-8 0,3-6 0,4-6-8,2-4 1,-2-3-1,0 0 1,1-5 206,2-1 0,1-2 0,-1 0 345,1 0 0,5 0 0,1 0 0</inkml:trace>
  <inkml:trace contextRef="#ctx0" brushRef="#br0" timeOffset="39">6108 7710 7870,'-8'5'542,"0"3"598,-1 2 1,-2 6 0,1 1-472,2 1 1,-1 2-1,4 3 1,-1 1-501,1 0 0,-3 3 1,3 2-1,0 0 0,-2 1-391,1 0 0,2-4 0,-3 2 1,2-5-2613,2-3 2834,2-3 0,-4 0 0,-2 1 0</inkml:trace>
  <inkml:trace contextRef="#ctx0" brushRef="#br0" timeOffset="40">6285 8028 7881,'-4'16'509,"0"-1"1,-5-3 0,2 6-1,-1-1 254,0-2 1,6-1-1,-2 1-1091,3 0 0,1 1 0,0-4 0,0 0 328,0-1 0,5 1 0,1 0 0</inkml:trace>
  <inkml:trace contextRef="#ctx0" brushRef="#br0" timeOffset="41">6568 7875 7906,'-8'0'0,"0"1"2283,-1 3 1,2-3-85,-1 3 1,6-4-1655,-2-4 0,4-2 0,4-5 0,2 2-290,1 1 1,3 2-1,-2-4-355,3 3 1,1 0-1,-1-2 1,1 2-1,0 2-121,0 2 1,-1-2-1,1 1 1,0 2-272,0 0 1,0 4 0,-1 2 362,1 3 0,-4 4 0,-1 2 0,-2 1 184,-2 2 1,-3 5 0,-4-3 0,-4 2 337,-3 0 0,-2-1 1,-1 5-1,-3-2-114,-2-2 1,0 1 0,-4-5-1,4-1-289,3 2 1,-1-5 0,1 1 0,2-4-917,1 0 461,6-3 1,3 3 0,8-5 229,4-2 1,3 0 0,0-2 0,2 0-115,3 0 1,-1 0-1,3 0 1,0 0-492,1 0 0,-4-4 1,4-1-1,-1-1 840,0 1 0,7-9 0,5 1 0</inkml:trace>
  <inkml:trace contextRef="#ctx0" brushRef="#br0" timeOffset="42">6957 7639 7906,'-7'-5'2964,"-3"3"-1478,2-2 0,3 4 0,1 4-737,2 4 1,4 8 0,2 5 0,4 5-319,2 5 0,2 11 0,0 8 1,-1 8-107,1 2 0,-1 2 1,-3-3-1,-4-2-109,-3-3 1,-2-12 0,-3 1-1,-4-6 45,-3-6 0,-2-2 1,-1-7-262,-2-2 0,0-3 0,4-5 0</inkml:trace>
  <inkml:trace contextRef="#ctx0" brushRef="#br0" timeOffset="43">18407 8676 7849,'-1'8'1764,"-3"0"-1267,2-5 0,-3 1-202,5-8 0,0-3 0,1-3-29,3 2 1,-1-3-133,5 3 1,-6 2 0,4-1-45,-1 2 0,-2 1 0,3 3 0,1-2-190,-1-1 0,-2 0-221,4 4 1,0 0 368,4 0 0,-4 4 0,-2 1 14,-1 2 1,-1-3-1,-4 4 831,0 1 1,-1-4-569,-3-1 1,-3 1 0,-4-1-131,-1-1 0,4-3 0,0-4-178,-1-4 0,2 2 136,0-2 1,4 0-218,-1-4 1,3 4 97,1 0 1,5 2 0,3-2-206,2 4 1,2 3-1,0 1 232,0 0 1,-2 1 0,-1 2 0,-2 2 174,-2 1 0,3 2 1,-4 4 85,-1 0 1,-2-4 0,-1 0 119,0 1 1,-1 0-174,-3-1 1,-3-3 0,-5-5-242,0 0 0,1-1 0,-1-3-220,0-4 0,2 1 1,0 1-1,4-1 56,1 1 1,-3-2 0,3-3 28,-2 4 0,4 0 118,-1 3 1,3 1-1,2-3 1,3 1 58,4 2 1,3 2-1,1 1 90,-1 0 1,1 0-1,0 0 113,0 0 0,-1 5 0,0 3-20,-3 2 1,-3 2 0,-5 0-1,0 0-97,0-1 1,0 1 0,0 0 0,-1 0-55,-3 0 1,-3-1 0,-5 0-158,1-3 1,-1 1-1,0-5 1,0-2-57,1 0 0,3-4 0,0-1 1,0-5 48,1-3 1,-2-1-1,4-1 1,0-1 92,-1-2 1,3 0 0,3 5-1,0-1-14,0 0 0,0 0 0,1 2 1,3 1-153,4 1 0,2 5 0,3-1 41,3 3 0,-7 1 0,3 0 0,-2 0 51,1 0 0,1 4 1,-1 1-1,0 2 146,-3 2 1,1 1 0,-4 2 0,0 0 429,1 0 1,-2-4-1,-4-1-56,0 3 1,0 0-1,-2 1-283,-2-4 0,-2-1 0,-6-6-376,0 0 1,0-2 0,1 0 0,-1-4-155,0 0 0,4-1 0,2-2 0,-1 3-1030,1 0 1,3-3 193,-1 1 1,3 2 0,2-1 0,3 1-720,4-1 0,2 3 1891,2-4 0,5 1 0,1-5 0</inkml:trace>
  <inkml:trace contextRef="#ctx0" brushRef="#br0" timeOffset="44">2063 8888 14207,'0'-6'4094,"0"-1"-3370,0 3 0,0 2 1,1-6-1,3-1-461,4-2 0,3 3 0,1 1 0,-1-3-327,1 0 0,4 2 0,0 2 1,-1 0-180,2 4 1,-2 0 0,3 2-1,-1 2 62,-2 2 0,-6 6 0,-3 7 0,1 1 319,-1 3 1,-3 2 0,0 0 0,-5 2 313,-2 3 0,-9-6 1,0 4-1,-3 0-264,-1-1 1,-4 0 0,3-3 0,-2-1-168,1-1 1,-1-4-1,-2 1 1,1-2-28,1 0 1,5-10 0,-4 3-1,2-5-260,3-3 0,5-2 0,2-2 0,2-4 330,2-2 1,2-2 0,1 0 0,0-1 427,0-2 1,5 1 0,3-1-1,2 2-127,2 1 0,5 0 1,2 0-1,2 0-103,2 1 1,-2 0-1,7 3 1,-3 4-113,-2 3 1,1 1-1,-1 1 1,1 3-286,-1 4 1,1 3-1,-3 2 1,-3 1-613,-2 2 1,-5 0 0,3-5 0,-4 1-2780,-2 0 0,-4-4-1392,4 0 4918,-5 0 0,2-2 0,-5-1 0</inkml:trace>
  <inkml:trace contextRef="#ctx0" brushRef="#br0" timeOffset="45">2146 9490 7684,'-12'5'4,"4"-4"1,0 4-1,-1-1 1335,-1 0 0,2 2 0,0-4 2467,-1 2-1612,3 0-1693,1-4 1,10-5 0,3-2 0,3-1-181,1 0 0,3 1 1,1-5-1,0 0-178,1 0 0,-4 4 1,3 2-1,-3-1-207,-2 1 0,3 2 0,0-3 0,2 2-242,-2 2 0,-1 2 1,-1 1-1,0 1 108,0 3 1,-5 3 0,0 5 0,-2-1 381,-2 1 0,-2 4 0,-1 0 0,0-1 287,0 2 1,-5-3 0,-3 3 0,-4-2 129,-3 1 0,0 0 0,-3-4-340,1-1 1,0 0 0,2-2-1,0-1 136,0 1 1,2-2-529,1 0 1,7-4-11,5 1 0,5-7 0,7-1 0,0 0 120,0-1 1,1 4 0,1-3-1,3 3-57,2 1 1,-4 1 0,4 2 0,-2 2 250,-3 1 1,1 6 0,-2 4 0,0 0-32,-3 1 0,-5-3 0,2 4 1,-2 1 453,-2-1 0,-3-2 0,-4 2-467,-4-1 0,-6-1 0,-5-4 0,0-2 0,-5-2-371,-1-4 1,3 1-1,-6-1 1,2-1-1114,-1-2 0,6-2 0,-2-2 0,4-2 200,0-2 1,5 1-1,0-3-3520,4 1 4675,5 5 0,16-7 0,2 3 0</inkml:trace>
  <inkml:trace contextRef="#ctx0" brushRef="#br0" timeOffset="46">3443 8747 7800,'-7'1'268,"3"3"1,-2-2 482,-2 1 1,3 0 114,1 1 1,1-3 945,-1 3-256,3-2-1285,-4-2 0,9-2 0,1 0 0,1-4-160,4 0 0,0-2 0,2-4 1,0 0-45,-1 1 1,1 0 0,0 2 0,0 2-99,0 2 0,-1-3 0,1 4 0,0 2 48,0 0 0,-2 4 0,-1 2 1,-2 5 46,-2 5 0,-1 5 0,-4 4 0,0 2 59,0 3 0,-1-2 1,-3 4-1,-4 0 9,-2 0 1,-2-4 0,0 2 0,-1-3-91,-3-2 1,3 0-1,-3-4 1,2-2 13,-2 0 0,3-8 0,-3 2 0,2-3-42,-2-2 1,3-3 0,-4 1 16,0-3 1,9-2 0,-1-3 0,4-4 46,1-2 1,0 2-1,4 0 2,0-1 1,5-2-1,3 1 1,3 1 0,0 2-76,1 2 0,0-3 0,1 4 1,3 1 27,3 2 1,0 1 0,-1 0 0,0 0-320,1 0 1,-4 1-1,4 3 1,-1 3-502,0-1 1,-3 5-1,1-5 1,-3 1 73,-1-3 1,-1 1-1,1-1 1,0-1-492,0-2 1,-4-1 0,-1 0 1203,3 0 0,0-10 0,2-4 0</inkml:trace>
  <inkml:trace contextRef="#ctx0" brushRef="#br0" timeOffset="47">3867 8464 7532,'-7'4'-76,"-1"0"0,4 0 1931,-4-4 0,4 4-904,-4 0 0,4 0 673,-4-4-144,6 0-1031,-4 0 0,8-2-376,2-2 0,-2 3 0,5-4 1,-1 1 35,1 0 0,-3 0 0,4 4-293,1 0 1,-3 0-1,2 0-197,1 0 1,-2 1-1,0 3 517,-2 4 1,3-1 164,-4 1 1,0-1-182,-4 5 0,-2 0-77,-2 0 1,-2-2-1,-5-1 1,2-2-80,1-2 1,0 3 0,-2-3 0,1 1-255,1-1 1,5 0 0,-2-2 98,0 1 229,3 0 0,2-4 0,8 0-39,3 0 1,2-4 0,1 0 0,2 1-922,-2 2 0,0-3 1,-3 0-1,2 1-190,3 2 1,-3 1-1,3 0 1,-3 0-747,-1 0 1858,0 0 0,-1 0 0,1 0 0</inkml:trace>
  <inkml:trace contextRef="#ctx0" brushRef="#br0" timeOffset="48">4044 8806 7799,'-12'0'0,"1"4"1272,-1 0 0,1 1 0,2-2-308,1 1 0,6 1-446,-2-1 1,4-3-1,4 3-343,4-3 0,2-1 0,2 0 1,1-1-330,3-3 0,-3 3 1,3-3-1,-2 1-1306,2-1 0,-3 3 0,2-3 626,-1 3 0,-3 1 0,1 0-77,0 0 1,-4 0 910,0 0 0,-6 0 0,4 5 0,-6 1 0</inkml:trace>
  <inkml:trace contextRef="#ctx0" brushRef="#br0" timeOffset="49">4056 8924 7799,'-12'0'3192,"0"0"1,5 0 1089,-1 0-3422,5 0 1,-1 0 0,8 0-565,4 0 0,2 0 1,2 0-1,1 0-2302,3 0 1,2 0 0,6-2 2005,0-1 0,4-4 0,3-5 0</inkml:trace>
  <inkml:trace contextRef="#ctx0" brushRef="#br0" timeOffset="50">4540 8735 7846,'6'-12'694,"-2"1"1,-3 3 540,-1 0 0,0 4 1611,0-4-2251,0 5 0,-4 7-476,0 8 1,1-1 0,1-3-171,-2 1 1,3 1 0,-3 2-1,3 0 1,1 0-140,0-1 0,-4-3 0,0 0 1,1 1-151,2 2 0,1 0 321,0 1 0,1-1 1,2-2 61,1-1 0,5-6 1,-1 2-1,2-2-275,2-2 1,-4 0-1,0-2 1,1 0-499,1-2 0,2-4 0,0 4 0,1 0 28,3-1 0,-7 2 702,3-5 0,2 6 0,5-4 0</inkml:trace>
  <inkml:trace contextRef="#ctx0" brushRef="#br0" timeOffset="51">4752 8606 7846,'-2'-7'2193,"-1"3"0,1 4 0,-2 5 1,3 7-1808,1 6 1,0 11 0,0 7 0,0 8-993,0 10 0,-5 2 0,-3 8 0,-3-2-1406,0-4 2012,4-18 0,-3 10 0,3-13 0</inkml:trace>
  <inkml:trace contextRef="#ctx0" brushRef="#br0" timeOffset="52">5884 8499 9613,'-2'8'1628,"0"0"1,-3 1-745,-2 2 0,-2 2 0,-6 4 0,-2 5-347,-1 4 1,1 8 0,-5 2 0,-3 7-337,0 7 1,0 3-1,3 5 1,1-2-433,1-1 1,10-10 0,-1-2-1,5-6 21,3-6 1,7-7 0,4-8 0,2-5-572,2-3 0,1-2 0,2-6 0,2 0-4275,1 0 5056,-4 0 0,9-6 0,-5 0 0</inkml:trace>
  <inkml:trace contextRef="#ctx0" brushRef="#br0" timeOffset="53">6002 8829 7819,'-12'0'805,"0"0"0,4-1 0,2-3 836,0-4 0,3 2 1,4-2-1,1-1-1027,2-2 0,6 3 0,-3 1 0,5-3-443,4 0 0,-3 2 0,3 2 0,-3-1-32,-1 0 0,-1 5 1,1-2-1,0 3-485,0 1 1,-2 5 0,0 3 89,-3 2 0,-4 3 1,1 2-1,-3 2 1,-1 1 387,0 3 0,-1 1 0,-3 2 0,-4-1 160,-2 1 1,-2 0-1,-1-2 1,-2-3-176,0-3 1,-2-3 0,2-1 0,-1-1-157,2-4 1,1-1 0,1-6-1,0 0 94,1 0 0,3-2 1,1-2-1,2-3 81,2-4 0,2-1 0,1 1-113,0-1 1,1 5-1,3 3-261,4 3 0,3 1 1,0 1-1,1 2 108,0 1 1,4 5 0,-1-2-1,0 0-408,-2 1 0,0-1 1,1 2-1,3-2-509,2-2 0,-7 0 0,2-2 1,0 1-1925,-1-2 2971,1-1 0,3-1 0,1 0 0</inkml:trace>
  <inkml:trace contextRef="#ctx0" brushRef="#br0" timeOffset="54">6414 8947 9576,'-7'4'2265,"0"2"0,2 0-1909,2 3 0,-3 2 1,-1 1-1,1 1-1267,2 2 1,-2-2-1,2 3 1,2-3-1535,0-1 2445,2 0 0,0 0 0,0-1 0</inkml:trace>
  <inkml:trace contextRef="#ctx0" brushRef="#br0" timeOffset="55">6615 8700 10678,'-7'5'4914,"-2"-2"-3592,5 5 1,-4-5-1,4 5-819,2 1 1,1 2 0,-1 1-502,-2 0 1,3-1 0,-3 1-246,3 0 1,-1 0-1,0-1 1,-2 1-51,1 0 1,2-4 0,1 0 79,0 1 1,0 1 361,0 2 1,5-5 0,3-3 4,3-3 0,0-1 0,1-1 0,0-2-853,0-1 0,-1-4 0,1 3-1261,0-1 1,0 3-1,0-2 1960,-1-1 0,6 0 0,2-6 0</inkml:trace>
  <inkml:trace contextRef="#ctx0" brushRef="#br0" timeOffset="56">6780 8688 9263,'-8'0'1966,"2"1"0,0 3-760,4 4 1,0 4 0,2 4 0,0 3-956,0 4 0,0 5 0,0 2 0,0 2-955,0-1 0,-1-1 0,-2 1 0,0-7-1562,0-3 1,2-6 741,1 1 0,1-9 1524,3-3 0,2-8 0,6-2 0</inkml:trace>
  <inkml:trace contextRef="#ctx0" brushRef="#br0" timeOffset="57">6969 8547 7822,'4'-12'965,"0"0"0,1 5 1,-1 4 274,4 1 1,-2 4-1,1 1 1,-1 8-261,1 7 0,-3 5 0,2 11 1,-1 4-573,-2 2 0,-2 5 1,-1 4-1,0 4-605,0 1 1,-1-9-1,-2 1 1,-2-4-1083,-1-4 1,-2-6 1278,-4-5 0,0-7 0,0-3 0</inkml:trace>
  <inkml:trace contextRef="#ctx0" brushRef="#br0" timeOffset="58">3419 9608 8203,'-12'5'3204,"1"-4"1,3 4-1998,0-5 0,5-1-141,-1-3 1,4 3 0,3-4-455,1-1 1,5 4 0,-1-5-450,2 2 1,-2-3 0,0 4 0,1 0-11,2-1 1,1 4 0,-1-5-122,1 1 1,0 4-1,0-3-68,0 3 1,-1 1-1,1 1-65,0 3 1,-5 2 0,-4 6 134,-1 0 0,-2 4 0,0-1 0,0 1 95,0 1 0,-5-4 0,-3 3 0,-3-3 12,-1-1 1,1 0 0,-1-1-1,0 1-62,0 0 1,0-4-1,1-2-114,-1 0 1,0 1 605,0-3-292,6 0 0,2-8 1,8 0-186,4 2 1,2 1 0,2 1 0,0 0-418,-1 0 1,1 5 0,0 1-1,0 2 93,0 0 0,-1-4 1,1 4-1,0 0 931,0-2 0,0 3 0,-2-3 273,-2 0 0,1 2-582,-5 4 1,-1 0-393,-7-1 0,-3 1 0,-5-1 0,1-3 0,3-2 0,0-2 0,1-1 0,-1 5 0,-2-6-85,9 3-130,-5-5-1429,6 0 328,6 0 1,-5-1-840,3-3 1,-3 2 35,-1-6 1,4 4 0,0-4 547,-1-1 1571,-2 3 0,4-9 0,2 2 0</inkml:trace>
  <inkml:trace contextRef="#ctx0" brushRef="#br0" timeOffset="59">3349 9655 7856,'-6'6'-205,"5"1"1,-4-5 59,-1 2 1,4 2 2061,-6-3 1,4-1 83,-4 2-241,6-3-518,-9-1 1686,10 0-1894,-4 0 1,10-4-516,3 0 0,2-5 0,2 2-208,0 1 1,-4-3 0,-1 4-1,3-1-50,0 1 1,-2-3 0,0 4 0,0 0-39,-2-1 0,5 4 0,-5-4 1,2 1 63,0 0 0,0 0 9,4 4 1,-1 0 0,1 0 40,0 0 1,-4 1-140,0 3 0,-4 1 0,2 4 0,-1-1-197,-2 1 0,0-2 0,-1 1 0,2 1-1,-1 1 0,-2 2 0,-1 0 0,0 0 0,0 0 0,0-1 0,0 1 0,0 1 0,0 3 0,0-3 0,-1 3 0,-2-2 0,-1 2 0,-1-3 0,2 4 0,-2-1 0,-1 0 0,2 1 0,-3-3 0,1 3 0,-1 1 0,3-2 0,-2 2 0,-1 1 0,1-1 0,2-4 0,-4 2 0,-1-1 0,-2 0 0,3-2 0,0 2-36,-1-6 1,-1 5 0,-2-3 0,0-1-20,0 0 1,4-8-1,1 2 62,-3-3 1,4-2 0,-1-3 0,1-4 22,-1-2 1,3-2 0,-2 0 0,0 0 6,4 1 1,1-1 0,1 0 0,0 0-38,0 0 0,0-3 0,1 0 0,1 2-89,2 0 0,6 8 1,-4-7-1,2 2-17,0-1 0,-4 3 0,4 2 0,1 1-93,1 2 0,2 2 0,0 1 203,0 0 0,-1 0 0,1 1 0,0 3-34,0 4 1,0 2 0,-1 2 0,1 0-103,0 0 1,0-1 0,0 1 0,-2 0-653,-2 0 0,1-4 0,-4-1-3028,2 3 0,-3-4 2225,4 2 0,-4-7 1587,3-1 0,1-10 0,4-9 0</inkml:trace>
  <inkml:trace contextRef="#ctx0" brushRef="#br0" timeOffset="60">3785 9313 7333,'-8'0'161,"0"0"1,4-1 2498,-4-3 0,4 1 115,-3-5-1847,4 5 0,-1-2-535,8 5 1,-1-4-130,4 0 1,1 0 0,4 3-229,0-3 0,0 3 0,-1-3-145,1 3 1,0 1 0,0 0-167,0 0 0,-1 5 394,1 3 1,-5-2 0,-3 2 194,-3 1 0,-1-2 0,0 1-66,0 1 0,-1 1-106,-3 2 0,-3-1 1,-3-2 77,2-1-183,-3-6 1,9 7-30,-6-5 0,7 0-19,1-4 0,1 0 1,7 0 3,1 0 1,-3 0 0,2 0 315,1 0 0,-2 2 0,0 2-174,-2 3 1,-1 0-1,-4 1-138,0 1 1,-2 1 0,-1 1-596,-5-3 1,1 1 0,-1-4-1,-1 0-1026,-1 1 1,2-1-1,0-2-645,-1 0 1,3 3-970,3-2 3238,1-3 0,7 9 0,2-3 0</inkml:trace>
  <inkml:trace contextRef="#ctx0" brushRef="#br0" timeOffset="61">3973 9749 7865,'-11'8'207,"-1"0"1,4-4 0,0 2 0,-1 1 1665,-1-1 1,2-3 376,0 1 1,7-3-1997,1-1 0,5 0 1,7 0-1,1 0-440,2 0 1,-2-4 0,3 0 0,-1 0 150,0-1 1,-2 4-1,3-3 1,-1 1-1093,0-1 0,-4 3 0,3-3 0,1 3-1308,-2 1 0,-4-4 2435,-1 0 0,0 0 0,3 4 0</inkml:trace>
  <inkml:trace contextRef="#ctx0" brushRef="#br0" timeOffset="62">3962 9843 7865,'-12'12'478,"0"0"1,4-4 0,2 0 1373,0 1 0,1-3-1022,1 2 0,8-5 0,0 1-685,5-3 1,4-1 0,2-1 0,2-2-356,1-1 1,-2-5 0,2 1 0,1-1-1115,-1 1 0,-2-2 1324,3 2 0,1-8 0,4-2 0</inkml:trace>
  <inkml:trace contextRef="#ctx0" brushRef="#br0" timeOffset="63">4646 9596 7453,'1'-7'574,"3"3"0,-3 2-336,3-2 75,-3 2 1,1-7-168,2 5 0,-3-1 180,3 1-247,-3 3 1,-1-6 0,2 5 441,1-2-65,-1 0 1009,3-1 0,-5 2-315,0-5 0,0 4-207,0-4 1,0 4 1066,0-4-1248,0 6 0,-5-5-436,-3 3 0,-3 3 0,0-3-320,-1 3 0,0 5 0,2 1 0,0 0-99,3 0 1,0 5 0,-2-2-1,1 1-86,-1-1 0,2 2 1,1-2-1,-1 2 85,1 2 1,3-4-1,-2 0 1,1 1 179,0 2 0,0-4 0,4 1-21,0 1 1,0-2 0,0 1 0,0 1 46,0 1 0,4-2 0,1-1 0,0-1 269,1 1 1,3-3 0,-1 4-185,2 1 1,-2 0 0,-1 0-1,-1-2-105,1-2 1,-1 4 0,3-2 0,-2 1-60,-2-1 1,3 1 0,-3 3 0,0-2 17,1-1 1,-1 0 0,-2 3 0,0 1-32,0 0 0,-2 0 0,-1 0 0,0-1-36,0 1 0,0-3 0,0 2 0,-1 1-208,-3-3 0,2 3 0,-5-5 0,0 4-92,1 1 1,-2-4 0,-4-1 68,0 3 0,5-5 0,-1 0 0,-1-1 36,-2 0 0,3 0 0,0-4 34,-1 0 0,-1 0 170,-2 0 1,4-4-1,2-1 1,-1-1-74,0 1 1,5-4 0,-2 1 116,3-2 0,1 2 1,0 0-1,1-1-53,3-2 1,1 0 0,4-1 0,-1 0 214,1 0 0,-2 0 0,1 1 1,1-1-195,1 0 0,2-1 0,0-1 0,0-2-68,-1 1 1,3 1 0,0 0 0,2-3 26,-2-2 1,1 4 0,-1-5 0,2-1-14,-2-1 1,-1 2-1,-2 0 1,-2 1-31,-1 0 1,-4 1 0,2 4-1,-1-2-615,-2 2 1,-2 4-471,-1 2 1,-5 6 0,-3-2-257,-2 3 1,-2 2-1,0 2 1420,0 0 0,1 12 0,-1-2 0</inkml:trace>
  <inkml:trace contextRef="#ctx0" brushRef="#br0" timeOffset="64">5813 9454 12609,'-8'6'467,"0"1"0,0 5 1,-5 4-1,-1 5-91,-2 5 0,-5 5 1,3 9-1,-2 3-454,1 3 0,4 2 0,-1 1 0,3 1-43,2-1 1,4-8-1,3 0 1,4-10-779,4-7 0,7-13 0,4 1 1,1-3-146,1-2 0,-4-2 1,4-5-1,-1-1 1044,0-3 0,5-8 0,-3-6 0</inkml:trace>
  <inkml:trace contextRef="#ctx0" brushRef="#br0" timeOffset="65">5955 9608 7836,'-12'0'2659,"0"0"1,4 0-785,0 0-1279,6 0 1,6 0-440,7 0 0,4 0 0,-3 0 0,1 0-197,2 0 1,-2 0 0,3 0-1,-1 0-70,0 0 0,-2 0 0,3 0 0,-3 0-56,-1 0 0,0 3 1,-2 3-1,0-1 98,-3 0 1,-3 4-1,3-1 297,-2 3 0,-1 0 1,-5 1-1,-3 0 262,-4 0 0,-3-4 1,0 0-1,-2 1-222,-3 1 1,3-3 0,-3-2 0,3-1 22,1 0 1,0 1 0,1-2-81,-1 1 0,4 0-312,0-4 1,7 0-22,1 0 1,5-4 0,7 0 0,0 1-186,-1 2 0,1 1 1,0 0-1,0 1 153,-1 3 1,1-1 0,0 4 407,0 3 0,-4 0 0,-2 3-196,0 3 0,-4-6 1,-6 5-1,-4-1-391,-2-1 1,-6 0 0,-1-1 0,-1 0-115,-3 0 1,2-4 0,1-2 0,0 1-867,-1-1 0,5-3-3954,-2 1 5266,8-3 0,14-1 0,7 0 0</inkml:trace>
  <inkml:trace contextRef="#ctx0" brushRef="#br0" timeOffset="66">6308 9855 7845,'0'12'0,"0"0"464,0-1 0,-4-1 1,-1 1 507,-1 6 1,2-3-1,-3 0 1,2 0-789,2-1 0,-2 1 0,1-3 0,1 1-1780,2 0 1,1 0 1042,0-1 553,0-4 0,0 4 0,0-5 0</inkml:trace>
  <inkml:trace contextRef="#ctx0" brushRef="#br0" timeOffset="67">6756 9560 7860,'-1'-6'2839,"-3"2"0,2-1-2040,-6 1 0,4 0-313,-4 4 1,0 0 0,-4 0 0,0 0 0,1 1-215,-1 3 1,-1 3 0,0 4-1,-2 1-276,1 0 1,7 0 0,-3 0 0,2 1-185,1 2 0,5-2 0,-2 3 0,3-3-70,1-1 1,5 1 0,4 2 0,4 0-7,3 0 0,-1-2 0,-1-1 0,0 1 200,2 2 1,-1-4-1,-3 2 1,0-1-22,0-3 1,-6 0-1,-2 3 90,-2 0 0,-4-4 1,-2-2-1,-3 1-175,-4-1 1,-6-3 0,-1 1-1,-2-3-104,0-1 1,5 0 0,-4-1 0,2-2 161,3-1 0,5-5 0,2 1 0,2-4-5,2-3 0,8 0 0,6-3 0,6-2 426,5-2 0,-1 1 0,7-6 0,-2 2 437,1 1 1,0 0-1,3 1 1,0-1-804,0 1 1,-8 4 0,1 4 0,-5 3-2636,-4 4 1997,-1-2 0,-6 10 0,-4 0 695,-6 6 0,-4 10 0,-4 2 0</inkml:trace>
  <inkml:trace contextRef="#ctx0" brushRef="#br0" timeOffset="68">6992 9360 7821,'2'-12'773,"1"0"0,0 5 0,5 0 911,1 2 1,2 1 0,0 5 0,3 3-710,1 4 1,4 8 0,4 3 0,1 5-357,-1 3 1,0 9 0,-4 7 0,-3 5-663,-3 7 0,-6-3 0,-3 5 0,-4-3-808,-4-4 0,-3-7 0,-5-4 0,-1-4-571,-3-3 1422,3-3 0,-9-6 0,4 1 0</inkml:trace>
  <inkml:trace contextRef="#ctx0" brushRef="#br0" timeOffset="69">18997 7580 6246,'-8'1'1328,"0"3"1,4-3-721,-4 3 1,5-1 562,-1 1 1,2-3 0,-2 3 1,1-3 447,-5-1-1070,6 0 0,-5 0-514,3 0-209,3 0 0,1-3 1,8-3-169,2 0 0,-2 3 283,0-1 0,-4 3 0,3 2 186,-2 3 0,-1-1 0,-4 5 129,0 1 0,0 1 0,-2 2-36,-2 0 1,2-4-1,-6 0-40,-1 1 0,-2-4 1,0-1-1,-1-3-110,0-1 1,0 0-1,0 0 1,1 0 118,-1 0 1,4 0 0,0 0 0,0-1 153,2-3 0,0 1 0,6-4-182,0-3 0,0 4 0,2-2 0,3-1-117,7-2 1,0 3 0,5 1 0,-2-3-206,1 0 0,4 2 0,-5 2 0,1 0 43,1 4 0,-4 0 0,3 2 1,-3 0 89,-1 0 1,-4 2 0,-2 2 130,0 3 0,-3 4 0,-3 1 1,-1-1 260,-3 1 0,2 0 0,-6-1 0,-1-2-217,-2-1 1,-1-4 0,1 2 0,-1 1-131,0-1 1,-1-3 0,-2 1-1,0-2 71,0 2 0,2-2 1,1 0-326,1-4 0,3-5 0,1-5 152,2 0 0,1 1 0,5-1 0,2-1 37,1-3 0,5 3 1,-1-1-1,2 3-56,2 3 1,1 2 0,2-4 0,0 4 199,0 1 0,-5 1 1,1 4 97,2 0 1,0 5 0,-5 3-1,-4 2 45,-3 2 1,-1 1 0,0 2 0,0 0-448,0 0 0,0-2 0,-1-3 0,-2 0-2428,-1-3 1,-4 1-3871,4 4 6505,-5-5 0,13-7 0,-2-7 0</inkml:trace>
  <inkml:trace contextRef="#ctx0" brushRef="#br0" timeOffset="70">19374 5647 8416,'-7'-6'1435,"-3"5"0,9-5-751,-3 2 1,2 1-452,2-5 1,2 2 0,2-4-59,3 3 1,0 4 0,-1-2-1,1 1-185,0 0 1,-3 0 0,3 4-455,3 0 1,-4 0 422,2 0 0,-4 1 0,2 3 441,0 4 1,-2-1-171,-4 0 1,-2 0 0,0 2 0,-4-2 262,0-2 1,-2 3 0,-4-4-227,0-2 1,1 1 0,-1 0-47,0 0 0,2 0 1,0-7 136,3-4 1,4-2 0,-1-2-222,3 0 1,2 0 0,2 1 0,2-1-210,1 0 1,2 4-1,4 2 1,0-1-246,0 1 1,-4 3 0,-1-1 0,3 3-98,0 1 1,2 1 0,0 3 152,-1 4 0,0 2 1,-3 2-1,-3 0 481,0 0 0,-3-1 1,1 1-1,-1 0 643,-2 0 1,-2-4 0,-1 0-314,-5 1 1,1-4 0,-1-1-286,-1-3 0,-1-1 0,-2 0 0,0-1-157,0-3 1,0-3-1,2-4 1,2-1-220,4 0 0,2 0 0,-1-1 0,-1-1-39,1-2 1,3 0-1,4 5 1,3-1-51,-1 0 0,5 4 0,-2 2 0,4-1 100,3 0 1,0 5-1,-5-2 1,1 4 81,0 4 1,0 2 0,0 6 0,-1 1 140,1 3 1,0-2 0,-2 5 0,0-2 132,-3-3 1,-4 1 0,1-1 0,-3 2 235,-1-2 0,-1-5 0,-2-1 0,-3 0-227,-5-1 1,2-2-1,-7-5 1,2 0-376,-2 0 0,3 0 1,-2 0-1,1-2-161,3-1 0,0-4 0,2-5 0,2-1 44,2-3 0,1 3 1,4-4-1,0 2-23,0-1 0,2 1 1,1 6-1,5 1-332,3-1 1,1 4 0,-1 1 0,1 3-538,0 1 0,0 0 0,0 1 0,-2 3-537,-2 4 1,2 4-1,-3 2 1656,0 2 0,8 5 0,-2-3 0</inkml:trace>
  <inkml:trace contextRef="#ctx0" brushRef="#br0" timeOffset="71">2971 10256 7728,'0'-8'2668,"0"0"247,0 6-2219,0-4 1,0 19 0,0 6-364,0 4 1,0 5 0,0 8 0,0 6-34,0 9 0,0 7 1,0-23-1,-1 2 0,-1 3 1,0 0-282,-2 3 0,0 1 1,1-1-1,0 1 1,-1 4-1,0 0 0,-1-3 1,0-1-39,1-2 1,-2-2 0,-6 26-1,2-6 1,1-9-1691,1-9 0,5-14 1,-1-9 39,3-4 0,2-11 1669,3-8 0,-3-13 0,5-13 0</inkml:trace>
  <inkml:trace contextRef="#ctx0" brushRef="#br0" timeOffset="72">1650 10822 8001,'-11'0'639,"-1"0"1,0 1-317,0 3 1,4-3 0,1 5 0,-1-1 490,1 3 0,-2-2 0,5 2 0,1 1 697,2 2 1,1-3 0,0-1-1070,0 3 1,5-1 0,5-1 0,3-4-476,2-3 1,5-1-1,-3 0 1,1 0 17,3 0 0,2-4 0,0-1 0,2-2-1412,3-2 1,-7 2 0,2 0 0,-2-1-1051,-3 1 0,3-3 2477,-5 2 0,5-3 0,-3 0 0</inkml:trace>
  <inkml:trace contextRef="#ctx0" brushRef="#br0" timeOffset="73">2193 10515 15640,'0'17'869,"0"7"1,0 9 0,-1 6 0,-2 9-750,-1 10 1,-5 2-1,2 6 1,1-3 348,2-6-735,3-8 0,1-9 0,0-4 0</inkml:trace>
  <inkml:trace contextRef="#ctx0" brushRef="#br0" timeOffset="74">3301 10716 10560,'0'6'3490,"-1"-1"-1568,-3-5-1296,3 0 0,-4-1-394,5-3 1,1-1 0,1-4 0,4 2-21,0 2 1,-2-4 0,4 1 0,0-3-41,-2 0 1,5 3-1,-3 0 1,2-1-129,2-2 0,0 3 1,0 2-191,-1 1 1,1 1-1,0 4 36,0 0 0,-2 1 0,0 3 0,-4 5 91,-1 6 1,-1-1-1,-4 6 1,0 1 253,0 1 1,0 3-1,-1 1 1,-3 3 14,-4 1 0,-2-1 0,-3 3 0,-2 2-188,-1-1 1,-1-4 0,3 1 0,-3-1-31,-1-3 1,-1-1 0,-2-3-1,3-2-35,1-4 0,0-7 0,2-3-293,0 0 0,-1-2 0,6-6 252,2-2 0,-2-2 0,7-6 137,0 0 1,3 0-1,3 1-85,0-1 1,7 4-1,-1 0-9,5-1 0,-1 2 0,3 1 0,-3 1-234,-1 2 0,0 0 0,0 1 0,-1-2-117,1 1 0,1 2 0,3 2 128,4 3 1,-3-1 0,-3 5 0,-3 1-239,-4 1 0,1 2 0,4 0-220,0 0 1,-2-1 0,0 0-298,-3-3 1,-3 1 0,4-5-1026,1-2 2004,-3-5 0,4-9 0,-3-7 0</inkml:trace>
  <inkml:trace contextRef="#ctx0" brushRef="#br0" timeOffset="75">3667 10562 7929,'-7'6'551,"-3"-5"485,2 3 1,1-2 524,0 2-467,4-2-709,-2 3 1,6-5-193,3 0 1,3 0-1,4-1-301,1-3 0,0 2 0,0-2 0,-2 2-461,-2-2 1,3 3 0,-4-5-161,4 1 1,1 4-511,-1-3 0,1-1 1239,0 1 0,0 0 0,0 4 0</inkml:trace>
  <inkml:trace contextRef="#ctx0" brushRef="#br0" timeOffset="76">3867 10433 7929,'6'-7'-382,"-5"-3"1,3 2 3568,-3-3-1238,-1 5-1436,0 1 0,0 6 0,0 4 1,0 6-572,0 3 0,0 7 1,0-1-1,0 1 37,0-2 0,0 3 0,0-3 1,0 0-435,0 1 1,0-4 454,0 3 0,0-4 0,0 2 0</inkml:trace>
  <inkml:trace contextRef="#ctx0" brushRef="#br0" timeOffset="77">4032 10834 7757,'-11'3'762,"-1"1"0,4 2 744,0-2-741,6-3 0,-2 4-246,8-5 0,2 0 0,6 0-542,0 0 1,-1 0 0,1 0-401,0 0 1,0-4-1,0 0 1,1 2-435,2 0 1,-1-2 0,1 0 856,-2 2 0,4-5 0,2 1 0</inkml:trace>
  <inkml:trace contextRef="#ctx0" brushRef="#br0" timeOffset="78">4068 10916 7773,'-12'5'1612,"4"-3"-224,0 2 0,2-2 0,-3 1 87,1 1 1,5 1-1051,-1-1 0,8-3 0,4 3-538,2-3 0,2-5 1,0 1-1,1-1-466,3-2 0,-3 4 0,3-5 0,-2 1-1150,2-1 1,-3 4 1728,3 0 0,2-9 0,0-1 0</inkml:trace>
  <inkml:trace contextRef="#ctx0" brushRef="#br0" timeOffset="79">4728 10397 6221,'-6'0'2894,"0"6"1,6 1-2629,0 4 1,0 5-1,0 1 1,-1 2-246,-3 6 1,3 0-1,-4 5 1,1-1-545,0-3 0,-2 3 0,4-3 0,-2-2-872,1-3 0,2-7 0,1 2 1395,0-3 0,-5-6 0,3-2 0,-3-5 0</inkml:trace>
  <inkml:trace contextRef="#ctx0" brushRef="#br0" timeOffset="80">4540 10798 7801,'-8'5'226,"0"3"68,-1 3 1,3-3 0,2-1 448,3 3 1,2-5 0,3-1 0,4-3 195,3-1 1,1 0 0,-1 0 0,2 0-549,3 0 1,-1-1 0,3-2-564,-1-1 0,3-4 0,-3 4 0,0 1 0,0-1-697,-3 0 0,3-4 0,-1 4 1,0 0-116,1-1 0,-4 3 0,2-2 0,-1 2 361,-3-2 0,-3 3 0,0-3 1,1 2 622,2 2 0,-5 0 0,-1 0 0</inkml:trace>
  <inkml:trace contextRef="#ctx0" brushRef="#br0" timeOffset="81">4681 10987 6703,'-12'0'1141,"4"0"244,0 0 0,5 0 3123,-5 0-3656,5 0 0,-1-4 0,8 0-653,4 1 1,2-2 0,2 1-58,0 1 0,-4 2 0,0 1-494,1 0 1,1 5 0,1 3-111,-3 3 1,-2 2 0,-3 1-1,1 3 402,-2 2 0,0-5 1,-2 3-1,0-1 333,0 0 1,-5 3-1,-2-3 1,-1-2-139,0-1 0,0-1 0,-3-1 0,-1-2 89,0-1 1,0-4 0,0 2-467,1-1 0,-1-1 0,0-5 0,0-3 83,0-4 0,6-4 1,2-2-1,3-2 480,1 2 1,0 1 0,0 1 0,1 0 2,3 0 0,1 5 0,4 0 0,-1 2 374,1 2 0,6 2 1,0 2-1,0 3-530,-2 4 1,3 2 0,-1 2-1,1 1-174,1 3 0,-4-2 0,3 5 0,-3-2-112,-1-3 0,0-2 0,-2-3 0,-1-1-1650,-1 1 0,-4-4 0,4-1-72,1-2 1,-4-4 0,-1-2-742,-2-3 2581,-2-4 0,5-6 0,1-1 0</inkml:trace>
  <inkml:trace contextRef="#ctx0" brushRef="#br0" timeOffset="82">3172 11435 7719,'-8'0'3229,"0"0"-2080,5 5-759,-2-4 1,10 5 0,3-6-182,3 0 1,0 0-1,3 0 1,0-2-142,2-2 0,1 3 0,-3-4 0,2 1-331,-2 0 1,3 0 0,0 4 0,0 0-315,0 0 1,0-4-1,-2 0 1,1 1-169,-2 2 0,-1 1 0,-1 0 1,0 0 744,-1 0 0,6 0 0,2 0 0</inkml:trace>
  <inkml:trace contextRef="#ctx0" brushRef="#br0" timeOffset="83">3360 11635 7827,'-1'11'68,"-2"-2"0,-1-1 224,2 1 0,-1-3 1,1 2-1,-2 1-39,1 2 0,0 2 0,1 1 0,-2 3-323,1 2 0,2-5 0,1 3 70,0 0 0,-5-4 0,-2 4 0</inkml:trace>
  <inkml:trace contextRef="#ctx0" brushRef="#br0" timeOffset="84">5094 10197 7851,'-2'-11'992,"-2"4"0,3-4-331,-3 3 1,-1 2-15,1-2 1,0 4 0,3-3 415,-3 2 1,3 0 339,-3 1-1006,2 3 1,2 2-1,0 11 1,0 7-30,0 8 0,0 5 0,0 10 0,0 8-236,0 6 1,-1 9 0,-1-27 0,0 2 0,-1 3 0,-2 1-48,0 1 0,0 1 1,-1-2-1,0-1 1,0-2-1,0-1 1,0-1-1,0-1 30,1-1 0,-1-2 0,-6 27 0,0 2 0,2-9-319,2-8 0,1-10 0,5 1 0,-2 0-184,1-2 0,2-4 0,1-5 0,0-2-246,0-1 1,0-4 0,1-2 0,2-1-338,1-3 0,-1-1 1,-3-1 472,0 0 1,-1 0-1,-1 0 1,-4-1 21,0 1 0,2 0 0,-4-2 0,0 0 185,2-3 0,-4 1 0,5 4 0,0 0 477,0 0 0,-5 1 0,3 2-81,-4 5 1,5-3 0,0-2-1,2-5 2447,0-2-489,1-6-2711,3 4 0,3-12 0,3-1 1,0-4-2427,3-1 3074,-3-5 0,9-1 0,-2-6 0</inkml:trace>
  <inkml:trace contextRef="#ctx0" brushRef="#br0" timeOffset="85">5872 10527 7709,'0'-12'590,"0"0"0,0 1 1,1-1 164,3 0 1,-2 4 0,1 0 933,-1-1 0,2-1 339,0-2-766,0 5 1,-6 2-1,-2 8-689,-4 5 1,-2 5-1,-3 12 1,-3 3-381,-3 8 1,-5 7 0,-2 11 0,11-24-1,1 1-102,-1 3 0,0 0 1,-1 2-1,0 0 1,-1 6-1,-1 0 1,1 2-1,0 1-310,1 1 0,0-1 0,4-6 0,1 0 1,3-2-1,1 0 0,-2 27-1293,5-12 0,12-11 0,4-7 0,2-8 355,3-5 1,-2-11-1,5 2 1,-1-3-84,0-2 0,1-2 0,-4-5 1240,-1 0 0,-2 5 0,-1 2 0</inkml:trace>
  <inkml:trace contextRef="#ctx0" brushRef="#br0" timeOffset="86">5919 11046 7936,'-12'1'551,"1"3"1,3-3 0,0 3 0,0-1 1626,1 1 0,-2-2 933,5 6-2621,0-5 0,6 2 0,2-5 0,4 0-90,2 0 0,2 0 1,1 0-634,3 0 1,-6 0 0,5 0 0,-1 0-899,-1 0 0,0 0 1,-1 0-1,0 0-3787,0 0 4918,-1 0 0,6-5 0,2-2 0</inkml:trace>
  <inkml:trace contextRef="#ctx0" brushRef="#br0" timeOffset="87">6320 10716 8422,'7'-6'1466,"-2"5"0,-5-3 0,0 8 0,0 4-594,0 2 1,0 4 0,0 3 0,-1 6-645,-3 7 0,1 6 0,-5 2 0,-1 2-703,-1 2 1,-2 1 0,0 3 0,0-3-172,0-3 0,2-9 0,2-5 0,4-5 646,3-5 0,1-3 0,0-1 0</inkml:trace>
  <inkml:trace contextRef="#ctx0" brushRef="#br0" timeOffset="88">6556 11046 7858,'0'17'467,"0"-3"0,0 4 0,0 1 543,0-1 0,-1 2 0,-2 3 0,-2 1-623,-2 0 0,1-5 0,-3 0 0,2-1-752,2 0 0,-1-3 0,4 0 365,-2-2 0,-5-1 0,2 0 0</inkml:trace>
  <inkml:trace contextRef="#ctx0" brushRef="#br0" timeOffset="89">7157 10527 7780,'7'0'2781,"-2"1"-2263,-5 3 1,0 3-1,0 6 1,0 1-238,0 2 0,-1 5 0,-3 0 0,-3 4 0,-1 4-664,1 1 0,0-4 0,-2 1 0,2 0-2849,2 0 3232,-4-7 0,2 13 0,-4-9 0</inkml:trace>
  <inkml:trace contextRef="#ctx0" brushRef="#br0" timeOffset="90">6945 10987 7776,'-5'17'320,"-2"-4"1,-3 3 795,2-3 1,4-5 0,8-2 0,4-1-298,2-2 0,7-2 0,3-2 1,2-2-565,2-1 0,-1-5 0,1 1 0,0-1-364,-1 1 0,-3-1 1,-2 4-1,1 0-1287,-1-1 0,-2-1 1396,3 3 0,1-5 0,3 2 0</inkml:trace>
  <inkml:trace contextRef="#ctx0" brushRef="#br0" timeOffset="91">7157 11140 8232,'-13'12'1215,"-2"0"0,1-1 1,-1 0 966,2-3 0,6-2-869,3-2 0,4-3-803,4 3 1,3-2 0,4-2-374,1 0 0,0 0 0,0 0 1,0 0-119,-1 0 1,1 0 0,0 0 35,0 0 1,0 4 0,-1 1-1,1 0-296,0 0 1,-4 5 0,-2-3 334,0 4 1,-3 1 0,-3-1 0,-1 3 11,-3 1 1,2-2 0,-6 3 0,-1-3-77,-2-1 0,-2 0 1,-1 0-1,-2-2-39,1-2 0,-2 2 0,2-3 0,0 1-16,2 0 0,1-6 0,2 4-137,2-1 0,-1-3 221,5 6 1,5-5-1,8 1 39,6-3 1,-2-2 0,3-2 0,-2-2-224,2-2 1,-2 3 0,5-2 0,-1-1-652,0 1 1,-2 2-1,2-3 1,-1 1-3778,-2-1 4553,-2-1 0,4-3 0,1-1 0</inkml:trace>
  <inkml:trace contextRef="#ctx0" brushRef="#br0" timeOffset="92">7535 10480 7781,'0'-12'911,"0"0"0,1 0 0,3 2 278,4 2 1,2 4 0,3 8 0,3 7-89,4 7 0,2 8 0,2 13 0,-1 9-869,1 9 0,-1 3 0,-12-22 0,-1 2 0,-1 1 0,-1 0-63,-1 3 1,-2-1-1,-2-4 1,-2-1-1,1 0 1,0-1-1,-2-2 1,0-1-174,-4 30 0,-6-14 1,-6-1-1,0-9-1609,-1-6 1,7-6 1612,-6-1 0,5 3 0,-6 0 0</inkml:trace>
  <inkml:trace contextRef="#ctx0" brushRef="#br0" timeOffset="93">17452 9454 6706,'-7'0'299,"1"0"278,2 0 0,2-1-142,-2-3 0,2 3 359,-2-3 0,3 1 1,-3-1 0,-2 2 402,3-6 1,-1 4-652,4-4 1,0 4-419,0-4 1,0 4 0,1-4 39,3-1 1,-2 3-187,6-2 1,-4 5-1,3-2-130,-2 0 1,0 3 35,-1-2 359,-2 3 0,3 6-33,-5 3 0,0-1 0,-2-1-9,-1 0 0,0 1 1,-5-3 386,-1-1 0,-2 0-13,0 1 1,-1-3-202,0 3 1,4-3 34,0-1 1,6-1-291,-2-3 1,4 1-385,4-5 1,2 6-186,6-2 1,0 3 193,0 1 0,-5 0 0,0 1 330,-2 3 0,3 2 715,-4 6 1,0-4-24,-4 0 1,-1-2-514,-3 2 0,1-3 1,-5-5-1,-1 0-145,-1 0 1,2 0 0,0 0-993,-1 0 0,-2-1 622,-1-3 1,5-1-1,0-4 198,2 1 1,1 4 0,5-3-1,2 1 123,1-1 0,5 1 0,-1-3 17,2 1 1,2 5 0,0-1 178,0 3 1,-5 1-1,1 0-124,1 0 1,-3 1 0,-1 2 0,-1 2 773,0 2 1,0 1-18,-4 3 0,-2 1-801,-1 0 0,-4-2-1070,-5-2 0,0-1 0,1-5-1134,-1 2 1,4 0-1,0-4-1883,-1 0 3996,4-5 0,-1-7 0,6-6 0</inkml:trace>
  <inkml:trace contextRef="#ctx0" brushRef="#br0" timeOffset="94">2924 11234 7676,'-7'0'1636,"1"0"-668,2 0-379,3 0 1,-6 2-31,3 2 1,3-2 190,-3 6 0,3-4 1,1 4-391,0 1 0,0-2 1,0 0-1,0 4 8,0 3 0,0 1 0,0 4 0,0 4 232,0 3 1,0 0 0,1 5 0,2 3-296,0 4 0,1 0 0,-2 6 0,0 0-176,2 2 0,0-1 0,-4-2 1,0 1 17,0 1 0,0-7 0,0 6 0,0-4-441,0-6 0,0-4 0,0 3 0,0-1 189,0-3 1,0 3 0,-1-4 0,-3 1 131,-4-1 0,2-5 1,-1 7-1,0-1 212,1-3 1,2-3 0,-3-2 0,2 1-117,3-1 0,0-4 0,2 1 1,0-1-126,0-2 0,0-2 0,0-1 0,0 1-14,0 2 0,0-4 1,0 3-1,0 1 2,0-2 0,0 0 0,0-1 27,0-1 1,0 1-1,0 0-80,0 0 0,-1-4 208,-3 0-452,3-6-1235,-5 3 644,6-5 0,0-1-574,0-3 0,0 2 0,0-6 335,0-1 1,0-2 0,0-1 1140,0 0 0,0-5 0,0-1 0</inkml:trace>
  <inkml:trace contextRef="#ctx0" brushRef="#br0" timeOffset="95">1438 12507 7729,'-5'7'2947,"-3"-3"0,2 1 1262,-2-1-3832,5 0 1,3-8-1,8 0 1,2 0-785,2-1 1,1 4 0,3-5 0,2 3-190,1-1 0,3-2 1,-2 4-1,2-2-1343,2 1 0,0-2 0,3 0 1939,0-2 0,6-1 0,-3-3 0</inkml:trace>
  <inkml:trace contextRef="#ctx0" brushRef="#br0" timeOffset="96">2110 12248 9631,'0'-8'1632,"2"2"0,0-1-361,2 1 0,0-2 1,-3-4-557,3 0 0,-1 0 0,4 1 1,-1-1-140,1 0 1,1 0 0,3 0-379,1 1 1,-4 4 0,0 3 0,1 2-52,1-2 0,2 2 1,0 0 1,0 4 1,0 9 0,-2 6 0,-1 2 74,-1 6 1,-5 0 0,1 7-1,-3 0-147,-1 2 1,0 2 0,-1-1-1,-3 2 26,-4 2 1,-3-6-1,-2 2 1,-1-2-334,-2-3 0,0-1 0,5-7 0,-1-1-283,0-1 1,0-10 0,1 1 460,-1-5 1,4-2-1,1-5 1,2-3 435,2-4 0,2-4 0,1-2 0,0-2-43,0 2 0,1 1 1,2 1-62,1 0 1,5 0 0,0 1 0,4 0 0,4 2-133,2 1 1,-3 4 0,3-2 0,2 0-517,1 4 1,1 0-1,-2 2 1,-2 2-616,2 2 0,-4 2 1,-1 5-1,-3-2-34,-1-1 1017,0 0 0,0 3 0,-1 1 0</inkml:trace>
  <inkml:trace contextRef="#ctx0" brushRef="#br0" timeOffset="97">3136 12449 6334,'-1'10'4796,"-3"-2"-4236,3-3 1,-5-6-1,8-3-256,2-4 0,1-2 1,4-2-1,-1-1 212,1-3 1,2 3 0,-1-3-222,-2 3 1,2 1 0,-2 0 0,3 1 0,1 0-104,-1 3 0,-3-1 0,0 5 0,1 2-122,2 0 1,-3 2-1,-2 2 1,1 0 36,-1 2 1,-2 9 0,3-1 0,-2 2-116,-2 3 1,-2 2 0,-1 4 0,0 1 193,0 0 0,-1 0 0,-3 1 0,-4 1-32,-3 1 0,0-5 0,-1 5 1,-1-2-31,-3-1 0,3-4 0,-4-2 0,1-1-66,0-3 0,1-4 1,3-3-1,0 1-317,0-1 0,0-2 0,1-5 251,-1 0 1,4-1 0,1-3 160,2-4 1,1 1 0,6 0-54,2-3 0,-2 4 1,6-2-1,1 0 6,2 2 1,2-4 0,1 5-148,2-1 1,0 2 0,-5-3-1,1 2 1,0 2-214,0 2 1,0 1 0,-1 0-1,1 0-194,0 0 1,0 0 0,-2 1-1,-1 2-951,-1 1 0,0 5-456,4-1 0,-4 1 0,-2 0 303,0-1 1552,-2-5 0,-4 7 0,0-3 0</inkml:trace>
  <inkml:trace contextRef="#ctx0" brushRef="#br0" timeOffset="98">3455 12225 7662,'-8'0'597,"0"0"0,4 0 1765,-4 0 1,4 0-1502,-4 0-799,6 0 0,-2 0 0,8 0-174,4 0 1,-2 0 0,2-2-463,1-2 1,2 3-1,0-3 1,0 1-635,-3 0 0,2 1 1,-2-2-1110,3 3 2317,0 1 0,6-5 0,2-2 0</inkml:trace>
  <inkml:trace contextRef="#ctx0" brushRef="#br0" timeOffset="99">3690 12048 7656,'-7'0'1679,"-1"0"0,5-2-250,-1-2 1,-1 2-691,1-6 0,0 4 1,5-2-368,3 0 0,-1 1 0,5 2-253,1-1 0,-2 1 0,0 3-246,3 0 0,0 0 0,2 0 8,0 0 1,-4 1 0,-2 3 85,-1 4 0,3 2 1,-4 2-1,-1 0 240,-2-1 0,-1-3 0,0 0 0,0 1 28,0 2 0,-1 1 1,-3-1-142,-4 1 0,1-1 0,0-2-169,-3-1 1,0 0 0,-2 2 39,0-2 1,6-2-1,0-3 151,1 1 1,4 5 221,-3-1 0,4-3-290,4-1 1,2-2 0,6-2-1,0 0-648,0 0 0,0 0 0,1 0 0,1 0-774,2 0 1,0 0-1,-5 0 1,1 0 1373,0 0 0,5 0 0,1 0 0</inkml:trace>
  <inkml:trace contextRef="#ctx0" brushRef="#br0" timeOffset="100">3797 12519 8032,'-2'12'0,"0"0"799,-2 0 1,-4-5 276,4 1-852,0-5 1,5 2 0,2-6 0,2-3-135,2-4 0,5 2 0,3-2 0,0 0-218,-2 1 1,-1-2 0,-1 4 0,1 0-21,0-1 1,-4 1 0,0 3 0,1-2-1268,1 1 1,-2 2-454,0 1 1868,-5 0 0,7 0 0,-3 0 0</inkml:trace>
  <inkml:trace contextRef="#ctx0" brushRef="#br0" timeOffset="101">3844 12578 6730,'-5'8'838,"-3"0"0,1-5 3364,-1 0-3430,0 4 0,-2-4-324,2 4 1,4-4-596,8 1 1,3-3-1,4-1 1,1-1-566,0-3 0,4 1 0,1-3 0,0-1 712,0 1 0,4-2 0,-3-4 0</inkml:trace>
  <inkml:trace contextRef="#ctx0" brushRef="#br0" timeOffset="102">4492 11906 8541,'-5'7'1130,"2"-2"0,-3-4-561,1 3 1,-1 3 0,4 5 0,-3-1-327,-2 1 0,4 5 0,-1 3 1,3 2-426,1 2 1,0 1 0,0 1 0,0 1-513,0-1 0,0-2 1,0-4-1,0-3-1177,0 0 1,0-4 1870,0 3 0,5-3 0,2-2 0</inkml:trace>
  <inkml:trace contextRef="#ctx0" brushRef="#br0" timeOffset="103">4292 12319 7789,'6'5'301,"0"-4"1,-6 6 0,1-4 1759,3 0 0,-1 1 1,4-4-1098,3 0 0,-4 0 0,2 0 0,2 0-806,5 0 0,-1-4 1,5-1-1,-1 0-778,0 0 1,2-3-1,4 3 1,-1-1-646,1 1 1,-5 1 0,0 3 0,-2-2-2062,-3-1 3326,-1 0 0,4-1 0,2-1 0</inkml:trace>
  <inkml:trace contextRef="#ctx0" brushRef="#br0" timeOffset="104">4386 12578 7789,'-8'12'1179,"0"0"0,5-4 1754,-5-1-1951,5-4 0,-2 1 1,5-8-346,0-4 1,1 2-389,3-2 1,3 4 0,4-3-237,1 2 0,0 0 0,0 2-30,0-1 0,-1 0 0,1 4-26,0 0 0,-4 0 1,0 2-1,0 3 7,-2 7 1,-1 0 0,-5 5-1,0 0 124,0 2 0,-1 1 0,-3 2 0,-4 3 67,-2 0 0,-2-4 1,0-3-1,0 1 50,1-1 0,-5-4 0,0 1 1,2-5 57,1-2 1,0-4 0,-2 3-78,-1-2 1,1-1-514,3-4 181,5 0 1,3 0 0,8 0-1,4 0-58,3 0 0,-2 0 0,3 0 77,5 0 1,-2-2 0,1 0 0,-3-3-218,-1-2 0,1 3 0,2-3 1,0 1-518,0-1 1,-2 0 0,-1-5-1,1 0-1374,2 0 2235,-2 0 0,5 1 0,-7-1 0</inkml:trace>
  <inkml:trace contextRef="#ctx0" brushRef="#br0" timeOffset="105">4681 12378 7825,'0'12'1701,"0"-1"1583,0 1-1321,0-5-1507,0 3 1,1-9-166,3 3 0,3-2-317,5-2 1,-1-4 164,1 0 1,0 0 56,0 4 1,-6 1-1,0 2 111,-1 1 1,-4 5 63,3-1 0,-4 1 0,-3 0 0,-2-2 78,-1-2 0,-2 4 0,-4-1-350,0 2 1,4-2 0,0-1-128,-1-2 1,3 3-1,-1-3 195,2 2 1,1-3-110,4 4 0,1-5 0,3 4-247,4-2 1,7-1-1,0-4 1,1 0-1306,1 0 1,-3 0-1,6-1 1494,1-3 0,1-3 0,2-4 0</inkml:trace>
  <inkml:trace contextRef="#ctx0" brushRef="#br0" timeOffset="106">5188 12307 8061,'-6'0'4173,"-5"0"-1174,3 0-1949,3 0-1135,0 0 0,6 0 0,3 0-502,4 0 0,2 0 1,2 0-1,0 0-58,0 0 0,-1-1 0,1-2 0,0-1-554,0 2 1,0 0-1,-1 2-295,1 0 1494,0 0 0,-5 0 0,-2 0 0</inkml:trace>
  <inkml:trace contextRef="#ctx0" brushRef="#br0" timeOffset="107">5235 12331 7760,'-12'10'0,"1"-1"219,-1-1 0,4 0 0,0 4 0,-1-2 736,-2-2 1,0 3 0,-1-4-146,0 4 1,6-3 0,2 0-428,2 1 1,4-4 0,2-1-275,3-3 0,4-1 0,2 0 0,1 0-680,2 0 0,5 0 1,-3-1-1,2-2-506,0-1 1,-1-1 0,4 3 0,-2-4-1690,-2 0 2766,1 3 0,4-13 0,-1 3 0</inkml:trace>
  <inkml:trace contextRef="#ctx0" brushRef="#br0" timeOffset="108">5907 11883 7761,'0'-8'1502,"0"0"205,0-1-404,0 4 1,-1-1-573,-3 6 0,3 6 1,-3 3-1,3 4-526,1 3 0,-4 4 0,0 0 0,1 2-558,2 2 1,1-4 0,-2-1-1,0 2-507,-2 1 0,0-2 0,4-2 1,0 1 60,0-1 1,0-3-1,0 0 1,0-2 798,0-1 0,-5 0 0,-2 0 0</inkml:trace>
  <inkml:trace contextRef="#ctx0" brushRef="#br0" timeOffset="109">5683 12272 7761,'-6'11'334,"-5"-3"1,3 0 910,-2 1 1,2 1 0,0-1-1,0-1-76,2 1 1,1-3 0,5 2-317,0 1 0,1 0 1,3-1-1,4-4-450,2-2 1,7-2 0,3 0 0,3-2-442,5-2 1,-3-2 0,2-5 0,0 2-851,0 1 0,-2 0 0,2-2 551,-2 2 0,-2-1 1,-4 5-1,-2 0-1481,0-1 1,-4 4 0,3-3-367,-3 2 0,-6 4 360,-3 2 1824,-3-3 0,-6 9 0,-2-3 0</inkml:trace>
  <inkml:trace contextRef="#ctx0" brushRef="#br0" timeOffset="110">5742 12555 7761,'-8'7'1404,"1"0"307,-3-2 0,5 0 0,0-2-410,0 1 0,3 1-655,-2-1 1,2 1 0,-1 5 119,-1-3 0,0 1-833,4 4 0,0 0 0,0 0-200,0-1 1,0-3 0,0 0-133,0 1 0,2-2 217,2 1 1,-2-6 0,6 2 0,1-2-157,2-2 0,1 0 0,-1 0 0,1-2-772,0-2 0,0 2 0,-1-5 0,3 1-6,1-1 1,-2 3-1,3-2 1,-3-1 1115,-1 1 0,0-2 0,0-4 0</inkml:trace>
  <inkml:trace contextRef="#ctx0" brushRef="#br0" timeOffset="111">5955 12496 7299,'0'8'1111,"0"-1"1,0 1-1,0 4 1,0 2-309,0 6 1,0 2-1,-2 14 1,0 4-782,-2 5 1,-5 3 0,1 2 0,-2 0-1256,3-4 0,0-6 0,4-10 1233,0-6 0,-1-11 0,4-8 0</inkml:trace>
  <inkml:trace contextRef="#ctx0" brushRef="#br0" timeOffset="112">7476 11800 6773,'-8'4'552,"0"0"1,5 1-1,-2-2 1,0 2 740,-3 2 0,1 1 0,0 3 0,-3 1-706,0 0 0,-2 1 0,0 3 1,1 3-132,-1 4 1,-4 5 0,0 4 0,1 3-240,-2 5 0,2 3 1,-3 7-1,0 2-381,-1 2 1,9-3 0,-1 0-1,5-3 103,3-2 0,3-13 0,4 4-584,4-10 1,4 1 0,3-10 0,4-2 0,0-1-55,1-2 1,-4 0-1,3-2 1,2-3 244,2-4 1,-4-2 0,1 1 0,0 1-1357,-2-1 1810,4-2 0,-3-12 0,4-2 0</inkml:trace>
  <inkml:trace contextRef="#ctx0" brushRef="#br0" timeOffset="113">7676 12331 7761,'-8'10'0,"0"-1"0,-1-1 0,3-4 7955,-2 4-6797,5-5 0,-1 2 1,8-5-1006,4 0 1,3-2 0,2 0 0,1-3-542,2-2 0,3 4 0,-1-2 0,0 0-425,3-3 0,-3 2 1,1-2-1,-1 0-5749,0 1 6562,-3-3 0,12 3 0,-2-5 0</inkml:trace>
  <inkml:trace contextRef="#ctx0" brushRef="#br0" timeOffset="114">8124 12118 7423,'-6'-7'-919,"0"0"2287,1 2 0,4 0 1936,-3 1-1891,-3 2 0,5-7-199,-6 5 0,5-1 0,1 1-799,4-4 0,1 2 0,5-1 1,1 1-115,1-1 1,2 3-1,0-4 1,1-1-103,3-1 0,-3 2 0,3 1 0,-2 2-267,2 2 1,-3-2 0,3 1 0,-3 2-215,-1 0 1,-1 7 0,0 3 0,-2 4 123,-1 4 0,-5 2 0,0 7 121,-1 3 0,-2 0 1,0 5-1,-2-3 0,-1 2 59,-5 2 1,-4-7 0,-3 5-1,-2-5 263,-1 1 0,4-11 1,-2 1-1,3-2-186,1-3 0,0-4 0,0-2 1,1-2-94,-1-3 1,0-2 0,2-4-75,2-3 1,-1-4 0,5-1 421,1 1 0,2-1 0,2 0-181,3 0 1,2 4 0,6 2-359,0 1 1,0 1-1,0 4 1,1 0-1,1 0-255,2 0 1,1 1 0,-3 2-1,2 2-849,-2 1 0,0-2 1,-3 3-1,1-1 20,0 1 1,0-4 0,0 2 1268,-1 0 0,1-4 0,0 5 0</inkml:trace>
  <inkml:trace contextRef="#ctx0" brushRef="#br0" timeOffset="115">8643 12295 8220,'-1'12'999,"-3"0"1,3 0 0,-5-1 0,2 3-66,0 1 0,-5-2 0,3 4 0,-2 0-1145,0 3 1,1-3 0,-2 0 0,3-1-3270,1 0 1,1-1 3479,4-3 0,-6 0 0,0 0 0</inkml:trace>
  <inkml:trace contextRef="#ctx0" brushRef="#br0" timeOffset="116">9091 11718 7750,'5'-7'-23,"-3"-3"0,4 7 1141,-2-5 1,-2 4-649,2-4 1,-3 7 0,-1 1-1,0 8-422,0 6 0,0 1 1,-1 4-1,-2 2-445,-1 2 0,-4-4 0,3 1 0,0 1-163,-1 1 0,-1 2 1,1-2-1,0-1-1611,-3-1 2171,3-1 0,-4 5 0,3-1 0</inkml:trace>
  <inkml:trace contextRef="#ctx0" brushRef="#br0" timeOffset="117">8903 12083 8114,'-4'8'0,"-2"-2"840,0 0 1,3 3-1,-2-3 242,0 1 0,5-2-219,0-5 0,6 0 1,10 0-1,4-1-598,2-3 0,2-3 0,-1-3 0,1 1-664,-1 1 0,1 1 0,-1-2 1,1 3-608,0 0 0,-6-1 1,-1 3-1,-1 1-1472,-1 2 0,-3 1 2478,-4 0 0,0 10 0,4 3 0</inkml:trace>
  <inkml:trace contextRef="#ctx0" brushRef="#br0" timeOffset="118">8950 12331 7236,'-2'6'6566,"-2"-2"-4868,3 3 1,-4-5-767,5 6 1,0-4-934,0 4 0,0-4 1,0 4-222,0 1 0,0-3 0,0 2-21,0 1 0,0-2 1,0 1 79,0 1 1,0-2 245,0 0 1,5-4-897,3 1 1,-1-3 0,0-1-333,3 0 1,0 0 0,2-1 0,0-2-107,-1-1 1,0-1 0,-2 3 1250,-1-2 0,0-6 0,4 4 0</inkml:trace>
  <inkml:trace contextRef="#ctx0" brushRef="#br0" timeOffset="119">9162 12272 8381,'0'-7'2789,"4"11"1,0 10 0,-2 7-2340,0 8 0,-2 5 0,-2 4-1006,-1 2 0,0 8 0,-5-1 0,0 0 556,2-2 0,-5 1 0,5-4 0</inkml:trace>
  <inkml:trace contextRef="#ctx0" brushRef="#br0" timeOffset="120">9563 11682 7992,'-12'0'1934,"4"0"-760,0 0 0,6 2 0,-2 3 0,4 5-167,4 5 0,4 7 1,6 0-1,3 7-435,1 5 1,2 4 0,4 11 0,-2 3-332,-2 7 0,1-1 0,-7 6 1,-2 1-1,-3-2 0,-6-5 1,-1-6-1,-4-2-511,-6-4 1,-7-8 0,-2-3 0,0-5-1636,0-1 0,0-8 0,3 1 1905,-2-3 0,-10 2 0,1-3 0</inkml:trace>
  <inkml:trace contextRef="#ctx0" brushRef="#br0" timeOffset="121">16968 9549 6095,'-6'-6'9,"-1"5"230,3-3 195,3 3 226,-4 1 772,5 0-230,-6 0-219,5 0-426,-4 0 1,5-2 350,0-1-665,0 1 0,0-4-357,0 2-234,0 2 226,0-3 0,0 4 11,0-3 396,0 3 688,0-5 105,0 6 0,-1 4-619,-3 0 1,1 0 12,-5-4 0,4 0 378,-4 0-991,6 0 0,-3-1 178,5-3-385,0 3 1,1-6 65,3 3 1,2 3 239,6-3 0,-4 3 0,-1 2 324,-2 3 1,3 2 101,-4 6 1,0 0-187,-4 0 1,0-4 0,-2-2 129,-2-1 0,2-1-365,-6-4 0,0 0 71,-4 0 1,0-5 116,1-3 1,4-2-79,3-2 1,3 0-164,1 0 0,1 6-209,3 2 1,-1 3 0,4 1 268,3 0 0,0 0 0,1 1 5,-4 3 1,4 2 0,-4 6 66,-1 0 1,-1-4-1,-5 0 1,0 1 449,0 1 1,0-2-1,0 0-167,0 1 1,-5 2-311,-3 1 1,-2-6 0,-2-2-1,0-3-103,0-1 1,1 0 0,0-1 58,3-3 1,-1-2 0,5-6 0,1 0 0,2 0 0,1 0 1,0 1-3,0-1 1,1 0 0,3 2-85,4 2 0,-1-2 0,1 7 21,1 0 0,1 2 1,1 2 154,-3 3 0,2-2 243,-2 6 1,-1 0 0,-1 4 231,-1 0 0,-1-4-487,-4 0 0,-1-2 1,-3 2-112,-4-4 0,2-3 0,-2-2-1232,-1-3 1,3 1-1,1-3 1,1-1-555,0 1 0,0-2 1,4-4 305,0 0 1,0 4 1540,0 0 0,6 1 0,0-5 0</inkml:trace>
  <inkml:trace contextRef="#ctx0" brushRef="#br0" timeOffset="122">17912 9136 6869,'6'0'2324,"5"0"-1552,-10 0 227,4 0 2150,-5 0-2933,5 0-82,-3 0 1,4 0-25,-2 0 0,-1 0-91,5 0 0,-4-4 11,4 0 0,-1-4-27,5 4 0,-5-1 0,-2 2 0,-1-2-46,0-1 1,5 2 48,-1-4 0,-2 4-6,2-4 1,-1 4 0,2-4-33,-1-1 1,-4 4 0,2 0-49,0-1 1,1 4-1,-1-5 89,0 2 1,-3 0 0,2 2 0,-1-2 131,0-2 0,5 3-46,-1-3 1,-1 3-72,0-4 1,-3 4-184,4-4 1,-4 5-1,3-2 69,-2 0 1,3 2 0,-3-3 66,2 1 1,-5-1-1,3 4 57,1-2 0,-5-2 0,4 4-31,0-2 1,-3-1-1,3 2 49,0-1 1,-3-1 0,3 2-38,0-1 1,-2-5-109,5 1 1,-5 2 99,5-2 1,-4 1 0,3-2 44,-2 1 1,3 4-1,-3-2 52,2 1 0,-3-5-52,4 3 0,-5-3 1,4 1 90,-2 1 0,3 1 0,-3-4-72,2 3 1,-3-1-1,2 4 1,1-2 5,-1-2 0,-2 3 0,4-2-33,1-1 0,-2-1 0,0 1 1,-1 3-31,1 0 0,-3-3 0,2 1-10,-1-2 0,3 2 0,-3 0 34,2-1 0,-3 2 0,4 0 13,1-3 0,-4 4 1,0-2 1,1-1 1,-4 0-1,5-1 1,-1 4 5,1 1 0,-3-4 0,2 1-77,0-3 1,2 3-1,-3 0 5,1-1 0,1-1 0,2-2 22,-1 0 0,-2 4 1,4 1-1,-4-3-19,-1 0 1,3 2 0,-2 0 0,-1-1 8,0-1 1,3 2-1,-4 0 1,0-1 30,1-2 0,-2 3 0,3 0 36,-1-1 0,3-1 0,-2-2-46,0 0 1,-3 4-1,1 1 1,-2-1-14,2 1 1,-3-3 0,3 2-4,-2-3 1,2 3 0,0 1 0,0-1 48,1 1 1,-3-3 0,5 2-28,-2-3 1,3 3 0,-4 1 0,0-1 4,1 1 1,-4-3 0,5 3-1,-1 1 0,-4-5 0,4 5-114,1-1 1,-5-3 87,3 2 1,1-3 0,0-1 122,2 1 0,-4 3 0,2 0-3,0-1 1,0-2 17,3 0 0,1-1 1,-3 0-123,0 0 1,-2 2 0,3 1 0,-2 1-22,-3-2 1,4 4 0,-1-2 52,2-1 1,-5-2 0,3 0 51,1-1 1,-4 4 0,5 0-15,-2-1 1,0-2-1,-2 0 15,1-1 0,0 4 0,-4 0-20,0-1 1,4-1 0,0-2 8,-2 0 1,0 4 0,-2 0 0,1-1 18,3-1 1,-3 2-52,3 0 0,-3 0 1,-1-4-79,0 0 1,4 1-49,0-1 1,0 0-1,-3 2-49,3 2 0,-2-3 1,3 3-109,0-2 0,-2 2 2,5 0 1,0 0 0,2-3-311,-2-1 0,1 4 0,-4 1 0,1 1-1010,-1-1 0,-1 3-3558,-4-4 5096,0 6 0,-11-3 0,-2 5 0</inkml:trace>
  <inkml:trace contextRef="#ctx0" brushRef="#br0" timeOffset="123">18890 7639 7679,'0'8'-81,"0"0"1229,0-6-21,0 3 1254,0-5-2133,0-5 1,2 4 0,0-4-9,2-1 1,1 4 0,-2-6-33,1-1 1,4 2 0,-4-1 0,0-1-48,1-1 1,-4 2-1,5 0 1,-3-1-327,1-2 0,2 0 0,-4-3 78,2-1 0,4 6 0,-4-3 1,0 1 184,1 1 0,-4-3 0,3-3-52,-2-4 0,-1 5 1,2 2-1,1 3-40,-2 1 0,0-1 0,-1-2 0,1 0-93,2 0 1,0 1 0,-2 0 0,0 2 109,2 1 0,1 0 0,-2-4 65,1 1 1,0 3-1,-3 0 1,2-1-24,1-2 1,0 3-1,-4 1 1,1-1-70,3 1 0,-3-3 0,4 2-37,1-3 1,-5 3 0,3 1 0,-1-1 65,1 1 0,-3-3 0,4 2 58,0-3 0,-3 0 1,2-1-32,-3 0 0,3 0 0,0 0 12,-2 1 0,4-1 0,-2 0-82,-2 0 1,-1 1-1,1-1-19,2 0 1,-3 0 0,3 0 22,-3 1 0,-1-1 0,2 0-16,1 0 1,-1 0 0,3 1-1,-1-1-75,0 0 1,0 4 0,-3 0 0,2-1-58,1-1 1,1-2 0,-2 0 25,0 0 0,5 1 0,-4-1 0,0 0 15,1 0 0,-2 0 0,4 1-34,-2-1 1,0 0-1,-2 0 1,1 0 40,-2 1 0,4-1 1,-3 0-1,1 0 137,2 0 0,-5 1 0,3-1 0,-3 0-21,-1 0 1,1 1-1,2-1 1,1 0 204,-1 0 1,-2 0 0,-1 1 0,0-1-89,0 0 1,0 0 0,0 0-1,0 1-74,0-1 1,0 0-1,0 0 1,0 1-72,0-1 0,1-1 1,2-2-1,1-1-2,-2 2 0,1 1 0,0 1 1,1-1 10,-2-3 0,1 3 0,-1-2 0,2 1 87,-1 3 1,2-2 0,-1-2 0,0-1-11,1 2 0,-2 1 0,4 1 0,-2 0 16,-3 1 1,4-1 0,-2 0 0,-1 0-42,3 0 1,-5 1 0,3-1 0,-1 0 50,1 0 1,-3 0 0,3 1-1,-3-1-52,-1 0 1,1 0 0,2 1-36,1-1 1,0 0-1,-4 0 1,0 0 9,0 1 1,0 3 0,0 0-1,1-1 17,3-2 0,-3 2 1,3-1 7,-2-4 1,-2 0-1,0 2-17,0 1 1,4-5 0,0 0-1,-1 2 1,1 1 21,0 1 0,2-1 1,-4-3 75,2-4 0,4 3 0,-4 2 0,-1 1-94,-2 3 1,0-1 0,2 0 34,1 0 0,0 1 0,-4-3 0,0 0 0,0-2-41,0 2 0,0 1 0,0 1 0,0-1-23,0-3 0,0 6 0,0-5 0,0 1-29,0 1 1,4 0 0,-1 1 82,0 0 1,0-1 0,-1-3-76,2-3 1,2 6-1,-4 1 1,2 1-14,-1 1 1,-1-2 0,1-1 71,1-3 1,1 3-1,-2-3 1,1 3-15,-2 2 0,1-3 0,0 0 1,0-2-26,0 2 1,0-1 0,-1 0 14,2-5 1,0 3 0,-4 1 0,1 3-39,3 1 1,-2 1 0,2-1 0,-2 0-100,2 0 1,-2-1 0,3-2 117,0-5 1,-4 5-1,3 1 1,-2 0 24,-2 1 1,0 3 0,0 3 0,0-3 78,0 0 1,1-2-1,1 0 1,2 1-56,-1-1 1,-2 0-1,-1 0 1,0 0 85,0 1 1,0 3 0,2 0-1,0-1-55,2-2 1,0 3 0,-4 0 0,0-1-5,0-1 0,4 2 1,0 0-103,-1-1 1,2-2 0,-1 0 71,-2-1 1,4 4 0,-1 0 96,1-1 1,-3 2-1,2 1 158,1 1 1,-5-1-155,3 2 1,-2 3-152,2-3 0,-2 4 0,3 4 45,0 4 0,-4-1 1,3 0-1,-1 4-71,1 3 1,1-1 0,4 4-1,-1-1 215,1 0 1,-2 4-1,1-5 1,1 1 106,1 1 1,-2-4 0,-1 3 0,-1-3 213,1-1 0,-3-4 0,4-2 598,1-1-803,-4-1 0,0-10 0,-5-5-309,0-3 1,-4-3 0,-1 1 0,-1-4-160,-4-2 0,4-1 0,-2-1 0,-1 0-8,-2 1 1,0 3-1,0 2 202,3 1 1,-2-3-1,2 5 1,-1 0 0,0 3-5,1 4 0,0 3 1,-4 5 15,0 0 1,1 5 0,0 5 0,1 3 60,-2 2 1,3 6 0,-7-2-1,3 0-52,1 1 0,4-4 0,2 2 1,-1-1-565,0-2 1,4-2 0,-4-2-345,2 1 1,2-5-1,7-3-491,4-3 0,-2-1 0,2-1 1,1-3 1363,2-4 0,1-3 0,0 0 0</inkml:trace>
  <inkml:trace contextRef="#ctx0" brushRef="#br0" timeOffset="124">17982 9148 9371,'-6'0'2204,"-1"0"-1351,3 0-269,3 0-267,-9 0 1,7 1-168,-5 3 1,4-3-1,-2 5-38,0-1 1,1-4 0,3 4 29,-2 1 1,-4-4 0,2 5-12,0-2 0,3 0 1,-2-2-44,0 1 0,2 4 0,-5-3-90,-1 1 1,3-3-1,-1 2 1,1-1-72,-1 0 1,3 1 143,-4-1 0,2-1 0,-4 3-49,3 0 0,0-1 0,-2-2 9,1 1 1,0 3 0,-2-1-31,2 0 1,-3-2 0,3 3 19,-2-2 0,3 0 1,2-2 53,0 1 0,0 1 0,-4-2 51,1 0 0,4 1-59,-4-4 1,4 2-78,-4 2 0,4-3 40,-4 3 1,4-3 0,-3-1 7,-3 0 1,4 1 0,-2 2 67,-1 1 0,2 0-58,-1-4 1,2 1-1,-3 2 47,1 1 1,4 0 0,-4-4 231,-1 0 0,2 0-198,-1 0 1,1 0-129,-5 0 1,4 0 0,1 1-10,2 3 0,-4-3 66,1 3 1,1-2 80,0-2 1,4 1 0,-2 1-48,0 2 0,2 0 0,-5-4-15,-1 0 1,2 0 0,1 2 18,1 2 1,-5-3-109,2 3 1,2-2 0,-2 1 131,-1 1 1,2 0-64,0-4 1,3 1-59,-4 3 1,4-3 0,-4 3 4,-1-2 0,2-2 59,-1 0 1,6 1 0,-4 2 94,1 1 1,3-1-117,-6-3 1,4 0 0,-4 0-54,-1 0 0,2 2 0,-1 0 11,-1 2 0,3 0 42,-2-4 1,4 0-1,-4 2 20,-1 2 1,2-3 0,-1 3-137,-1-3 0,3-1-26,-2 0 1,0 1-18,-4 3 0,0-1 40,1 5 0,-1-4 69,0 4 0,4-6 93,0 2 1,2-1 172,-2 1 1,-3-3-213,4 3 0,0-3 0,-1-1-62,-1 0 0,4 2 0,-1 0-68,1 2 1,-1 0 154,-6-4 1,4 4 197,0 0 1,0 0-161,-3-4 1,3 0 0,0 0-16,-1 0 1,2 0-118,-1 0 0,0 0-218,-3 0 1,3 0-969,0 0 1,4 0 187,-4 0 0,4 0-3763,-4 0 4784,6 0 0,-4 0 0</inkml:trace>
  <inkml:trace contextRef="#ctx0" brushRef="#br0" timeOffset="125">16957 9478 6159,'0'-7'986,"0"2"-786,0 5-71,-6 0 1,4 4-19,-6 0 1,4 4-4,-4-4 1,4 4-538,-4-5 221,6 7 148,-4-4 1,2 2 114,0 0 565,1-5-109,3 2 1457,0-5-1062,-6 0-586,5 0 1,-6 0 2,4 0 0,0 0-77,-5 0-323,5 0 0,-7 0 218,2 0 0,2 0-178,-2 0 1,0 0 59,-4 0 1,4 0 34,0 0 1,0 0 91,-3 0 0,3 0-92,0 0 0,4 0 0,-4 0 23,-1 0 0,2 0 1,0 0 1,3 0-137,-4 0 0,0 1 108,-4 3 0,4-3 0,0 3 33,-1-2 1,3-2 0,-2 0-20,-1 0 1,2 1 0,-1 2 102,-1 0 1,2 1 0,0-4-16,-3 0 1,4 0 0,-2 0-21,-1 0 1,2 0-60,-1 0 0,1 0-22,-5 0 1,0 0-193,0 0 1,0 0 0,1 0 87,-1 0 0,4 0 1,0 0-1,-1 0 66,-2 0 0,4 0 1,-1 0-1,-1 0-21,-2 0 1,-1 2 0,0 0 92,1 2 1,-1 0 0,0-4-45,0 0 0,4 0 0,1 0-54,-3 0 0,4 0 0,-2 0-26,-1 0 1,-2 0 58,0 0 1,-1 0 38,0 0 1,0 0 0,0 0 5,1 0 1,3 0-1,0 0-41,-1 0 1,-2 0-1,-1 0-5,1 0 1,-1 0 0,0 0-56,0 0 1,0 0 0,1 0 40,-1 0 0,4 0 1,0 1 68,-1 3 0,-1-2 0,-2 2-26,0-3 0,0-1 1,0 0 38,1 0 0,3 0 0,0 0 24,-1 0 0,-2 0 0,-1 0-82,1 0 0,-1 0 0,0 0-21,0 0 0,0 0 0,1 0 1,-1 0 4,0 0 0,4 0 0,0 0 0,-1 0 196,-1 0 0,-2 0 1,0 0-24,0 0 0,4 0-124,1 0 0,-1 0 0,-3-1 0,2-2 0,1-1-50,-1 1 1,-1 2 0,-2 1 0,0 0-8,0 0 1,3 0-1,0-1 1,-2-2-153,2-1 1,-1 0 0,-5 4 137,0 0 1,-1 0 0,4 0 46,0 0 0,0 0 1,1 0-20,-1 0 0,4 0 0,0 0 36,-1 0 0,-1 0 1,-2 0-1,0 0-67,0 0 0,0 0 0,1 0 0,-1 0-21,0 0 1,0 0 0,0 0-1,1 0-1,-1 0 1,0 0 0,0 0 0,0 0 6,1 0 0,3 0 1,0 0 2,-1 0 1,-2 0 0,-1 0-58,1 0 0,-1 0 1,0 0-31,0 0 1,0 0 0,1 0 0,-1 0 13,0 0 0,0 0 0,1 0 0,-1 0 20,0 0 1,0 0 0,0 0 0,-1 0 40,-2 0 0,1 0 1,-1 0-1,2 0 157,1 0 1,-1 0-1,-3 0-68,-4 0 0,3 0 0,2 0 0,1 0-45,3 0 0,-1 0 0,0 0 0,0 0-35,1 0 1,1 0 0,0 0 14,-3 0 1,-2 0 0,4 0 0,-1 0 47,0 0 1,4 0-1,0 0 1,-1 0-2,-1 0 0,-2 0-10,0 0 1,0 0 0,0 0-1,1 0 1,-1 0-33,0 0 1,4 0 0,0 0 0,-1 0-28,-1 0 0,-2 0 0,0 0 12,0 0 1,4 0-1,1 0 11,-3 0 1,4 0 0,-2 0-19,-1 0 1,2 0-1,-1 0-48,-1 0 0,-1 4 47,-2 0 1,0 0 0,0-4 25,1 0 1,3 1 0,0 2 48,-1 1 1,-2 0-1,-1-4-10,1 0 0,-1 0 1,0 0-18,0 0 0,0 4 1,1 0 5,-1-2 0,0 0 0,0-2 0,1 0-48,-1 0 0,3 0 1,-2 0-84,-2 0 0,-5 0 0,2 0 0,1 0 44,2 0 1,2 0 0,-1 0 0,0 0-6,0 0 1,0 4-1,1 0 119,-1-2 1,0 0 0,0-2 40,0 0 0,1 0 1,-1 0-76,0 0 1,0 0 0,1 0 0,-1 0-48,0 0 0,0 0 0,0 0 0,1 0 20,-1 0 1,0 0 0,0 0 0,-1 0-53,-3 0 1,3 3-1,-4 1 6,0-1 1,8-2 0,-3-1 0,2 0 58,-1 0 0,3 0 0,1 0 50,-3 0 1,4 0-73,-2 0 1,0 0-135,-4 0 1,0 0-1,1 0 43,-1 0 1,4 0-1,0 0 1,0 2 69,2 2 1,-5-3 0,3 3 46,-2-3 0,2-1 0,0 0 18,-1 0 1,3 0 214,-2 0 0,0 0-285,-4 0 1,0 0-19,0 0 1,1 0 37,-1 0 0,0 0 0,0 0 0,0 0 7,1 0 0,3 0 1,0 0 66,-1 0 0,-2 0 1,-1 0-1,1 0 65,-1 0 0,0 0 0,0-1-70,1-3 0,3 3 1,0-3-1,-1 2-1,-2 2 1,3 0 0,0 0 21,-1 0 1,-1 0-11,-2 0 0,1-1 0,2-2 89,1-1 0,1 1-85,-5 3 0,4 0-72,0 0 0,0 0 98,-4 0 0,5-4-15,-1 0 1,4 0-1,-4 4 89,-1 0 1,2 0-79,-1 0 0,0 0-85,-3 0 1,-1 0 40,0 0 0,4 0 1,0 0 494,-1 0 1,3 0 0,-2 0-206,-1 0 1,-2 0 0,-1 0-557,1 0 0,-1 0 1,0 0 193,0 0 0,4 0 1,0 0-1,-1 1 64,-1 3 0,2-3 1,0 3-91,-1-2 0,-2-2 383,0 0 1,-1 0-88,0 0 1,4 0-207,0 0 1,4 0-21,-3 0 0,4-2 140,-1-2 1,1 3-61,-1-3 1,3 1 20,-3-1 0,3 2 44,1-6 0,0 4 0,-1-2 351,-3 0 1,2 1-800,-2 1-60,-2 3 1,5-6 237,-3 3 1,4 3 54,4-3 0,-2-1 0,5 0 0,-1-1 61,1 1 1,-3-3 0,4 3 0,1 0-203,1 0 0,2-5 143,0 3 0,0 0 0,-1 0 0,0 1 62,-3-1 1,-2 5 0,-3-4 278,1 1 1,4 3 177,-4-6-170,0 5 1,-6-2-333,-2 5 1,-2 1 0,-6 3-48,0 4 0,0 2 1,1 1-1,-1-1-77,0 2 0,0-7 0,0 9 0,2-1 76,2 1 0,-2 2 1,2-4-1,-3-1-113,0 1 1,3 1 203,0 3 1,5 1 0,-1 3 0,3-5 163,1-2 0,1-5 0,3-1 0,4-2-58,3-2 1,6 2 0,1-1-1,2-1-108,-1-2 1,1-1-1,3 0 1,1 0-673,0 0 0,-1 1 1,-1 2-1,-2 1-925,-4-2 1,-3 4 0,-3-1 0,-2 1 1593,-4 4 0,-8 5 0,-2 4 0</inkml:trace>
  <inkml:trace contextRef="#ctx0" brushRef="#br0" timeOffset="126">20164 4468 7436,'0'8'609,"0"0"0,0-1 1853,0 5 102,0-5-1682,0-2 0,0-14-644,0-3 0,1-6 0,2-1 0,1 0 0,-2-5-38,0-1 1,-1 2 0,2-8 0,1 1-352,-2 0 0,0-1 0,-2-5 0,0 1-142,0 0 0,3-1 1,1 4 139,-1 4 0,2-2 0,-1 10 0,0 3 0,0 3-17,0 2 1,5 6 107,-1 2 1,2 2 0,1 4-74,-3 2 0,2 2 0,-3 6 0,1 0-99,0-1 0,-1 1 0,5-1 0,-1-2-179,-3-1 0,2 0 0,-2 2 1,1-1-13,-1-1 0,2-1 1,-3 2-1315,0-1 0,-2-4 1739,-5 3 0,0-4 0,0 2 0</inkml:trace>
  <inkml:trace contextRef="#ctx0" brushRef="#br0" timeOffset="127">20011 4220 8004,'-12'12'2174,"5"-4"-1164,3 0 1,3-4 0,2 2-471,3-1 1,4-1-1,7-4 1,2 0-357,1 0 1,2 0 0,3 0 0,1-1-660,-1-3 0,2 3 0,1-3 0,2 1-601,-2-1 0,-4 3 0,-1-4 0,2 1 1076,-2 0 0,0-5 0,2 2 0</inkml:trace>
  <inkml:trace contextRef="#ctx0" brushRef="#br0" timeOffset="128">20636 3996 8833,'0'-12'5998,"-2"6"-5107,-2 2 0,-2 4 0,-6 4 0,0 5-245,0 5 1,1 1-1,-1 5 1,0 2-558,0 4 1,-3 0 0,-1 6 0,0 2-392,-1 4 1,3-4 0,-5 2 0,2 0 36,3-3 0,1-5 1,2 1-1,3-3-1759,5-3 0,1-12 0,4 0 1009,1-5 0,5-2 0,7-6 1,2-5 560,1-5 1,-2-3-1,2-1 1,-1-4 453,-2-2 0,-2 1 0,-2-2 0,7 2 0,0-8 0</inkml:trace>
  <inkml:trace contextRef="#ctx0" brushRef="#br0" timeOffset="129">20612 4185 8004,'7'5'56,"-2"2"193,-5 4 1,0-3 0,0 0 467,0 1 1,1 1-1,2-1 1,1-1-81,-2 1 0,4 1 0,-1 1 0,1-2-784,4-1 1,-4 0 0,2 3 0,1 1-304,2 0 0,-4-4 1,1-2-1,1 1-665,2-1 0,-3-3 0,-2 2 1115,0 1 0,3-5 0,-3 4 0</inkml:trace>
  <inkml:trace contextRef="#ctx0" brushRef="#br0" timeOffset="130">20612 4362 7418,'0'-12'3492,"0"0"-2380,0 0 1,0 4-1049,0 1 1,1 0-1,2-2-432,1 1 1,5 4 0,-1-2 0,2-1 229,2 0 0,0 1 0,0-3 1,1 2-1034,3 2 1,-3-4 1170,2 1 0,4-3 0,-1 0 0</inkml:trace>
  <inkml:trace contextRef="#ctx0" brushRef="#br0" timeOffset="131">20942 4032 8004,'-1'7'1713,"-3"1"1,3 2 0,-3 4 0,2 3-905,2 1 1,0 3-1,0 7 1,0 3-368,0 3 1,0 2-1,0-1 1,-1 0-596,-3 1 1,-2-2-1,-6-3 1,0-3-713,0-3 1,2-3 0,1-3 0,1-3-2199,-1-3 0,2-6 3063,-1-3 0,6-13 0,-4-4 0</inkml:trace>
  <inkml:trace contextRef="#ctx0" brushRef="#br0" timeOffset="132">21202 4267 8004,'-12'0'374,"0"0"550,0 0 1,4 4 0,1 0 1338,-3-1-2127,5-2 1,1 3 0,8 0-1,4-1-564,2-2 0,6-1 1,1 0-1,0 0-12,0 0 1,3 0 0,-3 0 0,0 0-348,0 0 0,0 0 0,-3 0 0,2 0 787,-1 0 0,3 0 0,0 0 0</inkml:trace>
  <inkml:trace contextRef="#ctx0" brushRef="#br0" timeOffset="133">21225 4350 8004,'-12'0'1815,"5"1"-240,-1 3 1,1-1-633,-1 5 1,4-4-711,8 3 1,4-4 0,7 1 0,2-3-1923,1-1 0,2 2 0,3 0 1689,1 2 0,5 5 0,1-2 0</inkml:trace>
  <inkml:trace contextRef="#ctx0" brushRef="#br0" timeOffset="134">21720 4185 6406,'-1'6'4426,"-3"-2"-3215,3-2 1,-4-4-419,5-2 0,1 2 0,3-6 0,4-1-207,2-2 0,2 0 1,0-1-1,0 0-372,-1 0 1,1 4 0,0 0 0,0 1-183,0 0 0,-1-2 0,1 5-214,0 1 1,-2 3 0,0 4-1,-4 5-87,-1 6 0,-1-1 1,-4 6-1,0 1 228,0 1 1,0 6 0,-1 0-1,-3 3 199,-4 1 0,-6-3 1,-2-1-1,2-2-19,1 1 0,-3-6 0,0 2 0,0-5 102,-1-4 0,3-1 0,-4-1 0,1-1-219,2-4 1,2-1-1,1-6 1,1 0-187,-1 0 1,4-2 0,1-3 64,2-7 0,1 1 0,4-5 1,0 3-145,0 1 1,5 0 0,3 0 76,3 1 0,1 3 0,-1 1 1,1 2-281,0 2 0,1 3 1,1 4-1,2 4-262,-1 3 0,-2 0 1,0 1-1,1 0-47,2 0 0,0 0 1,-5-1-1,3 1-15,1 0 1,-2-4-1,3-2 1,-3 0 769,-1-4 0,0 0 0,0-2 0</inkml:trace>
  <inkml:trace contextRef="#ctx0" brushRef="#br0" timeOffset="135">22169 3961 8004,'-6'-12'2010,"5"6"0,-8 2-1659,5 8 1,0 2-1,5 6 1,3 0-196,4-1 0,-1 3 0,1 0 1,-1 2-673,0-2 1,3-1 0,-3-1 0,1 0-147,0 0 0,-4-2 0,2-1 0,1-2-738,-1-2 1,-2 3 1399,4-4 0,-5 0 0,2-4 0</inkml:trace>
  <inkml:trace contextRef="#ctx0" brushRef="#br0" timeOffset="136">22086 4150 8402,'12'-12'1081,"-3"4"1,3 0-1,5-2-474,4-5 1,4 1-1,2-5 1,3 1-723,0 0 0,-1 3 0,-6 1 0,-4 5-1515,-3 5 1,-7 2 1629,-1 2 0,-11 6 0,2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5.885"/>
    </inkml:context>
    <inkml:brush xml:id="br0">
      <inkml:brushProperty name="height" value="0.053" units="cm"/>
      <inkml:brushProperty name="color" value="#FF0000"/>
    </inkml:brush>
  </inkml:definitions>
  <inkml:trace contextRef="#ctx0" brushRef="#br0">2759 8393 7893,'0'-11'214,"-4"3"0,-1 1 0,0 1 97,-1-1 0,-2 3 0,3-2 175,-1 0 1,3-3 63,-1 1 0,3 2-107,1-2 1,1 1 0,3-2-262,4 1 0,-2 4 0,2-2 1,1 1 7,2 2 0,1-2 0,0 1 0,-1 1-144,1 2 0,0 1 1,1 0-160,3 0 1,1 0-1,4 0 1,-2 0 0,4 0-32,3 0 0,0 0 0,5 0 0,2 0 216,1 0 0,2-4 0,-1 0 0,0 0-16,1-1 0,-6 2 0,-3-3 1,0 0 17,0 4 0,-2-3 0,1 1 0,-3 0-31,-4-2 1,-3 5 0,2-3 0,1 2-45,-1-2 0,-4 2 0,2-2 0,-2 3 19,2 1 0,-3 0 1,3 0-1,-2 0-64,2 0 1,-5 0 0,3 0 0,0 0 39,0 0 1,-1 0 0,-2 0-1,1 0 20,0 0 0,0 0 0,0 1 0,-1 2-26,1 1 0,1 0 0,2-4 0,2 0-35,1 0 1,-2 0 0,4 0 0,0 0-15,3 0 0,-4 0 0,0 0 1,-1 1 2,0 3 0,-2-3 0,2 3 0,1-2 59,-1-2 1,-3 0 0,0 0-1,0 0 27,0 0 0,-1 0 1,1 0-1,-2 0-6,-1 0 1,0 0-1,0 0 1,1 0-19,3 0 1,-6 0 0,4 0 0,1 0-9,-2 0 0,4 0 0,-1 0 1,-1 0-50,2 0 1,-2 4 0,3 0 0,1-2 40,-1-1 0,-2-1 0,3 0 0,2 0 13,2 0 0,-4 2 1,1 0-1,1 2-13,1-1 1,-2-2 0,-1-1 0,2 0 0,2 0 1,-2 2 0,0 0 0,1 2-50,-1-1 0,0 2 1,2-1-1,1-1 11,0-2 0,-1 0 0,1 2 0,-1 1 36,1-2 0,1 1 0,1 0 0,1 1 8,0-2 1,-1-1-1,0-1 1,3 0 9,1 0 1,-2 0 0,3 0-1,2 0-4,1 0 0,-3 0 0,-1 0 0,2 0 24,2 0 1,-5 0 0,5 0 0,-3 0 10,-1 0 1,-1 0 0,4 0 0,1 0-8,-1 0 1,-3 0 0,3 0 0,1 0-5,-1 0 1,-1 0 0,2 0 0,-1 0-6,-1 0 1,-4 0 0,5 0-1,1 0-18,-1 0 1,-4 0-1,1 0 1,0 0 25,0 0 1,-2 0-1,2 0 1,1 0 30,3 0 1,-5-3 0,7-1 0,-2 0 5,0-2 1,-2 5 0,1-4-14,0 0 1,6 2-1,-6-4 1,-2 1 0,2 1 95,1-1 1,-9-1 0,5 1 0,-1 1-43,0 0 1,-3-3-1,2 4 1,-2 0-58,1-1 0,-2 4 1,4-3-1,0 2 8,2 2 1,1 0-1,1 0 1,1 0-125,-2 0 1,1 0-1,1 0 1,0 0 40,2 0 1,-9 0 0,6 0 0,-4 0 54,-2 0 1,2 0 0,-4 0 0,0 0-15,-3 0 0,0 0 0,3 0 0,2 0 45,-1 0 1,-3 0-1,7 0 1,1-1-5,-1-3 0,-3 3 1,3-3-1,-1 3-38,-3 1 1,1-4 0,-3 0 0,1 1-32,-2 2 1,-2-3-1,1 0 1,-1 1 4,-1 2 1,-6-3 0,2 0 0,-3 0-649,-1-1 1,-2 2 0,-2-5-170,-4-1 0,-4 3 0,-4-2 0,-5-1-894,-6-2 1719,-3 5 0,-21-15 0,-5 1 0</inkml:trace>
  <inkml:trace contextRef="#ctx0" brushRef="#br0" timeOffset="1">3655 8051 7853,'-6'-5'-329,"-4"3"0,5-5 0,0 0 905,0 1 1,-3 2 180,4-4 262,-5 6 307,7-9-546,-3 10 1,10-3-1,2 8-343,-1 4 1,5 2-1,-3 2 1,2 1-303,2 3 1,0-2-1,0 4 1,-1 1 2,1-1 1,4-2-1,0 2 1,-1 1-535,2-1 1,-2-4 0,3 2 0,1-3-1323,-1-1 1,-6-2 0,2-2-1214,1-4 2931,-1-3 0,-2-1 0,0 0 0</inkml:trace>
  <inkml:trace contextRef="#ctx0" brushRef="#br0" timeOffset="2">3573 8370 10939,'0'-12'778,"0"0"1,9-6-1,4-6 1,5-8-580,7-10 1,8-3-1,6-9 1,0 2-834,2 2 0,-9 11 0,-1 6 0,-6 6-869,-5 4 1503,-3 13 0,-6-11 0,1 8 0</inkml:trace>
  <inkml:trace contextRef="#ctx0" brushRef="#br0" timeOffset="3">6556 8028 7783,'-8'0'695,"0"0"1,2 5 0,-3 2-92,1-1 1,6 5 0,1-3 0,6 3-472,6 5 0,-2 2 0,8 6 0,0 0-311,3-1 0,-2 1 0,2-1 0,1 1-333,1-1 0,-2-3 1,-1-3-1,1-2-127,-2-5 0,3-2 1,-5 0 637,-2-4 0,-1-3 0,-1-1 0</inkml:trace>
  <inkml:trace contextRef="#ctx0" brushRef="#br0" timeOffset="4">6556 8311 7784,'6'-17'118,"5"6"1,-3-3 0,4-2 500,3-1 1,0-3 0,4-3-1,2-1-145,2 1 0,2 3-474,2 0 0,-2 6 0,4-3 0</inkml:trace>
  <inkml:trace contextRef="#ctx0" brushRef="#br0" timeOffset="5">7829 7167 7814,'-7'0'435,"-1"2"860,-1 2 1,2-3-67,-1 3 1,4-3-370,-4-1 0,6 1 24,-2 3 1,3-1-1,1 5-552,0 1 0,0 1 0,0 2-412,0 0 1,3 0-1,3 0 1,0-1 228,3 1 0,-2-4 0,1-1-1254,1-2 1,-2 3 0,0-3 0,3 0-3946,0 0 5050,2-1 0,5-4 0,1 0 0</inkml:trace>
  <inkml:trace contextRef="#ctx0" brushRef="#br0" timeOffset="6">8018 7120 7829,'-1'-8'896,"-3"0"1,1 6 0,-3-1 282,1 6 0,-3 3 0,2 7 0,1 3-605,0 4 1,-4-2 0,2 2 0,-1 2-346,0 4 0,2 0 0,-3 6-283,1 1 0,0-1 0,-4 1 0,2-1 1,1-1-512,1-1 0,5-1 0,-1-7 0,3-1-6729,1-1 7294,0-11 0,5 1 0,2-10 0</inkml:trace>
  <inkml:trace contextRef="#ctx0" brushRef="#br0" timeOffset="7">8160 7226 7769,'-12'6'1090,"4"-4"0,0 5-289,-1-2 1,2-1 0,1-3 485,1 3 0,2-3-1043,7 3 1,2-2 0,6-2 0,0 0-592,0 0 0,0-2 1,-1 0-1,1-2-132,0 1 0,1-2 1,2 1-1,0 0-99,0-1 1,-2 4 0,-1-3 577,-1 2 0,1-3 0,0-2 0</inkml:trace>
  <inkml:trace contextRef="#ctx0" brushRef="#br0" timeOffset="8">8183 7321 7786,'-12'11'227,"1"0"1,0-2 827,3-1 0,-2-4 0,3 4 1809,1 1-1512,0-4 0,8-1 0,2-7-1239,4-1 0,2-3 0,2 1 0,1 0 1,1-2-856,2 1 1,1-2 0,-2 4 0,0 0-1147,0 0 1888,3 1 0,0-2 0,6 0 0</inkml:trace>
  <inkml:trace contextRef="#ctx0" brushRef="#br0" timeOffset="9">8596 7049 7466,'-12'-6'-169,"4"1"2462,0 5 0,5 0-1353,-5 0 1,5 1 0,-2 3 0,1 4-423,0 2 1,0 7-1,4 3 1,0 2-378,0 2 1,-1 5 0,-2 1 0,-1 1-305,2 1 1,0-5 0,2 3 0,0-1-1725,0-3 0,0-6 0,0-4 1887,0-3 0,5-2 0,2 1 0</inkml:trace>
  <inkml:trace contextRef="#ctx0" brushRef="#br0" timeOffset="10">8737 7250 7756,'-11'12'662,"3"-6"1,0-1 2647,-1 1-2110,-2-5 1,5 3-665,2-8 0,3 1 0,2-5-308,3-1 1,1-1-1,4-1 1,-1 2-165,1 1 0,-2 2 1,-1-3-1,1 2-56,-1 2 1,-2 0-1,4 2-199,1-1 0,2 0 0,1 4 20,-1 0 0,1 1 0,-1 3 0,-2 4-56,-1 3 0,0 0 1,3 1-1,2 0-222,3 0 1,-7 0 0,3-2-1,-1-1-398,-1-1 0,2-1 1,0 1-510,0-5 1,-5-1 1355,1-2 0,0-5 0,4-2 0</inkml:trace>
  <inkml:trace contextRef="#ctx0" brushRef="#br0" timeOffset="11">8796 7368 8133,'-11'5'1469,"-1"-4"1,5 3 0,5-8-1,4-5-1046,6-5 0,7-5 1,2-4-1,1-2-384,3-3 1,1 2 0,2-4-1,-1 1-781,1 3 0,-4 5 0,-2 3 0,-1-1-1061,-3 1 1803,-1 4 0,5-3 0,0 5 0</inkml:trace>
  <inkml:trace contextRef="#ctx0" brushRef="#br0" timeOffset="12">9174 6873 13234,'0'17'1107,"0"2"1,0 9 0,-2 5 0,0 6-1211,-2 8 1,-4 5-1,3 5 1,0-4-4080,-1-2 4182,2-10 0,4 5 0,0-11 0</inkml:trace>
  <inkml:trace contextRef="#ctx0" brushRef="#br0" timeOffset="13">2983 12849 7774,'-7'6'4075,"3"-6"-3112,3-7 1,1-5 0,0-3 0,0-6-745,0-6 1,1-4 0,3-7-1,4-4-101,3-4 0,1 0 0,-1-9 0,1-1-127,0-2 1,0 5-1,-2 4 1,-2 7 513,-4 7 0,-3 13-209,-1 2 1,-1 7-1,-2 8 1,-2 7-31,-1 9 0,3 10 1,-2 1-1,1 8-547,0 8 1,0 3-1,4 14 1,1 1-288,3 2 1,-1-5 0,6-3 0,3-5 293,2-6 1,7-8 0,-3-6 0,2-8 529,0-9 1,-1-17 0,4-11 0,-2-10 250,-2-8 1,-4-1-1,0-7 1,-1-4-367,-3-2 0,0 1 0,-3-2 0,-4 2-516,-3 2 1,-1 11-1,0-4 1,0 4-652,0 5 1,-1 15 210,-3 14 0,2 9 1,-3 12-1,1 7 229,0 6 0,0 6 1,4 6-1,0 5-1979,0 2 2565,0-1 0,0 5 0,0 0 0</inkml:trace>
  <inkml:trace contextRef="#ctx0" brushRef="#br0" timeOffset="14">3584 12649 7864,'0'-12'313,"0"0"0,0 1 836,0-1 0,0 0 0,0 0 0,-1-1 70,-3-3 0,3 3 0,-4-1 0,1 3-406,0 4 1,-5 3 0,1-3 0,-3 2-383,-1 2 0,1 7 1,-2 4-1,-2 4-253,-1 3 1,1 5-1,3 6 1,0 2-463,0-2 1,6-1-1,2-2 1,2 0-574,2-4 0,6-2 0,2-6 0,3-3 210,5-4 1,2-6-1,7-4 1,2-7 398,0-4 1,-3-4 0,-5-5 0,1-2-11,-2 2 1,-2-3 0,-8 3 0,-3 2-340,0 3 0,-3 7 0,0 0-815,-4 4 1,-1 5-1,-5 5 1412,-1 0 0,4 5 0,0 2 0</inkml:trace>
  <inkml:trace contextRef="#ctx0" brushRef="#br0" timeOffset="15">3832 12201 8465,'0'-12'0,"0"0"1411,0 1 0,0-1 0,0 0-330,0 0 0,0 7 0,0 6-361,0 10 1,0 11 0,0 9 0,0 5-501,0 3 1,0 3-1,0 5 1,0 0-1069,0 1 0,0-7 1,0-1-813,0-4 1,0-3-1,0-4 1,0-7 1659,0-3 0,-5-9 0,-2-5 0</inkml:trace>
  <inkml:trace contextRef="#ctx0" brushRef="#br0" timeOffset="16">3632 12401 7876,'-8'7'1863,"0"-3"0,6-3 1,4-1-1,8 0-1289,9 0 0,4-4 1,3-1-1,3 0-1424,1 0 0,2-3 1,3 4-1,1 1 850,-1 2 0,6-4 0,0-2 0</inkml:trace>
  <inkml:trace contextRef="#ctx0" brushRef="#br0" timeOffset="17">4929 12331 7846,'-12'-12'1105,"0"0"0,0 2 0,0 2 0,1 4 0,-1 2-28,0 2 0,-1 2 1,-1 3-1,-2 7-628,1 6 0,2 6 1,2 3-1,0 5-431,3 2 0,-1-3 0,5-1 1,1-1 74,2-3 1,6-5 0,3-4 0,4-2-685,4-5 0,2-7 0,6-3 0,-1-8 401,1-6 0,-4-5 1,-1-4-1,1-1 216,-2 0 0,-1 0 0,-5-3 0,-1 0-410,-4 1 1,-1 1 0,-6 1 0,0 2-627,0 2 1,-6 3 0,-3 7-283,-5 2 1,5 4-1,-3 8 1,1 5 1291,1 6 0,-2-2 0,0 4 0</inkml:trace>
  <inkml:trace contextRef="#ctx0" brushRef="#br0" timeOffset="18">5094 12307 10468,'-12'5'4241,"5"-2"-3368,3 5 0,-1-4 1,1 4-1,2 2-481,0 4 1,2 0 0,-1 3 0,-2-2-134,-1 1 0,1 1 0,3-3-376,0 2 0,0 0 0,0-4-111,0-1 0,1-5 36,3-6 1,-2-7 0,6-7 0,0-3-64,-1-2 0,3 0 0,-2-5 0,3 1 34,0-1 0,-3 6 0,-1 2 0,-1 3 88,1 1 0,-3 2 1,4 2 64,1 4 0,-3 2 0,1 5 1,-2 4-8,-2 4 0,2 8 0,0-2 0,0 0 90,1 0 1,3 0 0,-3-3-1,2 1 83,0-5 1,0 1-1,4-7 93,0-2 0,-1 0 1,1-4-81,0-2 1,-2-4 0,0-6-1,-4-3-51,-1-1 1,3-2-1,-4-2 1,-1-1 48,-2 0 0,-1 6 1,0-5-1,0 3 186,0 5 1,-1 2 0,-3 4 0,-4 4 55,-2 3 1,-1 2 0,2 3 0,1 5-70,-1 6 1,2 3-1,1 6 1,1-1-266,2 1 0,2 1 1,1 0-1,1 0-583,3-3 1,2-5-1,8 1 1,1-1-213,5-2 0,-2-8 1,2-3-1,1-2 212,1-2 1,2-6 0,-2-1 565,-2-4 0,7-11 0,-2-3 0</inkml:trace>
  <inkml:trace contextRef="#ctx0" brushRef="#br0" timeOffset="19">5660 12331 7819,'-12'11'0,"0"1"852,0 0 0,7-2 0,5-2 675,7-4 0,4-6 0,4-4 0,1 0-1600,-2-3 0,3 2 0,0-1 1,0 0-1557,0 2 0,0-5 1629,-1 4 0,-3 1 0,4 1 0</inkml:trace>
  <inkml:trace contextRef="#ctx0" brushRef="#br0" timeOffset="20">6261 11824 7878,'12'-17'1193,"-2"6"1,0-3 3524,-3-1-3833,-4 6 0,2 13 0,-5 9-209,0 4 1,0 7 0,0 6 0,-1 3 0,-3 6-441,-4 6 0,-1 0 0,-1 9 1,-1 1-281,-2 3 0,-1-2 0,0 7-904,-1-3 0,6-11 0,-2-6 0,5-8-939,3-7 1,2-13 1886,1-15 0,5-10 0,1-8 0</inkml:trace>
  <inkml:trace contextRef="#ctx0" brushRef="#br0" timeOffset="21">6084 12177 8769,'-9'13'1948,"-3"3"0,2-5-1348,2 4 0,7-4 1,1 3-1,6-3 316,5-3 0,4-6 0,2 2 1,3-3-808,5-1 0,-1-3 0,3-3 0,-2 1-897,-1 0 1,3-3 0,1 3 0,-2-2-1562,-1-2 2349,-2 4 0,1-6 0,-1 5 0</inkml:trace>
  <inkml:trace contextRef="#ctx0" brushRef="#br0" timeOffset="22">6544 12107 7342,'0'-8'-218,"-1"1"1893,-3 2 0,-3 1 0,-4 7 0,-3 5-721,-1 7 0,0 8 1,-3 3-1,0 3 181,-1 1 0,9 0 0,-1 1 0,5-3-1637,3-3 0,3-7 1,4-4-425,4-4 1,8-5-1,3-8 1,4-3-1,0-7-224,1-5 0,-6 0 0,-2-3 0,-4 3-487,-5 1 0,-1 1 1637,-6 4 0,-11 1 0,-2-1 0</inkml:trace>
  <inkml:trace contextRef="#ctx0" brushRef="#br0" timeOffset="23">5141 13073 7793,'-8'4'769,"0"0"1143,0 5 0,3-7 0,5 2-1259,7-3 1,-1-5 0,2 0-1,3 0-758,3-1 0,-1 2 0,3-3 1,-2-1-214,2 1 0,-2 3 0,5-2 0,-1 1 318,0 0 0,-3-5 0,2 2 0</inkml:trace>
  <inkml:trace contextRef="#ctx0" brushRef="#br0" timeOffset="24">5672 12849 7793,'-8'0'0,"0"0"0,-1 0 596,-2 0 1,3 0-1,0 2 1,-2 2 891,-4 3 1,0 5 0,-1 4 0,2 4-1116,1 2 0,0 5 0,2 2 1,2 1-612,4 3 1,2-8-1,4-2 1,2-2 102,4-2 0,7-7 0,5-11 0,2-6-793,2-7 0,-1-8 0,0 1 0,-2-5 390,-2-4 1,-6 6 0,0-4 0,-5 0 255,-2 1 0,-2 4 1,-4 3-1,0 1-63,0 2 1,-6 2 0,-2 3 0,-2 2 26,-2 4 0,0 3 0,2 2 318,2 3 0,-2 8 0,3 6 0</inkml:trace>
  <inkml:trace contextRef="#ctx0" brushRef="#br0" timeOffset="25">5837 12849 8152,'4'-8'2255,"-1"1"0,1 5-1169,-4 2 0,0 6 0,-1 7 1,-2 1-495,0 2 1,-3 5 0,4-2 0,-4 2-556,0-1 0,3 2 1,-1-3-1,2-1-264,-2-2 0,2-3 1,-1-1-112,1-1 1,4-4-140,1-3 1,0-8-1,4-5 1,-1-4-30,1-3 1,-1 0 0,3 3-1,-1-1 235,2-2 0,-4 2 0,1 4 0,-1 2 170,1-1 0,-3 4 0,4 1-104,1 3 0,-3 1 0,2 1 1,1 3 285,2 4 0,-3-2 0,-1 2 0,3 2 145,0 0 0,6 0 0,0 0 0,-2-4-114,-1-1 1,3-1 0,0-5 0,-2-2-66,-1-1 1,-5-9 0,-2 2 0,1-4-49,0-2 1,-5 0 0,2-2 0,-3 1 1114,-1 1 1,-1 4 0,-3-2-698,-4 2 0,2 6 1,-2 4-1,0 7-240,2 8 0,-1 1 0,4 7 0,-1 1 38,2 1 1,2 3 0,4 1-1,4 2 75,2-2 1,3-1-291,3-2 0,7 1 0,8-1 0</inkml:trace>
  <inkml:trace contextRef="#ctx0" brushRef="#br0" timeOffset="26">10082 12484 8249,'-11'23'0,"2"1"775,1 0 0,2 0 0,-3 3 0,2 3 44,2 4 0,-3-4 0,4 7 0,1-2-697,2-2 1,0-6 0,-2-1-1,-1-5-3438,2-5 1989,0-3 1,2-11 0,0-8 1326,0-7 0,-5-10 0,-2-7 0</inkml:trace>
  <inkml:trace contextRef="#ctx0" brushRef="#br0" timeOffset="27">9716 12425 7819,'-18'12'0,"1"0"1756,0-1 1,9-3-543,0 0 0,8-5 1,8 1-1,9-4-173,8-4 1,5-3 0,7-6 0,2-1-1153,4-2 1,-1 0-1,1 4 1,2 1-805,1-1 0,-3 4 0,-2 1 0,-2 2 876,-1 3 0,-11 0 1,1 2 38,-10 0 0,1 5 0,-1 2 0</inkml:trace>
  <inkml:trace contextRef="#ctx0" brushRef="#br0" timeOffset="28">9811 12802 7851,'-12'22'0,"0"-1"0,1-2 1915,4-2 1,1-5-1061,6-5 0,7-4 0,5 1 0,6-4 0,6-4-654,3-4 1,3-2 0,6-2 0,0-1-1050,4-3 1,-1 2-1,6-5 1,2 2 37,1 3 0,-5-3 810,8 1 0,-10-5 0,5 3 0</inkml:trace>
  <inkml:trace contextRef="#ctx0" brushRef="#br0" timeOffset="29">10601 12449 7851,'-24'6'729,"3"1"1,0-5-1,-2 3 549,-2 2 1,2 5 0,-3 4-1,4-1-617,2 2 0,6-2 0,-2 3 1,4 0-637,4 1 1,4-5-1,8 2 1,6-2-123,4 2 1,4-3-1,6 3 1,0-3-602,-1-1 0,-3-4 0,-1-1 0,1 1 491,-2-1 0,-4-1 0,-8-2 391,-1 4 0,-6-1 0,-7-1 1,-4-1-337,-3-2 1,-8 2 0,-4-1-1,1-1-1109,1-2 0,5-1-222,0 0 1,10-1 1482,6-3 0,11-3 0,16-4 0</inkml:trace>
  <inkml:trace contextRef="#ctx0" brushRef="#br0" timeOffset="30">11603 12449 7914,'-12'9'0,"-1"2"1013,-3 3 0,2-5 0,-4-1 0,-1 2 65,1 4 1,-2 2 0,-2 5-1,1 3-709,1 1 0,6-2 1,0 7-1,4-1-691,6-3 0,3-5 0,2-4 1,5-2 143,5-5 1,3-6 0,5-1-1,2-6-61,1-5 1,2-9 0,-2-5 0,-1-4 197,-1 0 1,-6-1 0,1 1-1,-6-1-185,-5 0 0,1 3 0,-1 0 0,-1 0 70,-2 1 0,-2 1 1,-2 1-1,-2 4-1107,-2 4 0,3-1 1,-4 11 303,-1 0 1,0 3-1,0 4 959,1 4 0,0 7 0,-4 4 0</inkml:trace>
  <inkml:trace contextRef="#ctx0" brushRef="#br0" timeOffset="31">11792 12472 7914,'-4'8'3362,"-2"0"-2294,0 1 0,2 1 1,-3 2-1,2 0-567,3 0 0,-4-4 0,2 0 1,2 1 291,0 1 1,2 2 0,0 0-1032,0 0 1,0-1-1193,0 1 953,0 0 1,0-7 0,2-5 0,2-8 0,4-6 0,-2-1 0,2-4 1,0-2 257,-2-1 0,5 3 0,-3 4 0,1 1 145,-1 3 0,1-1 1,-4 1-1,0 2 115,1 1 1,-1 6 0,-3-1-14,2 6 1,4 5 0,-4 6 0,0 3-34,1 1 0,-3 1 0,3 2 0,-1-3 222,0-1 1,5-1-1,-2-4 1,2-1-60,2 1 1,-5-5 0,7-3 0,0-3-73,1-1 1,3-9 0,-2-4 0,1-3-4,-2-1 1,-1-4-1,-1 1 1,0-3 27,-1-5 0,1 3 0,-1-2 0,-2 2 172,-1 1 1,-6 5 0,2 0 349,-2 2 1,-4 7-497,-2 6 0,-1 8 0,-4 5 0,2 5 15,2 6 1,-3-2 0,4 2-1,2 1-278,0 1 0,2 2 0,2-2 0,2-1-324,4-1 1,2-5 0,2 4 0,1-2-651,3-3 1,-3-1 0,2-2 0,-1-2-2251,-3-1 3349,1-6 0,0 9 0,0-5 0</inkml:trace>
  <inkml:trace contextRef="#ctx0" brushRef="#br0" timeOffset="32">12499 12401 7864,'-12'12'1574,"6"-5"0,2-2 0,9-5 0,6 0-1765,3 0 0,7 0 0,-3-1 0,2-2-884,0-1 1,-2 0-1,2 4 1,-5 0 1074,-2 0 0,4-5 0,2-2 0</inkml:trace>
  <inkml:trace contextRef="#ctx0" brushRef="#br0" timeOffset="33">12947 12130 8697,'5'-12'-1080,"2"6"-378,5 2 1458,-6 3 0,5 6 0,-5 1 0</inkml:trace>
  <inkml:trace contextRef="#ctx0" brushRef="#br0" timeOffset="34">12983 12166 7864,'0'-12'1546,"0"0"-307,0 0 0,0 4 0,-2 2-399,-2 1 0,3 2 1,-3 7-8,3 4 1,1 7 0,-2 6 0,0 6-407,-2 4 1,-1 4 0,2 3 0,-1 2-1119,2-2 0,-4-6 0,2-1 1,2-3-669,0-1 1,2-8-1,0-3 1,0-3-1032,0-1 1,-1-8 2389,-3-8 0,-2-8 0,-6-12 0</inkml:trace>
  <inkml:trace contextRef="#ctx0" brushRef="#br0" timeOffset="35">12818 12331 7864,'0'6'4391,"1"1"1,3-5-4115,4 2 1,6 0-1,3-4 1,1 0-744,3 0 1,3 0 0,2 0 0,3 0-289,1 0 0,2-1 0,2-2 0,-3-2-834,-3-2 0,-4-4 0,-1-5 0,-2 0 1497,-2-1 0,-8 3 0,1-5 0,-3 1 880,-3 0 0,0 3 1,-8 1-56,-2 5 1,2 4 0,-6 5 0,-1 0 613,-2 0 1,-1 9-1,-1 4 1,-1 4-737,-2 4 0,0 5 1,6 2-673,2-2 1,-1 1-1,5-2 1,1-3-1,2 1-344,1-1 1,1-8-1,5-3 1,4-5-203,5-3 1,6-3 0,-3-5 0,2-6-632,-1-3 0,-4-7 0,0 1 0,-2-1-186,-1 2 1423,-5 2 0,-2 0 0,-5-2 0</inkml:trace>
  <inkml:trace contextRef="#ctx0" brushRef="#br0" timeOffset="36">13490 12225 9868,'-7'1'1765,"3"3"0,4-3 0,4 3-2278,4-3 0,2-1 1,4 0-1,0 0-1738,2 0 0,5-4 2251,-2 0 0,-2-5 0,0 3 0</inkml:trace>
  <inkml:trace contextRef="#ctx0" brushRef="#br0" timeOffset="37">13891 12154 7732,'-11'-5'0,"2"-2"812,1 0 1,4-2 0,-4 4 0,-1 0 50,-1 0 0,2 1 1,0 4-1,-3 0-336,-3 0 1,4 5 0,-5 3 0,1 2-201,1 2 0,1 6 1,4 3-1,3 4-333,-1 1 1,5-3 0,-1 3 0,4-4-552,6-2 0,4-6 0,4 1 0,3-6 132,3-5 1,6-4-1,-1-4 1,-2-4 95,-4-3 1,0-4-1,-5-2 1,-2-2 111,0-2 0,-4 0 1,-2 0-1,-4 3-667,-3 1 0,-1-3 0,0 5 884,0 0 0,-5 2 0,-2 1 0</inkml:trace>
  <inkml:trace contextRef="#ctx0" brushRef="#br0" timeOffset="38">14091 12118 7732,'8'-10'957,"-2"1"437,0 1 261,-2 5 1,-4 5-1,-2 8-925,-2 5 1,2 2 0,-5-3 0,2 3-417,2 1 0,-2-2 0,1 2 1,0 1-243,-1-1 1,4-4-1,-3 2 1,2-3-160,2-1 0,0-4-416,0 0 0,0-7 0,2-1 0,2-6 196,4-5 1,2-2-1,2-1 1,0-3 152,-1-2 1,1 5-1,-1-2 1,-2 4-86,-1 4 0,0-1 254,3 5 0,1 2 23,0 6 1,-5 2-1,-4 6 1,0 1-5,1 3 0,-3-3 0,5 3 0,-3-3 72,1-2 1,6-3 0,-3-1-58,4-2 0,1-1 0,0-4 0,-1-1 128,1-3 1,0-7 0,0-4 0,-1-1 62,1-1 1,-4-1 0,0-5 0,0 2-64,-2 2 0,1 0 0,-4-2 1,0 3 178,0 1 0,-2 5 0,-2 6-208,-3 0 0,-2 8 0,-6 7 1,0 5-52,0 6 1,0 0 0,2 1 0,1 2-218,1 2 0,5-7 1,-1 5-1,4-4-572,4 0 1,3-5-1,6 2 1,3-4-2506,3-5 3197,-2-1 0,11-6 0,-3 0 0</inkml:trace>
  <inkml:trace contextRef="#ctx0" brushRef="#br0" timeOffset="39">11485 7627 11329,'14'0'1535,"5"0"1,7 0-1611,7 0 0,13-1 0,16-2 0,-25 1 0,1-1-298,4-1 1,0 1-1,-2 2 1,0 0 0,1-1-1,-1 1 1,-2 2-1,-1 1-5344,28 6 5717,-6 2 0,-17 7 0,-1 1 0</inkml:trace>
  <inkml:trace contextRef="#ctx0" brushRef="#br0" timeOffset="40">11497 8216 8309,'5'-11'1186,"2"3"1,6 1 0,4 2-728,6 2 1,11-3-1,11-1 1,6 1-1121,8 2 1,1 3 660,7 1 0,0 0 0,-32 0 0,1 0 0</inkml:trace>
  <inkml:trace contextRef="#ctx0" brushRef="#br0" timeOffset="41">11355 8747 7893,'-6'1'1781,"3"2"-1027,6 1 1,9 0 0,10-4 0,8 0-411,9 0 1,12-4 0,7 0 0,6 1-274,-29 2 0,0 1 1,26 0-1,6 0 1,-4 1-72,-8 3 0,-9 3 0,-6 5 0</inkml:trace>
  <inkml:trace contextRef="#ctx0" brushRef="#br0" timeOffset="42">10895 9313 7815,'11'1'0,"-1"2"0,1 1 176,2-2 0,9 0 1,4-2-1,12 0-67,11 0 0,9-2 1,-22 1-1,1 0 1,1-2-1,1 0-444,2 0 1,-1 0 70,-2-1 0,-1 0 0,9-2 0,0 0 0,-4 0 0,0 0 0</inkml:trace>
  <inkml:trace contextRef="#ctx0" brushRef="#br0" timeOffset="43">10247 9690 10433,'22'-5'865,"6"3"1,15-1-848,8 1 0,-18 0 0,2 0 0,4 0 0,2 0 0,3 1 0,0 0 0,2 0 0,0 0-192,-1 1 0,-1 0 1,-5 1-1,0 0 1,1 0-1,0 2 1,-2 0-1,-1 0-267,-2 0 0,-1 1 1,21 2-1,-2-3 0,-6 2-1732,-6 2 2173,-9-5 0,-3 9 0,-5-5 0</inkml:trace>
  <inkml:trace contextRef="#ctx0" brushRef="#br0" timeOffset="44">10318 10185 8318,'11'0'376,"1"0"0,0 0 0,1-1 0,4-2-189,7-1 1,7-6 0,14-1 0,11-4-204,-23 6 1,2-1-1,3 1 1,1-1-1,3-2 1,0 1 0,1 1-1,-1 1-456,1 0 1,0 2 0,-6 2-1,-1 2 1,2 1 0,-1 0 179,30 1 1,-2 11 0,-11 3-1</inkml:trace>
  <inkml:trace contextRef="#ctx0" brushRef="#br0" timeOffset="45">10164 10786 7939,'12'0'0,"1"2"546,3 2 1,-2-3 0,6 3-1,2-3 125,4-1 0,10-1 0,8-2 0,6-2-671,5-2 1,5 3 0,5-2 0,-31 3 0,0 1-642,0 0 1,0 1 0,29 0 0,-2 2 640,-4 3 0,0 8 0,-3 6 0</inkml:trace>
  <inkml:trace contextRef="#ctx0" brushRef="#br0" timeOffset="46">10117 11223 7728,'-4'19'610,"0"1"1,2-6 0,7 1 0,8-5 98,9-2 0,10-5 0,11 1 0,11-4-585,10-4 1,-30 1-1,0 0 1,4-1-1,1 0 1,0 2-1,0 1-1224,0-1 0,-1 2 860,25 5 0,-24 3 1,0 2-1,-5 2 1,-1 0-1</inkml:trace>
  <inkml:trace contextRef="#ctx0" brushRef="#br0" timeOffset="47">12204 7262 8350,'-8'0'3924,"1"0"-2065,4-6-1637,-8 5 0,10 1 1,-3 8-309,3 2 1,2 4 0,2 0 0,1 2-162,-2-2 1,5 0-1,0 1 1,0 1-1259,1-2 1,0-1 1504,4-1 0,5-6 0,1 0 0</inkml:trace>
  <inkml:trace contextRef="#ctx0" brushRef="#br0" timeOffset="48">12369 7191 8292,'-6'5'2046,"-5"-4"0,10 10 1,-4-2-1725,0 6 0,3-1 1,-2 6-1,2 2-182,-2 4 0,1 3 0,-3 5 0,-1 0-880,1 3 0,3-2 1,-2-2-1,1-1-963,0-3 0,0-4 1703,4-5 0,0-3 0,0-5 0</inkml:trace>
  <inkml:trace contextRef="#ctx0" brushRef="#br0" timeOffset="49">12617 7226 7770,'-5'7'853,"3"-1"0,-3-3 752,0 1 0,4 1-1319,-3-1 1,4-3-1,4 3 1,4-2-460,2-2 0,2 0 1,0 0-1,1 0-395,2 0 1,-1 0 0,1 0 0,0 0-1987,0 0 2554,-1 0 0,8-6 0,-4 0 0</inkml:trace>
  <inkml:trace contextRef="#ctx0" brushRef="#br0" timeOffset="50">12617 7368 8027,'-12'12'318,"0"-2"1,2-1 1179,2-1 0,2-4-606,2 4 1,4-6-1,0 2-911,6-2 1,5-2-1,0 0 1,3 0-817,1 0 0,-2 0 1,3 0-1,-1 0 835,0 0 0,4-6 0,4 0 0</inkml:trace>
  <inkml:trace contextRef="#ctx0" brushRef="#br0" timeOffset="51">12959 7332 8538,'-5'8'0,"-3"-1"320,-3-2 1,4 3 2110,-1-4 0,5-2-1662,-1-6 1,3-2 0,1-6 0,1 0-436,3 1 1,-1-3 0,5 0 0,1-2-165,1 2 1,1-3 0,-2 1-1,-1 2-72,1 1 0,1 5 0,1 0 0,-2-1-357,-1-2 0,0 5 0,4 2 156,-1 3 1,-3 1 0,-1 1 0,-1 3 135,1 4 1,1 7-1,2 5 1,-1 2 18,-1 2 1,0 3 0,3 1 0,-1-2 11,2-1 1,-7-1 0,7-2-397,-2-3 1,1 2 0,1-6-1,-1-3 1,1-5-446,0-1 1,0-2 0,-2-6-1,-1 0-533,-1-2 0,-1-9 0,2 1 1310,-1-1 0,0-6 0,4 1 0</inkml:trace>
  <inkml:trace contextRef="#ctx0" brushRef="#br0" timeOffset="52">13077 7509 7812,'-12'7'1634,"0"2"-141,1-5 0,4-2 1,3-5-879,3-5 1,7-9-1,6-6 1,6-4-604,5-3 1,2-6-1,1-3 1,3 0-191,1-2 0,-7 8 1,4-2-1,-3 2-543,-3 3 1,-1 1 0,-7 7 0,0 2-2748,-2 5 3468,-2 7 0,3-3 0,0 5 0</inkml:trace>
  <inkml:trace contextRef="#ctx0" brushRef="#br0" timeOffset="53">13501 6837 7798,'-11'0'2903,"-1"0"1,4 0-49,0 0-2250,6 0 0,-4-1 1,8-2-427,2-1 0,-2-3 1,6 3-32,1 1 0,-2-2 1,1 1-1,1 0-345,1-1 0,-2 3 0,0-2 1,1 3-295,2 1 1,0 0 0,1 0 128,0 0 0,0 0 0,0 1 319,-1 3 0,-4-1 0,-2 4 0,-1-1 125,0 1 1,0-3 0,-4 3 135,0 3 1,0 0 0,0 2 0,-1-2 197,-3-2 0,1 3 1,-5-5-1,0 2 16,2 0 0,-3-4 1,3 2-149,0 0 0,2 1 560,-4-3-706,5 0 0,-2-5 0,7-2-220,1-1 1,0 1 0,5 3 0,1 0 84,2 0 1,-4 0 0,1 0 363,1 0 0,1 5 0,-1 3 51,-1 2 0,-6-2 0,2 0-292,-2 1 1,-2-2-1,-2 0-561,-2 3 0,2-5 0,-6-1 0,-1-2-749,-2 2 1,-1-2 0,1 2 0,-1-3-764,0-1 0,4 1 0,0 2 1947,-1 1 0,-1 5 0,-2-3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5.939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6815 6531 7951,'0'-12'205,"0"0"1,0 4 303,0 0 0,0 1-324,0-5 1,0 4 0,-1 1 0,-2 1 26,0-1 0,-3 5 1,4-4-119,-2 1 0,-4-1 0,3-5-42,-2 3 1,3-1 0,-4 4-84,-1-2 0,-1 1 1,-2-3 113,0 1 0,4 5 0,0-1-111,-1 3 0,-1-3 1,-2 0-1,0 1 0,0 2 122,0 1 0,-1 0 0,-1 0 1,-2 0 55,2 0 1,1 1-1,1 2 1,0 1-20,0-1 1,1-1 0,-1 1-63,0 1 0,2 1 0,0-2-6,2 1 1,1 3-14,-5-3 1,5 2-1,2-4 198,0 2 9,3 0-99,-8-4 0,3 0-64,-4 0 0,3 0-87,0 0 0,0-4 0,-4 0-17,0 2 0,5 0 0,-1 2 0,-1 0 21,-2 0 1,-1 0 0,1 0-1,-1 2-5,0 2 1,-1-2 0,-2 6 0,-2 1 91,-1 2 0,0-3 0,-3-1 0,1 3 16,-1 0 0,-1 3 1,0 0-1,1 2-35,1-1 1,2-5-1,-3 4 1,2-4-40,2 1 1,2-4 0,3 2-43,0 1 1,4-4 0,2 1 25,0-1-46,2-4 1,6 4-27,2-5 0,-3-5 27,3-3 1,-3 2 0,-1-2 41,0-1-18,0 4 1,-5-1 0,-3 6-2,-2 0 1,-4 6 0,0 1-1,-2 4 9,2 1 1,0 1 0,-1 1 0,-1 3-40,2 2 0,-3-4 0,1 5-46,2 1 1,-1-3-1,1 2 1,-2 0-1,2-1 4,1 1 0,1-1 1,0 4-1,0-2 15,1-2 1,-1-3 0,0 2-1,0 1 102,0-1 0,1 0 0,-1 3 1,0-2-32,0-2 1,0 0 0,1-3 0,0 2-38,3-2 1,-1-1 0,4-2 0,0-2 15,-1-1 1,2-4-5,4 4 7,0-6 1,2 4 4,2-6 1,-2 0 0,5 1 0,-2 3 1,-1-2-15,-4 6 1,0 0 4,0 4 1,0 0 0,0-1 4,0 1 1,0-4 0,0 0 0,0 1 0,0 2 1,0 0-1,0 3 0,0 1 0,4-4 0,0 3 0,-1 1-30,-2-2 1,-1 0 0,0-1-70,0-1 1,0 5 0,0 1 0,0 0 0,0 0 10,0-2 0,0-1 0,0 0 0,0 2 52,0-2 0,0-3 0,1-1 7,3 4 1,-1-1-1,3-4 1,1-3 29,-1 0 1,-2-1 0,4-3 0,1 2-22,2-1 1,1-2 0,-1-1 0,1 0-62,0 0 0,1 0 1,2-1 26,0-3 1,1 3 0,-4-3 0,0 2-106,-1 2 1,-4 2 0,-2 0 0,-1 4 197,0 0 0,0-2 1,-4 4-1,1 1 10,3 2 0,-3 0 0,3 1 1,-2 1 59,-2 3 1,0-3 0,0 4 0,0 0-25,0 3 0,0-2 0,0 1 0,0-2-48,0-3 0,0 0 1,1 1-1,2 0-42,1 0 1,3-6-1,-1-1 1,0 1 17,3 2 0,-2-5 1,1-2-1,1-1-21,1 1 0,2-3 0,1 3 51,3-3 0,-7-2 0,3-2 1,-1-1-79,-1 2 0,2-1 0,0 0-111,-1 0 1,1-1 0,0 4 74,0 0 0,0 0 0,-1 0-164,1 0 0,0 0 1,0 1 99,0 3 0,-5-2 0,1 6 1,1 1 81,2 2 1,-3-3-1,0 0 1,1 1 35,1 1 0,-2 1 0,0-2 0,1-1-7,2 1 0,-3-2 1,-1 0-1,3 1 79,0-1 1,3-1 0,2-3-1,0 1 74,0-1 1,-1-2 0,0-2 0,2-2-40,-1-1 0,2-4 1,-2 3-75,0-2 1,2 3-1,0-2 1,0-1-1,0 2 14,-3 0 0,3-4 0,0 2 0,2-1-89,2 0 0,-3 4 0,0-2 0,-1-1 34,-2 1 1,3 2-1,1-3 1,0 2 16,1 2 0,-2-2 0,3 0 0,-1 0-1,1 0 1,-3-3 0,0 2 0,1 1 47,-1 0 1,-3 1 0,0 4 0,-2-1 54,-1-3 1,0 2-1,0-1 1,0 1-85,-1 2 0,1-1 1,0-2-1,0-1-16,-1 2 1,3-1-1,1 0-35,5 0 1,-3-1 0,-1 2 0,-3 0-83,-1-2 1,-1 0 0,1 4 130,0 0 0,0-4 1,0-1-1,-1-1 4,1 1 0,4-4 1,0 1-1,-1-4 1,2-3 1,2-5-1,6-7 1,2-5-249,5-2 0,-2-3 1,0 1-1,0-1 49,0 3 1,-5 6 0,0 1-1,-5 2 101,-3 1 0,-6 10 0,-3 2 98,1 2 1,-2 1 0,0-1-1,-1 3 29,1-3 0,0 4 1,5-1 212,0 2 1,-4 1 0,0 3-208,1-3 0,1 3 0,2-5-42,0 1 0,0 4 0,-2-4 0,1 1-24,1 0 0,-7-4 0,7 3 0,-2-2 12,1-2 0,2 2 0,0-1 0,0 1-6,-3 0 0,0-3 0,1 2 0,1-3 94,0-1 1,-6 1 0,0-1-1,-2 0 37,0 0 0,-1 1 0,-3-1 0,0-1-22,0-3 0,0 2 1,0-5-1,0 1-92,0 0 0,-1 2 0,-1-3 0,-4 1 73,0 0 1,-2 2 0,-3-2 0,2 1-29,1 2 0,1 1 1,-4-1-1,2 0 90,1 0 1,4 2 0,-4 1 0,0 1 31,2-1 0,-3 0 0,3 0 0,1 1-78,0-1 0,0 0 1,2 0-1,-2 0-67,-2 1 0,5 3 0,-2 0 0,1-1 30,-1-2 1,-1-1 0,-4 2 0,1 1 5,-1 1 0,-2 4 0,-1-3 0,-1 1 13,-2-1 0,0 5 1,-4-4-1,-2 3 87,-2-1 0,0-2 1,0 4-1,2-2 16,2 1 0,3 1 1,-4-1-1,1-2-40,0-2 0,2 3 0,6-2 0,-1-1-101,0 1 0,4-1 1,0-2-1,-1 1-21,-1-1 0,2-2 0,1 0 0,1-1-83,-1 0 1,1 4 0,-4 0 0,3-1-200,-3-1 0,4 3 1,-2 2-1,-1 1-410,-2 0 1,2 0 0,-3 4-333,-5 0 0,4 0 0,-1 0 1006,-1 0 0,1 5 0,2 2 0</inkml:trace>
  <inkml:trace contextRef="#ctx0" brushRef="#br0" timeOffset="1">6745 6425 8144,'-8'0'3218,"0"0"-2570,5-6 1,-1 5-456,8-3 1,3 3 0,6 1 0,3 0-283,3 0 1,0 0 0,0 0 0,2 0-561,2 0 0,0 0 0,1 0 0,-1 0 649,1 0 0,-6 0 0,-1 0 0</inkml:trace>
  <inkml:trace contextRef="#ctx0" brushRef="#br0" timeOffset="2">5554 5882 7758,'-8'-6'-83,"0"2"1161,-1 3 0,3 2-800,3 3 1,1 6-1,2 7 1,0 2 0,0 3-17,0 4 1,4 6 0,1 6 0,1 1 3,-1-1 1,-1-5-1,-4-5 1,0-1 847,0-5-721,0-6 0,0-11 1,0-13-1,0-12-120,0-10 0,4 1 1,0-9-1,0-1-277,1-1 1,-4-4 0,4 0-1,-1 2-36,0 3 0,4 3 0,-3-4 0,1 2-244,-1 4 0,3 10 0,-3 2 66,2 3 1,0 9 0,5 9 40,0 7 0,-4 3 1,0 11-1,1 2-70,1 4 0,2 1 0,0 4 0,0 2 173,0 1 0,-2 0 0,-2-3 1,-3-2 332,0 0 1,-3-3 0,0 3 0,-3-3 240,-3-4 0,-6-5 0,-1 2 0,-3-2-600,-1-3 1,-2-1-1,1-2 1,2-3-615,1-4 0,1-3 0,0-1 401,1 0 0,4-1 0,3-3 1,4-4-3739,4-3 4051,3 0 0,10-7 0,1 0 0</inkml:trace>
  <inkml:trace contextRef="#ctx0" brushRef="#br0" timeOffset="3">5966 5882 7912,'-9'2'1005,"-3"2"1,3-2 0,-7 5 0,5-1 0,2 1-145,1 2 0,1 2 1,-2 0-680,1 1 0,5 4 1,-2 1-1,1 0 1,0 0-140,2-3 0,2-1 0,4-1 0,4 0-344,2 0 0,2-6 0,0-2 0,-1-2-100,1-2 1,1-2-1,2 0 1,0-5 58,0-3 0,-2 0 0,-3-5 0,0 0 92,-3 0 1,-3 2 0,3-3 0,-2 3-292,-2 1 1,-2 4-1,-2 2-153,-3 0 1,-3 2-1,-4 6 694,-1 2 0,0 2 0,0 6 0</inkml:trace>
  <inkml:trace contextRef="#ctx0" brushRef="#br0" timeOffset="4">6108 5906 8299,'0'-7'5485,"0"3"-5079,0 8 1,0 7 0,0 6-1,0 0 1,0 1-73,0 1 1,0 0-1,-1 4 1,-2-2-44,-1-2 1,0-3 0,4 2 65,0-1 1,0-1-202,0-4 0,0-7 0,0-5 0,1-7-230,3-3 1,-1-3 0,5-3-1,1-4-253,1-2 0,-2-1 0,0 0 0,1 2-56,2 2 0,1-1 0,-1-2 1,1 2-302,0 4 1,-4 7 389,0 1 1,-2 7-1,2 1 378,-4 7 1,-3 4-1,-1 4 1,0 2 273,0 1 1,0-3 0,0 0 0,0-2 51,0-1 0,0 0-217,0 0 1,2-2-172,2-2 1,2-8-90,6-8 0,0-6 0,0-2 0,-1 2 0,1 1-221,0 1 0,-4 0 1,0 0-1,-1 1-52,0-1 1,4 5 175,-4 3 0,-1 4 0,-2 4 75,-3 4 1,-1 4 0,0 2 0,0 3-186,0 2 0,0-1 0,0 2 0,0-3-377,0 0 1,0-4 0,0 2 0,0-1-878,0-3 1528,0-4 0,10 3 0,3-3 0</inkml:trace>
  <inkml:trace contextRef="#ctx0" brushRef="#br0" timeOffset="5">6627 5930 12229,'-8'-4'1107,"0"0"0,4 0 0,-3 2 124,2-1 1,0 1-697,1-2 0,1 3-533,-4 1 1,0 5 0,-1 3-406,4 3 0,-1 2 0,0 1 0,0 2-660,-1-2 1,2-1-1,4-1 631,0 0 1,2-4 0,2-2 668,3 0 1,4-4-1,1-6 1,0-4 37,-1-2 0,1-2 0,-1 0 1,-2 0-64,-1 1 1,-1-1 0,4 0-1,-2 2-152,-1 2 1,-4-1-1,2 3-318,0 0 1,-1 3 0,-2 1-147,1 4 1,-1 6-1,-4 6 1,-1 2-393,-2-1 0,0-1 1,4 0-1,0 2-966,0-1 1762,0-2 0,0-2 0,0 1 0</inkml:trace>
  <inkml:trace contextRef="#ctx0" brushRef="#br0" timeOffset="6">6851 5835 7912,'-4'8'597,"0"0"1,-1 0 0,2 4 0,-1-1-85,1 1 0,1 4 0,-1 1 0,-1 0-523,2 0 1,0 3 0,2-3 0,0 0-191,0 0 1,0-5-8,0-5 1,2-4 0,0 0 206,2-6 0,5-9 0,-2-6 0</inkml:trace>
  <inkml:trace contextRef="#ctx0" brushRef="#br0" timeOffset="7">6863 5706 7912,'-6'-8'3553,"-2"0"-2010,-2 5 1,3-1-1395,3 8 1,4 3 0,3 5-1,2-2-492,2-2 0,-3 4 0,4-1 343,1 8 0,1-2 0,2 0 0</inkml:trace>
  <inkml:trace contextRef="#ctx0" brushRef="#br0" timeOffset="8">7016 5882 7912,'0'8'270,"-1"-1"0,-2-1 704,-1 1 0,0-3 0,4 4 0,-1 1-210,-3 1 1,2 0-1,-1 0 1,1 3-402,2 0 0,-1 0 0,-2-1 1,-1 0 245,2 0 1,0-1 1327,2 1-1664,0-5 0,4-7 1,2-8-1,0-4-456,3-4 0,2 2 1,2-6-1,1-2-116,2-4 1,5 4 0,-3-5 0,2 1 94,0 1 0,-2 4 1,2 4-1,-3 3-520,0 3 0,-4 8 641,3-1 1,-9 9-1,-3 7 1,-2 6 0,-2 4-455,0 2 0,0-1 0,0 0 537,0-4 0,0 9 0,0-3 0</inkml:trace>
  <inkml:trace contextRef="#ctx0" brushRef="#br0" timeOffset="9">7829 6814 8706,'-10'1'2023,"2"3"-1701,-2-3 0,7 4 1,-4-3 1176,2 2-660,1-3 0,3 4 676,-3-5-445,3 0-243,-4 0-631,15 0 0,-3-1 1,6-2-1,-4-2-16,0-1 1,1 2 0,2-4 0,1-1-100,3-2 0,-3 3 0,3 0 0,-2-1 76,2-1 0,-2-2 1,5 0-1,-1 0-318,1 1 0,-4-1 1,5 0-1,1 0 121,1 0 1,-2 1 0,-2 0 0,-1 2 135,-2 1 0,2 0 0,-2-2 0,1 1 2,1 1 1,-3 1 0,5-2 0,-2 1-52,-3-1 0,1 2 0,-1 1 0,3-1-104,1 1 0,-2 2 1,3-3-1,-1 2 54,0 2 0,-3-2 1,0 0-1,0 0-39,0 0 1,-1-1 0,1 4-1,0-4 15,0 0 1,0 2-1,3-3 1,1 1-62,-1-1 1,-2 5-1,3-4 1,2 3 18,2-1 0,0-4 1,-1 4-1,1 0 32,0-1 0,-2 2 1,7-4-1,-3 2 20,-2 3 0,-2-4 0,0 2 1,1 1 13,-1-3 1,0 5 0,3-4 0,-1 1 169,1 0 1,0-1 0,-1 1-1,2-3-78,3 1 0,-6-5 1,4 5-1,2-2-50,0 0 1,0 4 0,2-3 0,0 1 17,0-1 0,-2 3 1,1-2-1,-2 1-225,-1 2 0,-6 0 0,6 1 0,0-2 132,-1 1 0,0 2 0,-2 1 0,-1-1 137,1-3 1,-2 2 0,7-2-1,-3 2-24,-2-2 1,2 1 0,1-3 0,3-1-29,1 1 1,-2 2 0,2-3-1,0 2-98,0 2 1,-3-2 0,0 1-1,-1 1-45,2 2 1,-6 1 0,4 0-1,0 0 96,-1 0 1,0 0 0,-1 0 0,-1 0-33,1 0 1,1 0 0,0 1-1,1 2 81,0 1 1,-6 0 0,6-3-1,0 2-30,-1 1 1,1 0 0,1-4 0,0 1-32,-1 3 0,-1-3 0,-1 3 0,1-1 42,2 1 1,-5-3-1,5 3 1,-1-1-34,-1 0 1,0-1 0,-2 3 0,1-1-94,-1 0 1,1 4 0,-2-3 0,1 0-6,0 0 1,-6 3-1,7-2 1,-2-1 132,0 0 0,2 3 1,-2-4-1,0-2-39,2 0 1,-3 2-1,5 0 1,-2 0 90,-1 1 0,-6-4 0,7 3 0,-3-1-58,-3 1 1,5-2 0,-5 5 0,2-2-128,-1-2 0,0 2 0,1 0 0,0 0-51,1 1 1,-3 1-1,1-1 1,-2 0 89,-3 3 0,3-2 0,0-1 37,2 0 1,-5 2 0,3-3 0,-1 0 0,0 2 30,-2-1 1,0-2 0,1 3 0,1-2 33,-2-2 0,-1 2 1,-1 0-1,0 0-26,-1 0 1,1 1 0,0-4 0,1 2-150,3-1 1,-6 2-1,5 0 61,-1 2 1,1-4-1,-4 2 25,1 0 0,0-4 0,0 3 13,-1-2 1,0-1 0,-2 1 0,-1 2 41,1-1 1,-2-2 0,1-1 281,1 0 1,1 0 269,2 0 0,-4-1-169,0-3 1,-6-2 0,2-6-1,-2 0-74,-2 0 0,0-1 0,0-1 0,-2-3-6,-2-2 1,2 4 0,-5-4 0,1 2-206,-1 3 1,1 1-1,-4 1 1,4 0 21,1 0 0,-3 4 0,2 2-271,0 1-538,3 1 1,-1 5 307,8 3 1,-1 3 0,5 4 0,2 1 225,5 0 0,-2 1 0,3 1 0,-2 2 126,2-1 0,-2 2 0,4-2 0,-1 1-16,-2 1 1,-2-4 0,-3 3-1,0-3 597,-3-1 1,-4 0-1,1-1 1,-3 1-105,-1 0 0,-1 0 0,-3-2 1,-5-1-600,-6-1 0,1-4 0,-6 4 0,-1 0-601,-1-2 1,-1 4-1,0-5 1,2 0-516,2 0 0,3 1 1,-2-4-4310,1 2 5568,6 0 0,-5-9 0,3-2 0</inkml:trace>
  <inkml:trace contextRef="#ctx0" brushRef="#br0" timeOffset="10">9905 5835 8328,'0'12'583,"0"0"1,1-2-1,2-1 1,1-1 458,-2 1 1,1-2 0,0 1 339,1 1 0,1 2 391,-1 0 0,-2-4-762,6-3 1,-5-5-1,1-6 1,-3-7-801,-1-7 1,4-2 0,0-8 0,-1-4-130,-2-7 1,3 2-1,0-8 1,-2-1-615,0 0 0,-2-4 1,0 5-1,0-1 27,0 3 0,0 7 1,0 2-1,0 9 113,0 8 0,-2 10 320,-2 2 1,3 6-72,-3 2 0,4 6 0,4 5 1,4 1-1,2 0-77,2 0 1,1 0 0,2-1 0,2 2 13,1 3 1,-2-7-1,2 3 1,-1-1-277,-2-1 1,-2-2 0,-1-2 0,-1 1-1348,1 0 0,-4-5-1473,0 2 3302,-6-3 0,4 5 0,-6 0 0</inkml:trace>
  <inkml:trace contextRef="#ctx0" brushRef="#br0" timeOffset="11">9811 5658 7847,'-11'2'3079,"2"0"-95,1 2 1,7 0-1,2-4-1440,10 0 0,6-1 1,6-3-1,2-4-2322,3-2 1,-2 2 0,4 0 0,0 0 777,0 2 0,7-10 0,5 3 0</inkml:trace>
  <inkml:trace contextRef="#ctx0" brushRef="#br0" timeOffset="12">12935 6307 7540,'12'0'1437,"-4"0"431,0 0 1,-5-2-174,0-1 0,0 1-663,1-2 1,-4-1 138,0 1 0,-1-4 1,-7 3-645,-1-2 1,-2 5 0,-1-2 0,-1 3-383,-2 1 1,0 0 0,-4 0-258,-2 0 0,-2 1 0,0 3 0,-2 4 0,-1 2-100,-2 2 1,-1 5 0,3 3-1,-1 2-109,0 2 1,8-1 0,3-1 0,4-1-33,4-1 0,3 0 0,5 2 0,0-2 200,0-5 1,4-6 0,1-2 0,2-2 430,2-2 1,1 2-1,2-1-188,0-1 0,0-6 0,0-2 871,-1-2 1,-3 1-54,0-2-942,-5 3 0,1 5 1,-8 1-30,-4 3 1,-3 2-1,0 6 1,-1 0 10,0 0 1,0 1 0,0 1 0,-1 3-51,-2 2 1,2-4 0,-3 4 0,3-1 41,1 0 1,0-2 0,0 2 0,1 1 109,-1-1 1,1-4 0,2 2 0,1-1-280,-1 0 0,4-4 1,0 3-49,-1 1 1,5-1 55,-3-2 353,3-6 0,2 0 0,3-6 180,4 0 1,-2-4-115,2 0 1,0-4-326,4 4 0,-4 0 28,0 4 0,-6 5 1,2 3 47,-2 3 0,-2 2 0,0 1 0,0 3 40,0 1 1,-4-2 0,-2 2 0,1 1 22,0-1 1,-4 2-1,2 2 1,-1-1-10,0-1 1,5-2-1,-4 2 1,0-3-48,1 0 0,3-4 0,-1 3 0,3-3-199,1-2 0,1 1 144,3 0 1,3-5 0,5-4-1,-1-1 82,1-2 0,1-2 1,3 0-1,2-3-75,1-2 1,-1 3 0,-4-2 0,2-1-50,-1 0 0,-2 5 1,-2-2 92,1 3 0,-5 2 164,-3 3 0,-3-2 0,-1 6 0,0 3 42,0 3 0,-4-1 0,0 4-68,2 0 0,-1 0 0,0 4 0,-1-1 0,2 1 16,0 1 0,2-2 0,0-2 0,2 1-49,2-1 0,-2 0 0,5 2 0,-1-4-101,1-3 0,1-2 1,4 0-1,-1-3-17,1-4 1,0-2 0,0 1 0,1 1 26,3-1 1,2-2-1,6-1 1,-1 0-275,1 0 1,1-4-1,1 0 1,1 1-46,0 2 1,1 1 0,0 0 0,-1 0 152,2 0 0,-4 5 1,3 3-1,-3 3 196,-2 0 0,-3 5 0,-2 0 0,-1 0 89,-2 1 1,2 0 0,-2 2 0,0-2 36,-2 0 0,-1-2 0,-1 3 0,2-1-95,3-2 0,-1-5 0,3-1 0,0 2-85,1-2 0,-4-4 0,4 2 0,0-2-118,4-3 1,-6-2 0,6-3 0,1-5 51,2-3 0,-4-1 0,3 1 0,-1 0 49,-3 3 0,0-2 0,1 3 1,-1-1-38,-1 1 0,-6 3 0,2-3 91,-3 2 0,4-3 1,1 4-1,1 1-48,-4 2 1,-2 0-1,-1-2 1,0-1 59,0 2 0,0 0 1,-1 2-1,1 0 47,0 0 1,0 0 0,-2 2 0,-1 0 28,-1 2 0,0 4 0,3-3-9,-4 2 1,4-5-1,-3 2 1,2-2-43,2-2 0,1 0 0,2-2 0,2-2-8,1-3 1,3-9 0,5-4 0,3-3 60,1-5 0,3 2 0,5-5 0,1-1-68,-1 2 0,-1 1 1,-3 6-1,-1 0-12,-2 4 1,-9 2 0,1 6 0,-4 2 124,0 1 1,-9 5 0,2 1-133,-2 4 1,-3 0-1,0 3 1,-1-1 2,1 0 0,-3 0 0,3-3 27,3 3 1,0-3-1,2 3-46,0-2 0,-1-4 1,1-2-1,1-3-23,3-4 1,2-6 0,5-3 0,-1-2 118,2-1 1,-2-2-1,8-3 1,-1-2-57,-3 0 1,-1 0 0,-3 4 0,-1-3 39,-1-1 1,-6-1 0,2 0 0,-3 2-4,-1 0 1,-6 5 0,0-4-1,-2 3 191,-1 2 0,1 3 0,-4 2 0,0 1 145,0 2 0,-1 2 0,-3 1 0,-4 0-30,-2 1 1,2 3 0,0 1 0,-1 1-121,-2-1 0,0 3 1,-1-2-1,0-1-175,0 1 0,2 2 0,1-3 0,1 1-162,-1-1 0,-2 4 0,1-2 1,0 1-391,3 0 0,3-1 0,-3 1 6,2-4 1,-3 2 0,4-2 210,1-1 1,2-2 0,1-1 0,0-1 57,0-2 1,4-4 0,0-4 0,-1-1 105,-2 1 1,3-5 0,0 1 0,-2 0 200,0 2 0,-2 2 1,-2 1-1,-2 2 9,-3 4 1,-4 3 0,-2 1 0,-3 1 453,-3-1 1,-5 4-1,-3 1 1,-6 2 253,-5 3 1,0 0 0,-5 2 0,-3 0-616,-4 0 1,4 0 0,-2 2 0,-1 0-86,1 2 0,6 0 0,-3-4 0,6 0-111,5 0 1,5-4-1,0-1 1,3 0-581,4-1 0,6-3 0,0 1 315,3-2 1,7-2 0,2 0 0,2-1 76,2-3 0,0 3 1,0-2-1,0 2 14,0 1 1,0 0-1,-1 1 270,-3 4 0,-2 1 0,-6 6 1,-1 0 60,-3 0 0,-4 0 0,-7 2 1,-5 0 67,-2 2 1,-2 5 0,-2-1 0,-4 1 57,-4-1 1,6 3 0,-3-5 0,5 2-47,3 0 0,5-5 1,2 1-1,3-3 77,2-1 1,4 0 0,4 0-187,2 0 1,1 0 0,1-1 0,2-2-369,1-1 0,0 0 1,-3 4-1,-1 0 59,0 0 1,0 0-1,0 0 1,1 0-114,-1 0 0,0 0 0,0 0 0,0 1 222,1 3 0,3-2 0,0 3 0,-1-1 95,-2 0 1,-1 4-1,1-4 1,-1-1 40,0 3 1,0-4-1,1 5 1,-1-1-33,0 1 1,-1-3 0,-2 2-1,0 1-205,0 0 1,2-4 0,1 4 0,1-2-326,-1-2 0,0 2 0,0-1-1416,0-1 1,5-2 1402,-1-1 1,5-1 0,0-2 520,6-1 0,9-10 0,6 1 0</inkml:trace>
  <inkml:trace contextRef="#ctx0" brushRef="#br0" timeOffset="13">13537 5423 7990,'-5'6'778,"-3"-2"0,1-3 0,-1-1-168,-1 0 1,4 6 0,0 2 0,1 3-325,0 5 0,-1 8 0,2 7 0,-2 4-162,-2 5 1,5-2 0,-2 2 237,2-3 1,-2-2 0,0-10 0,2-4 0,0-2 660,2-5 0,0-9-299,0-9 1,2-8-1,0-12 1,4-4-518,0-3 0,2-5 0,4-2 0,0-1-470,-1 1 0,1 0 0,-1 1 1,-1-1 367,2 0 1,-3 4-1,7-2 1,-3 4-887,-1 5 0,0 10 1,-1-3 395,1 6 0,-4 8 0,0 6 1,0 7 77,-2 3 0,5 6 0,-3 1 1,2 1 189,2 3 1,0-2 0,-1 0 0,1 2 321,0 2 0,0-5 1,0-2-1,-2-3 1112,-2-1 1,1-1 0,-5 1-861,-1 0 0,-2-4 0,-2-2 1,-3 1-223,-4-1 1,-3-2 0,-2 3 0,-2-1-157,-5 1 1,2 1-1,-2 2 1,-1 1-369,-1 1 0,3-3 0,2 8 0,2-1-213,-1-1 0,4 2 0,6-2 0,0 2 40,4 1 1,0-4 0,4 2-1,2-3 168,4-1 1,2 0-1,3-2 1,2 0-94,0-3 1,2-3-1,-2 3 1,2-2-609,1-2 1,-2-2 0,2-1-1,0 0-1046,1 0 2041,0 0 0,5-5 0,0-2 0</inkml:trace>
  <inkml:trace contextRef="#ctx0" brushRef="#br0" timeOffset="14">14103 5635 8524,'0'-12'0,"0"0"940,0 0 0,-1 5 0,-2-1 0,-2 0-257,-2 1 1,3 2-1,-4 5 1,-1 0 657,-1 0 0,-2 1 0,0 3 0,0 4-814,1 3 1,-3 2 0,0 1 0,-2 3-896,2 2 1,2-1 0,3 3 0,2-3 417,2-1 1,1 3-1,4-4 1,0-2-816,0-1 0,0-5 0,1-2 0,3 0 361,4-4 0,3-2 0,2-4 0,1-3 280,2-4 1,5-6-1,-3-1 1,2-2 148,0 0 0,-5 5 1,4-4-1,-2 2-39,-3 3 1,-5 1 0,-1 2-215,1 4 1,-3 3 131,-3 8 0,-5 2 0,-3 7 0,-2 3-124,-2 4 0,2-2 0,-1 1 0,1 2-572,0 2 0,-2-5 0,5-1 0,1-1-880,2 0 0,1-5 1672,0-3 0,0 0 0,0 4 0</inkml:trace>
  <inkml:trace contextRef="#ctx0" brushRef="#br0" timeOffset="15">14327 5635 7963,'0'-7'7313,"0"3"-6591,0 8 0,0 3 0,-1 5 1,-2 1-365,-1 2 0,-4-1 0,3 3 1,0-2-318,-1 1 1,-1 0 0,3-4 0,0-2-29,-2-2 0,5 2-108,-3-2 0,4-4 1,3-4-54,1-6 1,6-6 0,1-3-1,3-2-173,1-1 1,-2 4-1,-2-2 1,3 3-58,1 1 1,-6 0 0,3 2 0,-1 2-51,-1 4 0,-2 3 248,0 1 0,-5 6 1,0 5-1,-1 4-383,-2 4 1,0 0-1,0 4 1,0-2-283,0-2 0,0-3 0,1 1 0,3-3 845,4-3 0,2-2 0,2 3 0</inkml:trace>
  <inkml:trace contextRef="#ctx0" brushRef="#br0" timeOffset="16">14716 5658 7963,'7'-11'850,"-3"-1"0,1 0 0,-1 0 1036,-2 0 1,-2 6 0,-4 2-1022,-3 3 0,-4 6 0,-1 3 0,-1 4-730,-3 3 1,7 0 0,-3 3 0,2-1-241,-1-3 0,1 1 0,2-1 0,4 2-406,3-2 0,1-4 1,0-3 133,0 3 1,1-5 0,3-1 0,4-4 247,2-4 1,4-3 0,0-4-1,2-3 165,-2-1 0,-1 2 1,-1-3-1,0 4 243,0 4 0,-1-2-73,1 2 0,-1 4 1,-3 4-117,-5 7 0,-1 3 1,-2 3-1,0 3 295,0 3 0,-5 4 0,-2 0 0,-1 1 248,0-1 1,0 1 0,-3-2 0,-1-1-319,0-1 1,0-4-1,0 2 1,1-1-382,-1-3 0,4-4 0,0-3-453,-1 3 1,4-4-86,1 2 1,4-5 0,4 1 306,4-3 1,2-1-1,2-1 1,1-2 83,3-1 1,-2-4 0,6 3 0,1-2 224,1-2 0,-1-1 0,1-2 1,4-1 327,3-3 1,-1-2 0,2-6 0,0 1 144,0-1 0,-2-5 0,2-1 1,-1-1-18,-3-1 1,-5 5 0,-4-2-1,-3 3-14,-3 3 1,-9 13 0,-3 2-239,-9 5 1,-4 5-1,-5 2 1,-1 5-415,2 5 0,-4 5 0,3 4 0,0 1-226,-1-1 1,5 2 0,1 0 0,4 1-442,2 1 1,5-9 0,-1 5-1,3 0 198,1-1 1,9-4 0,4-2 0,4-4-220,4-4 1,3-3 0,2-5 0,1-1-2527,0-3 3412,3-3 0,0-10 0,5-1 0</inkml:trace>
  <inkml:trace contextRef="#ctx0" brushRef="#br0" timeOffset="17">15789 5953 8000,'-8'0'1093,"0"0"1,4 0 225,-3 0 1,4-1 0,-1-3-603,3-4 0,5-4 1,1-2-1,1-3-150,4-2 1,-4 0 0,2-6 0,0-1-268,-2-2 1,5-6 0,-5 0 0,2-6-400,0-6 0,-4 0 0,4-8 0,0 2-225,-2 2 1,4 7-1,-5 6 1,0 7 340,0 6 1,-1 9 0,-2 0-197,1 6 0,0 5 0,5 8-162,1 4 0,-2 4 0,1 2 1,1 3 109,1 1 1,-1-2 0,2 4 0,2 1-380,0 1 0,0 2 1,-1-2-1,0-1 66,0-1 1,-2-6 0,-1 2 0,-2-3-861,-2-1 0,-1-5 1404,-4 1 0,-5 0 0,-2 4 0</inkml:trace>
  <inkml:trace contextRef="#ctx0" brushRef="#br0" timeOffset="18">15718 5599 8377,'-6'8'3277,"3"-1"-2850,6-2 1,5-1 0,9-4-1,6 0 1,7 0-127,4 0 1,3 0-1,0 0-301,-2 0 0,3 5 0,-8 2 0</inkml:trace>
  <inkml:trace contextRef="#ctx0" brushRef="#br0" timeOffset="19">7759 6036 12444,'0'-12'620,"0"0"1,0-9 0,1-4-1,2-6-530,1-10 0,3-2 0,-1-12 0,-1-1-14,0-2 0,-1 2 0,-4-1 0,0 2-379,0 7 1,0 6-1,0 12 1,0 6-410,0 7 548,0 9 1,0 4 0,1 8-89,3 4 0,3 3 0,5 0 0,-1 1-25,1 0 0,4 1 1,1 2-1,0 0-95,0 0 1,0-1 0,-2 1-227,0 0 0,0 1 598,-7-4 0,2 0 0,-3-1 0</inkml:trace>
  <inkml:trace contextRef="#ctx0" brushRef="#br0" timeOffset="20">7629 5647 8707,'1'6'6878,"5"-2"-6049,5-3 1,2 3-1,7 0 1,2-1-1077,5-2 1,-1-1 246,5 0 0,1 5 0,3 2 0</inkml:trace>
  <inkml:trace contextRef="#ctx0" brushRef="#br1" timeOffset="21">7228 7049 7515,'0'-7'1225,"0"-1"0,0 4 1,-1-3-606,-3 2 1,3 0 268,-3 1 1,2 1-372,2-5 0,0 4-412,0-3 1,0 3 0,2-3 111,2 2 1,-2-3-1,6 4-514,1 1 0,-2 2 1,1 1-389,1 0 0,1 0 950,2 0 1,-5 1 105,-3 3 0,-3 3-50,-1 5 1,-5-2-1,-3-1 87,-3-1 1,-1-5 0,1 1-343,-1-3 1,4-1-5,0 0 1,2-1 6,-2-3 1,3 1 0,6-5-44,3-1 1,-2 3-1,6-1-81,1 2 0,-2 1 0,1 4 111,1 0 1,0 1 0,-1 3-638,-4 4 0,-1-1 1,-1 0 185,2 3 1,0 0-3136,-4 2 3529,0 0 0,5-6 0,2-1 0</inkml:trace>
  <inkml:trace contextRef="#ctx0" brushRef="#br1" timeOffset="22">6756 6991 7788,'-7'3'229,"-1"1"0,4 4 0,-4-3 591,-1 2 0,2-3 1570,-1 4-1238,6-6 1,-4 2-579,6-8 1,0-2 0,0-6-409,0 0 1,6-1 0,0-1 0,2-2-12,0 2 1,0-3-1,2 1 1,-1 0-141,-1-1 0,0 4 0,3-3 0,-2 3-160,-1 1 1,0 1 0,3 0-32,1 3 0,-4 3 0,0 6 1,0 5 56,-2 5 1,1 3-1,-5 6 1,4 4 43,0 2 1,-3 3-1,2-3 1,-1 3-246,0 1 1,4-4 0,-3 2 0,0-5-408,1-3 1,3-3 1,-1-5 1,2-2 0,2-2-138,0-4 0,-2-8 1,-1-2 861,-1-1 0,0-3 0,4 3 0</inkml:trace>
  <inkml:trace contextRef="#ctx0" brushRef="#br1" timeOffset="23">6815 7214 8808,'-6'-11'803,"1"3"0,5 0 0,1-1-275,3-2 0,4-6 0,7-2 0,5-5-518,2-3 0,7-4 1,1-4-1,2 0-1334,-1-1 1,-3 9 1323,3-1 0,-5 11 0,3-5 0</inkml:trace>
  <inkml:trace contextRef="#ctx0" brushRef="#br1" timeOffset="24">7263 7120 7878,'8'-1'726,"0"-3"195,-5 3-388,2-5-92,-5 6 1928,0 0-1899,5 0-156,-3 0 0,4 0-48,-2 0 1,-1 0-50,5 0 0,-5 0-11,5 0 1,0-1-305,4-3 0,0 3 0,0-4 31,-1-1 1,1 5 0,0-3 0,0 1-57,0 0 1,-1 1-1,1-2 1,0 3 121,0 1 1,1-4 0,1 0-1,2 2 9,-2 0 1,-1-2 0,-1 0 0,0 2 31,0 0 0,0-1 0,-1-1 0,1 1-1,0 2 0,0 1 1,1 0-2,3 0 1,-7-4-1,3 0 1,-1 1 15,4 2 0,-5 0 0,5-2 34,-1-1 1,1 0 0,-4 3 0,1-2 0,0-1 98,0 2 1,-1-1 0,1 0 0,0-1-132,0 2 1,-4-1 0,0 1-44,1-2 0,1 0 0,2 2-13,0-2 1,0 3-1,-1-3 1,1 2 11,0-2 0,0 2 0,0-2 0,-1 2 73,1-2 0,4 3 0,0-3 0,-2 1-70,-1-1 0,-5 3 0,0-3 1,1 3-19,1 1 1,2 0 0,-1-2-1,-2 0-1,-1-2 0,0 0 0,3 4 0,1 0 29,0 0 0,0-2 0,1 0 0,1-2 37,2 1 0,0 1 0,-3-1 0,1-1-19,2 2 0,0-4 1,-4 2-1,-1 2-38,1 0 1,-4 2-1,0-1 1,1-2-35,1 0 0,2-1 1,0 4-1,0 0 16,0 0 1,-1 0 0,1-2-85,0-2 1,0 3 0,0-3 78,-1 3 0,-3 1 1,0 0 54,1 0 1,2 0 45,1 0 0,-5 0 0,1 0-91,1 0 1,-2 0 0,1 0-68,1 0 1,-2 0 0,0 0 0,3 0 43,0 0 1,-2 0 0,0 0 0,1 0-236,2 0 0,0 0 1,1 0-1146,0 0 1,-4 1-789,0 3 1,-7-3 2198,-1 3 0,-16 3 0,-9-1 0</inkml:trace>
  <inkml:trace contextRef="#ctx0" brushRef="#br1" timeOffset="25">7263 7097 8773,'-11'0'1788,"-1"0"1,5-2-907,3-2 0,3 2-283,1-6 1,0 0-1,0-4-401,0 0 1,5 5 0,2-1 0,1 0-120,0 1 0,-1-3 1,5 3-313,0 1 0,0 1 0,0 5 1,-1 0-125,1 0 1,-4 0 0,0 1 0,1 3 167,2 4 1,0 2-1,0 2 358,-3 0 1,1-1-1,-5 1 448,-2 0 1,0 0-1,-4-2-50,-1-2 1,-4-1 0,-6-5 0,-2 2-336,0-1 0,-6-2 0,2-2 1,0-3-122,-1-4 1,6 2 0,-2-2 0,2-2-60,-2 0 0,7-3 0,-2-1 1,3-2-105,2 1 1,3 1-1,1 0-140,4-2 1,5 0-1,6 6 41,3 2 1,-2 3-1,6 5 1,-1 0 0,1 0-79,0 0 1,-5 0 0,4 1 0,-1 1-11,0 2 1,-3 6-1,-1-3 1,-3 4 257,-4 1 0,0 0 1,1-1-1,-4 1 364,-3 0 0,-1 0 1,-1-1-1,-3 1-141,-4 0 1,-2-2 0,-2 0 0,-1-2 394,-3 1 1,3-4 0,-4-1 0,1-3-335,0-1 0,-3 0 1,3-1-1,2-3-193,0-4 1,3 2 0,-1-4-1,0-1-190,0-4 1,6-1 0,2 3 0,3-1-231,1-2 1,0 1 0,1 4 0,3 2-152,4 1 1,2 1 0,2 0 0,0 3 257,-1 2 0,1 2 0,0 0 0,0 0 122,0 0 0,-5 2 1,1 2-56,2 3 1,-5 4 0,-1 1 552,-3 0 1,-1-1 0,-1 1 0,-2 0-593,-1 0 0,-5-4 0,1-1-766,-2 3 0,2-4 0,0 1-1138,-1-2 2079,3-1 0,6-4 0,7 0 0</inkml:trace>
  <inkml:trace contextRef="#ctx0" brushRef="#br1" timeOffset="26">8372 6979 8051,'0'-12'1050,"0"0"0,0 4 273,0 0 0,0 4-352,0-3 1,5 4-571,3-1 0,-1 1 1,0 1 26,3-2 1,0 0 0,2 4-194,0 0 1,-1 0-1,1-1 1,0-2-52,0-1 1,0-1 0,-1 2 0,1-1 37,0 2 0,0-4 1,0 1-1,1 0-143,2 0 1,-1-3 0,1 4 0,-2 0 35,-1-1 0,0 2 0,0-3 0,0 0-202,-1 4 1,5-3-1,1-1 40,1 0 1,-3 3-1,1-1 1,-3 3 35,-2 1 0,-3 0 1,0-1-1,1-2 68,2-1 1,1 0-1,-1 4 1,1 0 67,0 0 0,0-1 0,0-2 1,-1-1 202,1 2 0,0 0 0,0 1 1,0-2-69,-1-1 0,1 1 0,0 3-157,0 0 1,-1-4 0,1 0 0,0 1 24,0 2 0,0 1 0,-1 0 0,1-2-143,0-2 1,1 3-1,2-3 1,0 3 13,0 1 0,-1-1 0,0-2 0,2-1-15,-1 1 1,-1 2-1,0 0 1,2-2 23,-1-1 0,-1 0 0,0 4 1,2-1-41,-1-3 0,-1 3 1,0-3-1,2 3-110,-1 1 1,-1 0 0,0-2-1,3 0 150,2-2 0,-5 0 1,2 4-1,-2 0 87,2 0 0,-3-2 0,4 0 1,-1-2-76,0 1 0,1 2 0,-3 1 0,3-1 37,1-3 0,-2 2 1,4-1-1,1 0-56,1-1 1,2 3 0,-1-5-1,1 2-12,-1 1 0,-2-3 0,0 4 0,2-2 3,-3 1 1,1 1 0,2-1 0,-2-1 1,-2 1 0,0 1 0,2-1 0,-2-1 5,2 2 1,-2 0 0,-1 2 0,0-1-7,1-3 0,-4 3 1,5-3-1,1 1 1,1-1 1,-2 3 0,-2-3 0,1 3 2,-1 1 0,-2-4 1,2 0-1,0 1-84,1 2 1,-4 1 0,4 0 0,-2 0 66,-3 0 0,3 0 1,0 0-1,2 0 142,2 0 0,-2-4 0,2 0 1,3 1-61,1 2 0,-3-3 1,4 0-1,-2 0-53,-1-1 1,-6 4-1,7-3 1,-2 1-92,0-1 0,-3 3 0,-3-3 0,-2 3 17,2 1 0,-2 0 0,6 0 39,1 0 0,-3 0 1,0 0-1,1 0 2,-1 0 1,-2 0-1,2 0 1,0 0 83,1 0 1,-3 0 0,2 0 0,0 0-115,1 0 1,-4 0 0,4 0 0,-1 0-7,0 0 0,-3 0 1,2 0-1,-1 0 37,-1 0 0,5 0 0,-4 0 0,-1 0 4,2 0 0,2 0 0,4 0 0,1 0 106,-1 0 0,1 0 0,0 0 1,1 0 18,2 0 0,-1 0 0,3 0 1,-1 0-46,-2 0 0,-8 4 0,6 0 0,-2-2-23,0 0 0,-2-2 0,-2 0 0,1 0-89,-1 0 0,-2 0 0,2 0 0,0 0-104,1 0 0,-5 1 0,3 1 1,0 2 33,3-1 1,-3-2-1,0-1 1,-1 0 63,-1 0 1,5 4 0,-4 0 0,-1-1-25,2-2 0,-2-1 0,3 1 0,1 2-35,-1 1 0,-2 0 0,2-4 0,0 0 14,1 0 0,-4 4 0,4 0 1,-1-2 63,0 0 0,-2-1 0,2 2 0,1 1-17,-1-2 0,-2 1 0,2-1 0,1 2 171,-1-1 0,-2-2 0,2 1 0,0 0-89,1 2 0,0 0 0,4-4 0,-2 1-210,-2 3 1,-3-2 0,2 2-1,1-2-30,-1 2 0,-2-1 0,2 3 0,0-1 69,1-2 0,-4 0 0,4-1 1,-1 4 93,0 0 0,-3-3 0,1 2 0,-2-1 31,2 0 1,-3 1-1,4-2 1,-1 1-100,-1-2 0,2 4 0,-2-3 0,0 0 84,0-2 0,-1 3 1,2 0 15,4-1 1,-5-1 0,-1 1-1,-5 1-36,0-1 1,-3-2 0,2-1-7,1 0 0,2 1 0,1 2-6,0 1 0,-5 0 0,1-3-5,1 3 0,2-3 29,1 3 1,-1-2-12,1-2 111,-5 0 1,-1 1 457,-2 3-314,-2-3 1,4 4-26,-2-5 1,-1 0-49,5 0 0,-4 0-165,3 0 38,-4 0 1,4 0 203,-4 0 284,-1 0 635,3 0 1824,-5 0-1851,0-5-308,0 4-978,0-10 1,0 9 69,0-6 0,-1 5-541,-3-1 121,2 3 419,-3 1 0,5-1-95,0-3 260,0 2 268,0-3 272,0 5-199,5 0-132,-3 0-257,8 0-107,-8 0 478,3 0 240,-5 0-390,5 0 92,-4 0-196,5 0 1,-6-1-233,0-3 0,0 1 0,0-5 0,0-1 0,-4-1 0,-2-2 35,0 0 1,-1 0 0,-2 2-1,3 1-76,0 1 1,-3 0 0,1-4-170,-2 0 1,-2 5-601,0-1 594,0 5 0,2-1 337,2 8 1,8 3 0,8 4-57,2 1 0,2-4 1,0 0-1,0 1 133,0 2 1,-1-4 0,1 1-1,1 2-34,3 0 1,-3 0 0,3 0 0,-3-2-38,-1 1 1,0 0-1,-2 0 1,-1-1-79,-1 1 0,-4-2 0,3 0 132,-2 3 1,-1-4 0,-4 2 27,0 1 1,-6 0-1,0 1 1,-2-4 133,0-1 0,0 4 1,-3-2-86,-1 0 1,0 2 0,0-4 0,0 0-422,1 0 0,-1 1 0,0-4 0,-1 2-283,-3-1 1,2 0 0,-6-1 0,-1 2-2304,-1-1 0,-2-1 2866,1 2 0,-1 3 0,1 5 0</inkml:trace>
  <inkml:trace contextRef="#ctx0" brushRef="#br1" timeOffset="27">13513 6920 7822,'0'-8'-302,"0"0"1,0 4 0,-1-2 599,-3 0 1,1 2-303,-4 4 1,3 0 0,-4 0 22,-1 0 0,2 0 91,-1 0-60,0 0 596,-4 0 0,5 0 5,-1 0 1,5-1 2,-1-3 0,3 2 20,1-6 0,0 0 1,1-4-358,3 0 0,-1 2 0,3 1 0,1 1-149,-1-1 0,-2 2 1,4-1-1,1 0-8,2 2 0,-3-3 0,0 3 198,1 0 1,1 3-756,2-1 0,0 3 170,0 1 1,-6 5-1,-2 3 234,-3 3 1,-1 0 0,0 1 0,-1 0 117,-3 0 0,2-2 0,-6-1 1,-1-1-14,-2 1 1,-1-2 0,0-1 0,1 1-25,-1 0 1,0-5 0,0 2 0,0-3 20,1-1 0,-1 0 0,0 0 79,0 0 1,6-5-1,2-3 1,3-2-59,1-2 0,0 4 0,1 0 0,3-1-151,4-1 1,2-2 0,2 1 0,0 2-12,-1 1 0,1 4 1,0-2-1,0 1-59,0 2 1,-1 2 0,1 1 0,0 0 71,0 0 1,-2 1 0,-1 3 0,-2 4 117,-2 2 1,1 2-1,-4 0 1,2 0 9,-1-1 0,-2 1 1,-2-1-1,-2-2 201,-1-1 0,-4-4 0,3 2 0,-2-1-88,-2-2 0,-1 2 0,-2-1 0,-1-1-338,-3-2 1,3-1 0,-3-1 0,3-2-155,1-1 1,1-5 0,-1 3 0,1-2 80,4 0 1,0 1-1,4-2 1,-1 1 10,2-1 0,2 3 1,4-2-1,5-1 33,5-2 0,1 3 0,3 2 0,0-1 193,1 1 1,-1 3-1,2-1 1,-3 3 119,0 1 0,-4 0 1,1 1-1,-3 3 214,-3 4 0,-6 2 0,2 2 0,-2 1-97,-2 3 0,-2-3 0,-2 3 0,-4-2-252,-2 2 0,-2-3 0,0 1 0,1-3-243,-1-3 0,-1-2 0,-2 2 0,0-4-858,0-3 1,2-1 0,1-1 136,0-3 0,2 0 0,2-6 0,4-3 98,3 0 0,2-2 0,3 1 833,4-2 0,2-5 0,2 3 0</inkml:trace>
  <inkml:trace contextRef="#ctx0" brushRef="#br1" timeOffset="28">13490 6920 7885,'-11'-8'304,"3"0"1,-1 4 112,5-4 0,-4 4 0,4-4 282,2-1 1,0 3 288,2-2 606,0 0-1047,0-4 1,2 4-300,2 1 0,-2 4 0,6-2-79,1-1 0,-2 5-161,1-3 0,-4 3-444,4 1 1,-4 0 432,3 0 1,-4 1 78,1 3 1,-4 3-23,-4 4 1,1-4 0,-3-2 0,-1-1-338,1 0 0,2 0 0,-4-4-557,-1 0 0,2 0-146,-1 0 1,7-1 985,1-3 0,11 2 0,7-3 0</inkml:trace>
  <inkml:trace contextRef="#ctx0" brushRef="#br1" timeOffset="29">13843 6802 8001,'-7'0'1070,"-1"0"-20,-1 0 1,2 0-585,-1 0 0,4 0 0,-2 1-7,0 3 0,2 3 0,4 4 0,0 1-267,0 0 1,0 0 0,2 0 0,0-1-392,2 1 1,5-1-1,-2-2 1,1-1-56,0 1 0,0 0 0,5 0-980,2-1 0,-1-5 1,3 1 1233,0-3 0,-4-12 0,4-2 0</inkml:trace>
  <inkml:trace contextRef="#ctx0" brushRef="#br1" timeOffset="30">14056 6790 8201,'6'1'1164,"-2"3"0,-3-1 0,-1 5 0,-1 1-698,-3 1 1,2 2 0,-6 1 0,-1 3-201,-2 4 1,-2-1 0,-1 4 0,-2 2-369,1-1 0,-2 1 0,2-1 0,-1-1-889,-1 1 0,8 0 1,-3-2-1,3-2 991,2-5 0,-3-2 0,3-1 0</inkml:trace>
  <inkml:trace contextRef="#ctx0" brushRef="#br1" timeOffset="31">14197 6896 7898,'-12'4'286,"1"0"1,-1 0 3533,0-4-3513,0 0 0,11 0 0,5 0 0,5 0-309,3 0 0,0 0 0,-1 0 0,2 0-386,3 0 0,-3 0 0,3 0 0,-2 0-818,2 0 0,-3 0 0,3 0 1206,-3 0 0,4 0 0,1 0 0</inkml:trace>
  <inkml:trace contextRef="#ctx0" brushRef="#br1" timeOffset="32">14233 7014 7898,'-12'0'633,"0"0"1,0 4 1401,0 0 1,5 4-1478,-1-4 0,6 0 0,2-4-894,7 0 1,3 0 0,2 0 0,0 0 404,0 0 1,5 0-1,1 0 1,2 0-3483,-1 0 3413,1 0 0,9 0 0,1 0 0</inkml:trace>
  <inkml:trace contextRef="#ctx0" brushRef="#br1" timeOffset="33">14763 7061 7874,'-6'12'183,"-4"0"0,5-2 0,0-1 379,0-1 0,-3 0 0,3 4 1279,-2 0-524,4-6 1,-2-2-1,5-8-738,0-4 0,4-3 0,1-5 0,1-4-388,-1-2 0,3-2 1,-3 0-1,0-3-303,0 0 0,3-5 1,-2 4-1,-1-3-202,0-1 1,3-2-1,-3-2 1,0 0-71,1-4 1,-1 8 0,-3-2 0,2 3 189,-1 5 1,0 7 0,-1 3 117,2 3 1,1 6 94,-1 3 0,2 4 0,3 4 1,-1 3-46,1-1 1,1 5-1,3-3 1,2 2-146,1 2 0,1 0 0,-3-1 0,2 1-22,-2 0 0,-1 0 1,-1-2-1,0-1-763,0-1 0,-2-4 0,-1 3-1514,-1-2 2470,-5 4 0,7-7 0,-3 3 0</inkml:trace>
  <inkml:trace contextRef="#ctx0" brushRef="#br1" timeOffset="34">14728 6790 7899,'-12'1'1150,"0"3"0,0-2 0,2 3 14,2 0 0,2-4 0,3 5 847,-1-1 0,5 0 0,7 4-1255,3-1 0,2-5 1,1 1-1,3-2-927,2 2 0,-4-2 0,5 2 0,1-3-1266,1-1 0,2-4 0,-1 0 0,1 1-98,-1 2 0,-2-3 0,0 0 0,2 0 1535,-2-1 0,0-2 0,2-4 0</inkml:trace>
  <inkml:trace contextRef="#ctx0" brushRef="#br1" timeOffset="35">15376 6625 9381,'-11'0'2919,"-1"0"0,0 0-2013,0 0 1,4 4 0,0 1 0,-1 2-326,-1 2 0,-2-1 0,0 2 0,-1 5-222,-3 2 0,2 4 1,-4 5-1,-1 3-671,1 1 1,0 3 0,-3 5 0,2 1-592,2-1 0,6-1 1,4-5-1,2-3 492,2-5 1,3-5 0,4 1-2152,4-4 1,6-8 2561,2-5 0,10-6 0,-1-4 0</inkml:trace>
  <inkml:trace contextRef="#ctx0" brushRef="#br1" timeOffset="36">15365 6896 7908,'-8'-8'1611,"0"0"1,5 5 0,-2-4 43,0 2 1,5-4-1352,0 1 0,5-1 0,7-1-183,0 3 1,-1 4 0,1-1-167,0 3 0,0 2 0,0 3-165,-1 4 1,1 2-1,-1 2 1,-2 0-245,-1 0 0,0-1 0,2 1 0,-1 1-70,-1 3 0,0-3 0,4 3-530,-1-3 1,0-1-1,-2-2 1,-2-1-1441,-2-1 2494,4-5 0,-8 7 0,5-3 0</inkml:trace>
  <inkml:trace contextRef="#ctx0" brushRef="#br1" timeOffset="37">15388 7026 7908,'-5'-7'4050,"4"-3"-2537,-3 2 1,2 1-1,2 0-1024,0-3 0,2 4 1,2-1-1,3 1-435,4-1 0,5-1 1,-1-2-1,1 1-950,1 1 1,0 0 0,4-2 0,-3 0 678,0 2 0,1 1 217,-3-5 0,5 0 0,-3 0 0</inkml:trace>
  <inkml:trace contextRef="#ctx0" brushRef="#br1" timeOffset="38">15730 6601 7908,'7'-5'1712,"-1"4"1,-2-3-714,4 3 1,-1 1 0,0 1-1,1 3 183,-1 4 0,3 9 0,-3 6 1,-1 9-595,-2 6 0,-2 4 1,-2 5-1,-2 0-965,-2 0 1,-2 0 0,-6-1 0,0-3-1483,1-3 1,-1-11-1,0-5 1859,0-1 0,0 2 0,1-7 0</inkml:trace>
  <inkml:trace contextRef="#ctx0" brushRef="#br2" timeOffset="39">13501 6873 7925,'7'-2'610,"-3"-2"250,-3 3-264,-1-4 1619,0 5-2032,-5 0 1,4 1-77,-3 3-133,2-3 108,2 5 1,-1-5 91,-3 3-81,3-3 1,-4 6 60,5-3 1,-2-3 377,-2 3-202,3-3-77,-4 4-219,5-3 216,0 3 104,0-5-18,0 5 38,0-3-216,0 3 564,0-5-388,-5 0-224,3 0-341,-3 0 256,5 0 304,0 5 47,0-4-379,0 5 1,-1-6 127,-3 0 95,3 0-162,-5 0-289,6 0 463,-5 0 100,4 0-242,-5 0-286,6 0 173,-5 5 81,4-4 42,-4 4 1,5-3-95,0 2 0,-2-3-10,-2 3 0,3-2 24,-3 2 0,2-1 51,-2 5-31,2-6-33,-3 9 0,1-8 7,0 4 1,-1-4-5,1 1 1,3-1-23,-3 1 1,1-3 4,-1 3 1,2 1 75,-6-1 1,5 1 0,-2-2 50,0 1-106,3 0 0,-7-3 59,5 3 0,-1-3 2,1 3 0,3-1 0,-4-1-48,-1 2 0,4 0-18,-6-4 1,5 2-17,-1 1-20,-2-1 17,-1 8 0,-5-5 6,1 3 1,4-1 0,2-4 2,0 0 0,3 3 0,-3-4 0,0 2 0,2 1 6,-5-1 1,4-1 41,-3 5 1,3-5-24,-4 0 0,5 0 1,-2 0-53,0 1 0,2 0 32,-5-4 0,4 3-35,-4 1 1,4 2 79,-3-2 1,3-3 0,-3 4 20,2 0 1,0-3 56,1 2 1,1-3 0,-4 0-39,2 3 1,0-3-79,1 3 0,1-1-31,-4 1 1,-1-3-24,-4 3 0,5-1 0,2-1 77,0 2 0,2 0 46,-5-4 1,4 2 0,-3 0-10,-3 2 0,4 0-88,-2-4 0,4 0 0,-2 1-82,0 3 1,-3-2 56,1 2 1,2-3 0,-1 0 36,2 3 0,-4-3-3,1 3 0,1-1 38,-1 1 0,5-3 14,-5 3 0,0-1-60,-4 1 0,4-3-7,0 3 1,2-1 0,-3-1 19,1 2 1,4 0 0,-3-3 0,1 2-15,-1 1 0,3 0 0,-2-3-16,0 3 0,-3-1 29,1 5 1,2-6-1,-2 3-15,-1 1 1,2-5 0,-1 3-10,-1-3 1,3 0 28,-2 3 0,0-2 0,-3 3 1,2-1-12,1 0 1,5 0 0,-5-4-22,-2 0 1,4 0 0,-2 1 20,-1 3 1,2-3-1,-1 3 35,-1-2 0,3-2 0,-2 0 0,-1 0-18,-2 0 0,-1 3 0,1 1 16,-1-1 0,0-2 0,0 1 1,0 0-2,1 2 1,-1 1-1,0-2 1,0 1 50,1-1 1,-1-1 0,0 1 78,0 1 1,0 0 0,2-3 0,1 2-31,1 1 1,0-1-1,-4-3-20,0 0 1,5 2 0,-1 0-3,-1 2 0,-2 0 0,-1-2-153,0 1 0,1-1 0,-1 2 1,1-2 46,4 2 0,-4-2 0,3 2 0,-2-2 69,-2 2 1,4-3-1,0 3 54,-1-2 0,-1-1 0,-2 2-68,0 0 0,0 1 1,-1-4-79,-3 0 1,7 0 0,-3 2 0,2 0-4,-1 2 0,-2 0 0,-1-4 0,-2 1 14,2 3 0,-1-2 0,1 2 1,-3-3-14,-1-1 0,3 0 1,-2 1 126,0 3 1,4-2-1,-4 1 1,1-1-1,0-2-26,2 0 0,0 0 1,-1 0-1,0 0-122,0 0 1,2 0 0,1 0 0,0 0-42,1 0 1,1 0 0,-1 0 17,-6 0 0,5 0 0,0 0 1,0 1 2,-2 3 1,3-3-1,-3 5 1,0-3 36,0 1 0,1 4 1,2-4-1,-1 0 43,0 1 0,0-3 0,0 3 0,1-1-33,-1 0 0,0 0 1,0-3-1,0 2 184,1 1 1,3-1-1,0-3 1,-1 0-31,-2 0 0,-1 0 0,-1 0 1,-1 0-149,-2 0 1,-1 4 0,3 0 0,-3-1 45,-2-2 1,4-1-1,-4 0 1,1 2-107,0 2 1,2-3 0,-2 3 0,-1-3 52,1-1 1,2 1 0,-2 2 0,1 1 69,2-1 1,1-2 0,-2-1 25,-3 0 1,2 1 0,1 2 0,3 1-31,1-2 1,0 0-1,-1-2 1,-1 0-77,-2 0 0,0 1 0,4 2 0,-1 1 62,-2-2 0,0 1 0,-3-1 0,1 2 28,2-1 1,1-2-1,0 1 1,-2 0 58,1 2 1,2 0 0,2-4 0,-3 0 66,-1 0 1,2 4 0,-3 0 0,1-2 170,0 0 1,2-2-1,-3 0 1,2 0-5,-2 0 0,-1-2 0,-3 0 1,3-2-18,0 1 1,3-2-1,-6 1 1,-1 2-294,-1 0 1,2 1-1,2-2 1,1-1-38,2 2 0,-2-1 0,2 1 0,0-2 0,2 1 0,5 2 0,2-1 0,-1 0 0,0-2 0,5 0 0,-7 3 0,5-3 0,-1 2 0,1-2 0,1 3 0,-5 1 0,-1 0 0,2 0 0,0 0 0,-3 0 0,4 0 0,-2 0 0,-1 0 0,-2 0 0,0 0 0,-1 0 0,4-4 0,0 0 0,-1 2 0,2 0 0,-1 2 0,-1 0 0,-1 0 0,-2 0 0,0 0 0,4 0 0,0 0 0,-1 0 0,3 0 0,-2 0 0,-1 0 0,2 0 0,1 2 0,-1 0 0,0 2 0,4 0 0,-5-4 0,-1 0 0,-2 0 0,-1 0 0,0 0 0,5 0 0,-1 0 0,-1 0 0,-2 0 0,-1 0 0,1 0 0,3 0 0,0 0 0,-1 0 0,-2 0 0,-1 0 0,1 0 0,-1 0 0,0 0 0,0-1 0,0-3 0,1 3 0,-1-3 0,0 2 0,0 2 0,0-1 0,1-2 0,-1-1 0,0 2 0,0-1 0,0 1 0,-1-2 0,-2 1 0,2-2 0,-5 1 0,3 1 0,-1 2 0,-5-3 0,3 0 0,-2 1 0,0 2 0,1-3 0,-3 0 0,1 2 0,1 0 0,0-2 0,-2 0 0,1 1 0,1-3 0,5 5 0,-4-4 0,2 1 0,3 0 0,-1-1 0,1 2 0,-2-1 0,2 1 0,-1 1 0,1-1 0,-2-1-132,2 2 0,0 0 0,-1 2 0,-2 0-20,-1 0 0,2 0 1,-2 0-1,-1 0 84,1 0 1,2 4 0,-2 0 0,0-1-16,-1-2 0,0-1 0,-4 0 1,1 0 225,-2 0 0,3 4 1,-6 0-1,1-1-81,-2-2 1,6-1 0,-6 0 40,-2 0 1,3 0 0,-2 0-1,1 0 1,1 0-37,1 0 1,-2 0 0,3 0 0,2 0-54,-3 0 0,6 0 1,-4 0-1,2 0-98,0 0 1,2 0-1,2 1 1,-1 2 7,1 1 1,4 0 0,-3-4 0,1 0 29,0 0 0,0 0 0,5 1 0,-2 2-16,-3 1 0,3 0 1,-3-4-1,3 0 144,1 0 1,0 0 0,1 0 0,-1 0 21,0 0 1,0 0 0,0 0 0,1 0-82,-1 0 0,4-2 0,0 0 1,-1-2 9,-2 1 1,4-2 0,-1 0 3,-1-2 0,2 3 0,0-4-54,2-1 1,-3 3-1,4-2-17,2-1 1,-3 2-1,1-1 26,1-1 0,2 2 0,-1 1-204,-2 1 1,3-5 151,-3 3 0,-1-4 152,1-1 0,0 1 0,3-1-31,-3 0 0,1 0 6,-5 0 0,4 1 1,-3-1-1,-1 0-4,1 0 0,-2 0 1,4 1-64,-2-1 0,1 0 0,-4 0 0,3 0 0,0 1 0,-2-1-177,1 0 0,4 6 0,-2 0 49,0 1 0,-3 4-169,1-3 0,2 3-26,-2 1 1,4 0 226,-4 0 1,1 1 0,-2 1 69,1 2 0,5 0-35,-5-4 0,4 0 133,-4 0 0,1 2 0,-2 0-84,1 2 1,4 0 0,-3-4-24,-3 0 0,4 0-12,-2 0 1,0 0-117,-4 0 1,4 0 112,1 0 35,-1 0 164,-4 0 673,5 0-298,2 0-217,5 0-220,0-5 0,0 2-57,0-5 0,0 4-85,0-3 0,0 3 27,0-4 0,0 4 22,0-4 1,0 4-105,0-4 1,-1 4-67,-3-4 1,3 5 86,-3-5 0,1 5 52,-1-1 0,3 1 0,-4 1-1,-1-2 0,4 0-83,-6 4-472,0 0 1,0 0-1922,0 0 654,6 0 1,-2 0 1057,8 0 1,-2 4 0,6 0 0,1 0-3188,2 1 3989,1-4 0,-1 10 0,1-5 0</inkml:trace>
  <inkml:trace contextRef="#ctx0" brushRef="#br2" timeOffset="40">7947 7521 7712,'0'-12'-55,"0"0"1,0 5 0,0-1 273,0-1 0,0 2 0,0-1-32,0-1 0,0 2-92,0 0 1,-1 4 13,-3-1 0,2 3 434,-6 1 0,4 0 276,-4 0 0,0 0-124,-4 0 1,4 0 798,1 0-424,4 0 0,-4 0-228,3 0 1,2 0-329,-6 0 1,0 0-215,-4 0 0,4-2 0,1 0-102,-3-2 1,4 0-1,-1 3 1,1-2-86,-1-1 0,-1 0 0,-2 3 0,1-2-84,1-1 0,0-4 0,-3 3 0,2 0 140,1 0 1,1-3-1,-4 3 1,2-2 137,1-2 1,0 2 0,-4-1-203,1-1 1,3 0 0,0 1-1,0 3-261,1 0 1,-3 2 0,2-3-147,-2 0 1,2 1-1,0 2 92,-1 0 0,-2-5 0,-1 2 347,1 0 1,3 2-1,0-4-63,-1-1 1,2 2 0,-1 1 183,-1 1 0,-1-3 0,-1 3-162,3-2 0,-2 4 1,3-2-252,1 0 0,-5 4 73,3-3 0,-2 2 0,-1 1 25,4-3 1,0 3 378,3-3 1,2 3-256,-6 1 1,1-2 0,-2 0-26,1-2 0,4 0 197,-4 4 1,4 0 273,-4 0-206,6 0 0,-5 0-64,3 0-41,3 0-106,-4-5 0,6 3 50,3-2 0,-1 3 85,5 1 1,-1 0 35,5 0 0,0-4-140,0 0 0,0 0 0,-1 4-62,1 0 0,0 0 1,0-1-1,0-2 4,-1-1 1,1 0-1,0 4 1,0 0-44,0 0 0,-1 0 0,1 0 1,0 0 75,0 0 1,-1 0-1,1 0 1,0 0-101,0 0 0,-4 0 0,0 0-2,1 0 0,-3 0 0,2 0 0,1 0 0,-3 0 0,-3 0 0,-6 0 0,-4 0 0,-6 0 0,-3 0 0,3 0 0,-3 0 0,2 0 0,-2 0 0,2 0 0,-5 0 0,1 0-139,0 0 1,3 0 0,0 0 0,2 0-119,1 0 0,0 0 0,0 0 238,0 0 0,1 0 0,-1 0 451,0 0 1,4 0 83,0 0-516,6 0 0,-4 0 0,6 2 0,0 2 0,0 3 0,2 4 0,0 1 0,4 0 0,0-1 0,-2 2 0,3 3 0,-1 4 0,1 2 0,-1 2 0,3-2 0,-1 0-240,1 2 0,2-7 1,-1 5-1,0-2-841,-3-2 0,0-4 0,2 1 0,-2-5-5023,-2-2 6104,4-5 0,-2 2 0,5-5 0</inkml:trace>
  <inkml:trace contextRef="#ctx0" brushRef="#br2" timeOffset="41">10353 8488 7764,'1'6'4827,"3"-2"-3622,-2-3 1,3-2-1,-5-4-923,0-7 0,1-1 1,2-7-1,1-2-206,-2-4 1,0 0 0,-2-6 0,1-2-77,3-4 0,-3 0 0,3-4 0,-3 0-265,-1 0 0,2 7 1,0-2-1,2 3 66,-1 6 1,-2 7-1,0 6 1,2 5 74,1 2 1,1 5 0,-1-1-225,4 3 0,-1 6 0,0 3 0,4 3-81,3 0 0,1 2 0,3 2 0,0 1 149,1-2 1,-3-2 0,2-3 0,-1-1 55,-3 1 0,-1-4 1,-1-1-1,0-1-580,0 1 1,-4-3 803,-1 3 0,-4-3 0,2-1 0</inkml:trace>
  <inkml:trace contextRef="#ctx0" brushRef="#br2" timeOffset="42">10235 8264 8181,'-12'11'4255,"6"1"-2435,2 0 1,4-5 0,4-4-1160,4-1 0,2-2 0,2 0 0,1 0-429,3 0 1,-3-2 0,4 0 0,-1-3-1449,-1-2 0,2 4 0,-2-2 0,2 1 1216,1 0 0,2-5 0,3 3 0</inkml:trace>
  <inkml:trace contextRef="#ctx0" brushRef="#br2" timeOffset="43">10777 8028 9413,'-6'1'7622,"2"3"-7170,3-3 0,6 3-854,3-8 0,2 3 0,2-3 0,0 3-781,0 1 0,-4 0 1,-1 0-1,3 0 1183,0 0 0,2-5 0,0-2 0</inkml:trace>
  <inkml:trace contextRef="#ctx0" brushRef="#br2" timeOffset="44">11060 7827 7831,'-5'7'3510,"3"4"-2460,-6-4 0,5 0 1,-1 2-1,3 3-798,1 2 1,0 7 0,0-1-1,0 2 1,0 3 112,0 3 0,0-2-365,0 5 0,-5-5 0,-2 3 0</inkml:trace>
  <inkml:trace contextRef="#ctx0" brushRef="#br2" timeOffset="45">6297 6920 9632,'-12'0'1058,"4"0"1,1 1-216,2 3 1,1-1-785,4 4 1,5-4 0,3 1 0,4-3 50,4-1 0,-2 0 0,5 0 0,-1 0-796,0 0 1,-3-1-1,0-2 1,0-1-211,0 2 1,-1-1 0,1 1 895,-2-2 0,-1 0 0,0 4 0</inkml:trace>
  <inkml:trace contextRef="#ctx0" brushRef="#br2" timeOffset="46">6285 7085 7818,'-7'0'7619,"2"1"-6629,5 3 1,0-1 0,1 3 0,3 1-1091,4-1 0,3-2 1,2 3-1,1-2-6419,2-2 6519,5-2 0,2-1 0,7 0 0</inkml:trace>
  <inkml:trace contextRef="#ctx0" brushRef="#br2" timeOffset="47">14763 7297 9669,'13'4'861,"3"1"1,4 2-583,2 2 0,2-3 0,0 2 0,3 1-209,0 2 0,7 2 0,-1 0 0,4 2-159,1-1 0,-4-7 1,5 3-1,-1-2-3,1-2 0,-10-3 0,1 1 0,-4-3 61,-5-1 1,-2 0 0,-9-1-1,-1-2 227,-1-1 0,-6-5 1,-1 1-1,-5-1 203,-3 1 1,-6-2 0,-6 2 0,-4-2-44,0-2 0,-6 0 0,-2 0 1,-5 0-140,-3 1 0,1-1 1,-5 0-1,-2 0-161,-1 0 0,3 5 0,1 0 0,1 2-21,3 2 1,6 2 0,2 1-206,1 0 0,12 5 0,10 3 80,8 2 1,10-2 0,7 0 0,3 1 137,4 2 1,7-3 0,-1 0-1,4-1 207,5 0 0,2-1 1,4-3-1,-1 1 170,3-1 0,-7-2 0,8-1 0,-2 1-365,-2 3 1,-6-3 0,-2 3 0,-7-1-290,-7 1 1,-7-1 0,-1 4 163,-6 3 1,-4-4-1,-6 1 1,-3-2 303,-4-2 0,-8-2 0,-4-1 0,-3 0 273,-5 0 0,-3 0 0,-8 0 0,-6-1-210,-5-3 1,-1-3 0,-6-5 0,-5 1-276,-2-1 1,30 6 0,1 0 0,-1 0-1,0 0 1,-29-6 217,8 1 0,10 0 0,9 2-285,7 1 0,14 5 1,19 0-238,11 1 1,10 4 0,3 0-1,4 3 102,5 2 1,1-3 0,7 2 0,5 1 161,3 0 1,-5-5 0,3 3-1,3-1-95,1 0 1,-1 4 0,6-4 0,-5 0-67,-4 1 1,-10-4-1,1 5 1,-8-2 10,-7 0 418,-12 0 0,-11-4 0,-16 0 1,-7-2 465,-3-2 0,-4 2 0,-4-6 0,-8-1-347,-7-2 0,2 3 0,-9 0 0,-5-1-360,-2-1 1,-4-2 0,29 7-1,0 0 1,-30-5-100,5 2 0,13 6 1,4-2-1,10 3-371,8 1 0,11 1 0,12 3 0,7 4-4,10 2 1,11 2 0,9 0 0,7 0 342,7-1 1,0 1-1,5-1 1,1-2 193,2-1 1,-3-6-1,-2 2 1,2-2 500,3-2 1,-7 0 0,2 0-1,-10 0-367,-8 0 0,-7 0 0,-3-2 1,-7 0 22,-6-2 0,-10 0 0,-2 4 0,-8-2 220,-6-2 1,-7 2 0,-9-5 0,-8 2-199,-7 2 0,-3-3 0,-14-1 0,28 3 1,-1 1-257,-2-2 0,-1 2 0,0-1 0,0 1 0,-1-1 0,0-1 0,-1 1 0,1 0 0,1-1 0,0 1 0,-28-1 0,5 1 0,12 2 0,14 2 0,22 2-446,5 2 0,16-2 0,13 6 0,6 0 0,10 0 259,9 0 0,4-6 0,6 2 1,3-2 424,1-2 1,-5 0 0,7 0 0,1 0 111,1 0 1,-6-4-1,-2-2 1,-5 1-217,-5 0 1,-8 1-1,-4 4-80,-9 0 0,-13 0 0,-12 0 1,-8 0-55,-7 0 0,-3 0 0,-7 0 0,-5 0 0,-9 0 0,-4 0 0,-14 0 0,-3 1 0,-6 3 0,1-2 0,-1 3 0,2-1 0,3 0 0,2 4 0,6-5 0,10 1 0,10 2 0,12-4 0,7 6-267,5 1 0,13-2 0,9 1 0,4 0 38,4-2 0,2-1 1,3-3-1,2 0 403,-2 2 0,3 0 0,-1-4 0,-2 0-77,-1 0 0,-6-4 1,1 0-1,0 0-158,-2-1 1,-1 4-1,-5-4 1,0 1 104,-1 0 0,-4-2-619,-3 2 89,-3-2 1,-2-1 0,-3 3 0,-4 3-1001,-2 1 1,2 0-1063,0 0 708,0 0 621,-4 0 0,4 0-344,0 0 0,1 0-448,-5 0 1,4 0-42,0 0 2052,0 0 0,-4 5 0,1 2 0</inkml:trace>
  <inkml:trace contextRef="#ctx0" brushRef="#br2" timeOffset="48">3879 7368 7829,'-1'17'175,"-3"-5"1,3-1-1,-5-3 1,2 3 530,1 0 0,-1 1 0,2-1 1,0-2 637,-2-1 1,0-4-687,4 4 0,0-11 1,0-2-1,0-8-186,0-7 1,0-9-1,0-6 1,0-7-318,0-4 0,1-2 0,2-2 0,1-3-466,-2 0 0,0-4 0,-2-3 1,0-3-111,0-2 0,-4 10 1,-2-6-1,1 9-29,0 6 1,-3 16-1,4 4 98,2 6 0,-4 11 163,2 9 0,4 5 0,6 6 1,0-2-158,3-1 1,2 1 0,2 5 0,1 2-115,2-1 0,5-1 1,-3-1-1,1 1-36,-4 1 0,0-7 1,-1 5-1,2-1-1026,-2-3 1522,-1 0 0,-1 3 0,0 0 0</inkml:trace>
  <inkml:trace contextRef="#ctx0" brushRef="#br2" timeOffset="49">3655 7097 7836,'-14'10'0,"2"-1"2543,1-1 1,7-7-1532,4-1 1,6-1 0,7-7-1,3-1-704,3-1 0,0-2 1,0 0-1,2 0-683,1 0 0,-2 1 1,0-1-1,1 0-314,1 0 0,-2 4 1,-1 1 688,2-3 0,2 0 0,0-2 0</inkml:trace>
  <inkml:trace contextRef="#ctx0" brushRef="#br2" timeOffset="50">4233 6755 8061,'-1'6'4661,"-3"-2"-3100,2-2-889,-3-2 1,5-6-1,1 0-583,3-1 0,-1-2 0,4 4 0,-1-2-629,1-2 1,1 3-1,3-2-672,1-2 1,0 5 0,-2 0 0,0 1-1696,-3 0 2907,1 0 0,4-1 0,0-2 0</inkml:trace>
  <inkml:trace contextRef="#ctx0" brushRef="#br2" timeOffset="51">4504 6484 10769,'-4'7'650,"0"1"0,-1-4 0,2 4-253,-1 1 0,1-2 1,3 1-1,0 1-319,0 1 0,3 6 0,1 0 0,-1-1-618,-2 3 1,1-5 0,0 4 0,2-2-1121,-1 1 1,-2 0 1659,-1-4 0,5 5 0,2 1 0</inkml:trace>
  <inkml:trace contextRef="#ctx0" brushRef="#br2" timeOffset="52">4764 6543 8890,'0'-8'3393,"0"0"1,0 4-1108,0-4 1,-2 5-1956,-2-1 1,2 4-1,-5 4 1,1 4 784,-1 3 0,-1 6 0,-2 4 0,-1 5-697,-1 5 1,3 9-1,-6 4 1,0 7-500,-1 8 1,2 1-1,4-27 1,0 0-1,0 0 1,1-1-234,0 1 1,-1 0 0,-11 27-1,7-2 1,2-10-362,3-7 1,6-14-1,-1-4 1,3-4-148,1 0 1,5-10-1,3 0 98,3-2 1,1-6 0,-1 3 0,1-3 147,0-1 1,0 0 0,1 0 0,1 0 574,2 0 0,5-5 0,-3-2 0</inkml:trace>
  <inkml:trace contextRef="#ctx0" brushRef="#br2" timeOffset="53">4905 7167 8988,'-5'11'2038,"-3"-3"1,3 2 1812,1-2-3308,-3-3 1,6-5 0,-2-9 0,5-5-441,2-6 0,1-4 0,-3-2 0,2-3-43,-1-1 1,0-2 0,-1-6-1,2-2-449,-1 2 0,-2-5 1,-1-1-1,0-4-133,0 3 1,0 5-1,0 2 1,0 6 280,0 4 0,0 12 1,0 5 339,0 0 0,5 6-102,3 1 1,1 4 0,1 4-1,-3 4 1,4 2-24,3 2 0,-1 0 1,3 1-1,-1 1-236,0 2 0,0 4 1,3-5-1,-1 1-464,-3 1 0,0-5 0,-3 1 0,1-4-602,0 0 0,0-2 1328,-1 1 0,-4-6 0,-2 4 0</inkml:trace>
  <inkml:trace contextRef="#ctx0" brushRef="#br2" timeOffset="54">4775 6920 7789,'-4'12'813,"0"-1"416,2 1 1,2-1 0,4-2-399,4-1 0,6-6 0,3 2 0,1-2-696,3-2 1,-2 0 0,0-2 0,2 0-1202,2-2 1,0-4-1,1 3 1066,-1-2 0,1-1 0,0-4 0</inkml:trace>
  <inkml:trace contextRef="#ctx0" brushRef="#br2" timeOffset="55">5247 6684 15509,'-10'5'1079,"2"3"1,-3 4 0,5 4 0,-4 5-560,-1 5 0,2 5 0,-9 8 0,1 6-391,-2 5 1,2-2 0,1 2-1059,3-5 0,2-2 0,2-7 1,3-4-1,0-6-4603,4-8 5532,6-8 0,8-5 0,6-5 0</inkml:trace>
  <inkml:trace contextRef="#ctx0" brushRef="#br2" timeOffset="56">5247 6884 12524,'12'12'579,"0"0"1,-1 4 0,1 1 0,0 1-684,0 3 1,4 1 0,-1 1 0,1-4-772,1-3 0,-4-2 0,3-1 0,-3 1-2395,-1-4 3270,-1-6 0,1 1 0,0-5 0</inkml:trace>
  <inkml:trace contextRef="#ctx0" brushRef="#br2" timeOffset="57">5271 7085 7916,'-12'5'934,"-1"-2"0,-2 3 3191,0-1-3207,-1 5 1,11-10 0,5 0-526,6-7 1,6-1 0,2-2 0,3-3-648,2 0 1,0-2-1,4 1 1,-2-3-1129,-2-2 0,1 1 0,4-3 0,-2 1 1382,-3-1 0,4-1 0,-5-1 0</inkml:trace>
  <inkml:trace contextRef="#ctx0" brushRef="#br2" timeOffset="58">5518 6684 7805,'-6'5'992,"-1"-3"0,5 3 1,-2 0 126,1 3 0,2 2 0,1 3 0,1 3-311,3 4 0,-1 3 1,3 5-1,-1 5-396,-2 5 0,2 0 0,-1 2-511,-1-3 0,-2 0 1,-1-9-1,0 0 1,0-2-77,0-4 1,-4-6-1,-1 0-3263,-2-3 1,3-7 3437,-3-2 0,-1-13 0,-4-4 0</inkml:trace>
  <inkml:trace contextRef="#ctx0" brushRef="#br2" timeOffset="59">5672 6554 8397,'0'-11'621,"3"3"0,3 1 677,0 2 1,2 1 0,4 4 0,1 1 624,3 3 1,-2 5 0,5 10-1,-2 7-1350,-3 7 1,-1 6-1,-2 11 1,-2 3-533,-1 5 1,-6-2 0,1 6 0,-5-4 14,-1-3 0,-7-10 0,3 0 0,-4-7-3309,-1-8 0,-1-4 3253,-3-2 0,-2-6 0,-5-1 0</inkml:trace>
  <inkml:trace contextRef="#ctx0" brushRef="#br2" timeOffset="60">2051 11718 8266,'-1'6'1629,"-3"-2"0,2-1 1,-6-1-550,-1 2 1,2 0-1,-1-4-636,-1 0 1,-2 0 0,0 0 0,-1 0-103,0 0 0,4 0 1,0 0-1,-1 0-154,-1 0 1,-2 0 0,0 0 0,0 0-24,1 0 0,-1 4 0,0 0-51,0-1 0,0-2 0,1 0 69,-1 3 1,0-2 0,1 3 63,4 0 1,0-4 0,4 5 137,0-1 0,-5-3 677,4 6-370,0-5 0,4 7-548,0-2 0,0-1 1,0 1-1,0 1-84,0 1 1,1 2-1,2 0 1,1 1 26,-2 3 0,0 2 0,-2 6 0,1-1-156,3 1 0,-3 1 1,3 1-1,-3 3 18,-1 1 1,-4 1 0,1 5 0,-1-1 18,-2 0 0,4 1 1,-5-2-1,2-3 90,2-3 1,-2 1 0,1-3 0,0-1 108,-1-1 1,4-4 0,-3 5 0,2-4-9,2 0 0,-4-3 1,1 1-1,0-1-34,2 0 1,1-3-1,0 0 1,0-2-22,0-1 0,0 0 0,0 0 1,0 0-105,0-1 0,0 1 0,0 0 0,0 0 0,0-4 0,0 0 0,0 1 0,1-4 0,3-1 0,2-3 0,6-1 0,0 0 0,0 0 0,0 0 0,-1 0 0,1 0 0,0-1 0,1-2-210,3-1 0,-7-1 1,3 2-1,-2 0-2040,1 0 0,1-2 0,-1-1 0,1 1-695,0 0 0,-4 0 2945,0 1 0,-1-3 0,5-5 0</inkml:trace>
  <inkml:trace contextRef="#ctx0" brushRef="#br2" timeOffset="61">2382 12543 7703,'0'12'316,"-2"-5"0,0 1 547,-2 1 1,0-2-1,2 0 2437,-1-2-2780,1-1 1,-3-6 0,5-1-1,0-7-56,0-4 1,0 0 0,0-6-1,0-1-226,0-1 0,1-3 0,2-3 0,1-4-257,-2-6 0,0 3 1,-2-4-1,0-4-230,0-5 0,0-1 1,0-1-1,0 4 108,0 3 0,-2 5 0,0 0 1,-2 7-541,1 7-1,2 6 425,1 6 1,1 6 153,3 2 0,-1 6 0,5 3 1,1 2-54,1 2 1,2-2-1,0-1 1,1 1-27,3-1 1,-3 2-1,3 4 1,-2-1-30,2-4 0,-3 4 0,3-5 0,-3 2-489,-2 0 1,-3-5-1,-1 2-881,-2 0 1,3-2 1580,-4 5 0,0 0 0,-4 3 0</inkml:trace>
  <inkml:trace contextRef="#ctx0" brushRef="#br2" timeOffset="62">2240 12225 7752,'-18'19'693,"2"1"0,3-6 1,2 2-1,4-3 650,3-1 1,2 0-1,4-2-673,2-2 0,3-3 0,8-5 0,2 0-249,1 0 1,-2 0 0,4-1 0,1-3-604,1-4 1,-3-2 0,1-2 0,1 0-1442,1 0 1,2 0 0,-2 1 0,-1-2 1622,-1-3 0,-1 3 0,5-4 0</inkml:trace>
  <inkml:trace contextRef="#ctx0" brushRef="#br2" timeOffset="63">2747 12001 21267,'0'11'891,"-4"1"1,-1 1-1,-2 3-677,-2 4 1,0 3 0,0 5 0,1 4-35,-1 6 0,-2-1 0,0 4 1,0-3-1909,3-3 1,2 2-1,3-11 952,-1-4 0,2-3 1,5-9-1,7-2-925,4-4 0,3-8 0,4-7 0,-1-6 1701,1-6 0,1-9 0,1 2 0</inkml:trace>
  <inkml:trace contextRef="#ctx0" brushRef="#br2" timeOffset="64">2889 12095 7772,'0'12'1506,"0"-1"1,0-1-1,0 0 1,1 3-872,3 0 0,2 2 0,8-1 0,0 3-695,2 1 0,1-2 0,-3 3 0,2-2-93,-2-3 0,1-1 1,-1-1-1777,2 0 0,0-6-3321,-5-2 5250,-4-3 0,-7-6 0,-7-1 0</inkml:trace>
  <inkml:trace contextRef="#ctx0" brushRef="#br2" timeOffset="65">2889 12307 7772,'-17'7'447,"0"2"0,-3-5 5226,4-2-4669,8 0 0,8-4 1,8-2-1,4-5-565,4-5 0,2-1 1,6-4-1,-1-2-679,1-1 1,-1 2-1,1 2 1,-2-1-1473,-2 1 1,2 2 0,-3-2 0,-1 1-518,-2 2 1,-2 1 2228,2-2 0,-3 3 0,4-4 0</inkml:trace>
  <inkml:trace contextRef="#ctx0" brushRef="#br2" timeOffset="66">3160 11953 8148,'-12'0'1295,"6"2"1,2 2-735,2 4 1,2-2 0,0 2 0,0 2 435,0 5 0,4 3 0,1 7 0,1 3 7,-1 3 0,3 4 0,-4 2 0,-2 1-832,0 0 1,-2-4 0,0 4 0,0-4-1264,0-2 1,0-12 0,0 0-1,0-5 163,0-4 0,-2 0-2368,-2-3 0,3-12 3296,-3-8 0,3-13 0,1 0 0</inkml:trace>
  <inkml:trace contextRef="#ctx0" brushRef="#br2" timeOffset="67">3384 11706 8680,'-12'1'1474,"0"3"0,1-3 0,-1 3-405,0-2 1,4-2 0,0 0 3279,-1 0-3833,4 5 1,1-4-1,8 3 1,4-3-27,2-1 1,3 0 0,3 0 0,2 0-459,1 0 0,3-1 1,-2-2-1,2 0-51,1 0 1,-3-2-1,-2 1 1,-1 0 9,-2-1 1,-1 2 0,1-4 0,0 2-836,0 3 0,-6-4 817,-1 2 1,-6 2 0,1 6 179,-6 4 1,-3 2 0,-6 3 0,2 3-74,2 4 0,-3 3 1,3 3-1,-1 4-8,1 4 1,3-3-1,5 7 1,0 1-90,0 1 1,1 5 0,3 3 0,4 2 299,3 0 1,4-4 0,1 5 0,-1-3 231,-2 0 0,-5-10 0,-2-4 0,-1-4-220,-2-4 1,-2-2 0,-1-5 0,-1-3-290,-3-3 0,-2-1 0,-6-2-297,0-2 0,0 1 0,-1-3 0,-3-1 0,-2 0-462,0-2 0,-5-2 0,5-1 1,0 0-33,2 0 0,4-1 0,3-2 0,2-2 36,2-2 0,1 3 0,4-4 0,0-1-1031,0-1 0,7-3 1,3-3-1,6-4-1001,2-2 2781,-3-7 0,12-1 0,-2-5 0</inkml:trace>
  <inkml:trace contextRef="#ctx0" brushRef="#br2" timeOffset="68">3950 11647 7772,'-8'1'70,"0"2"231,-1 1 1,4 1-1,0-2 5735,-1 1-5318,5-1 1,1-3 0,8 0 0,1-1-470,-1-3 0,2 2 0,-2-5 1,3 1-511,0-1 0,1 4 0,0-1 0,0 2-314,0-2 0,-1 3 0,1-3 0,0 2-910,0 2 0,-4-1 0,0-2 1,1-1 1484,1 2 0,2 1 0,0 1 0</inkml:trace>
  <inkml:trace contextRef="#ctx0" brushRef="#br2" timeOffset="69">4351 11364 7151,'-5'12'2319,"3"0"1,-3-1 0,1 4-1321,0 4 0,-5 2 1,2 12-1,0 2-1076,-1 3 0,0 3 1,-3-4-1,2-1-963,1-2 0,6-6 0,-2-2 0,3-5-4180,1-5 5220,0-8 0,5-3 0,1-5 0</inkml:trace>
  <inkml:trace contextRef="#ctx0" brushRef="#br2" timeOffset="70">4481 12154 6328,'-12'0'3079,"0"0"0,7 0 0,5 0-3129,6 0 1,6 1 0,2 2 0,4 1-613,0-2 1,-2 1-1,3 0 1,1 0-233,-2 0 1,5 0 0,-5-1 893,0 2 0,4 0 0,-3-4 0</inkml:trace>
  <inkml:trace contextRef="#ctx0" brushRef="#br2" timeOffset="71">4551 12260 7772,'0'8'3439,"0"0"0,4-4-2312,0 3 1,1 1-1487,-1 4 0,-1-5 1,5-2-1,1-1-1195,1 0 0,4 0 1554,1-4 0,4 0 0,4 0 0</inkml:trace>
  <inkml:trace contextRef="#ctx0" brushRef="#br2" timeOffset="72">6072 11223 8102,'-3'7'0,"-3"0"786,0-2 0,2 4 0,-3-1-242,2 3 1,-3 2 0,4 1 0,0 5-286,-1 3 0,-1 0 0,-5 11 0,2 3-327,1 6 0,-1 7 1,-6 3-240,0 3 0,-1 3 1,3-10-1,0-4 1,0-5-1786,2-5 0,7-10 2092,0-1 0,-2-18 0,-1-1 0</inkml:trace>
  <inkml:trace contextRef="#ctx0" brushRef="#br2" timeOffset="73">5518 11871 7803,'0'17'389,"-1"-4"1,-2 3-1,-1-3 879,2-1 0,0-1 1,4 0-1,2-2-784,4-1 0,5-5 0,5 0 0,7 0 732,4 1 1,5-3 0,8 2-1,6-6-1018,5-5 0,-1-2 0,4-3 0,2-2-405,-2 0 1,-3-2-1,0 2 1,-1 1-1973,-7 3 1,-7 4 0,-9 4 2178,-4-1 0,7-5 0,-8 2 0</inkml:trace>
  <inkml:trace contextRef="#ctx0" brushRef="#br2" timeOffset="74">5506 12849 7803,'0'12'0,"-1"-1"0,-1-2 1389,-2-1-171,0-6 0,4 2 0,0-8 0,-2-4-424,-2-2 0,3-7 0,-4-3 1,1-2-488,0-2 0,-1-4 0,2-3 0,-1-1-219,2-4 0,0 2 0,2-9 0,0 0-332,0 1 0,4-4 1,1 5-1,1 1-46,-1 1 1,3 11-1,-3-1 1,0 8-123,1 4 0,1 5 1,-1 6 111,0 1 0,2 1 0,4 4 0,0 0 137,-1 0 1,5 4 0,0 1 0,0 1 60,1 4 0,-3 0 0,4 1 0,1-2-205,-1-1 0,-4-1 0,2 4 0,-3-2-449,-1-1 0,0-1 0,-2 2-887,-2-1 1643,-3-6 0,-10 3 0,-1-5 0</inkml:trace>
  <inkml:trace contextRef="#ctx0" brushRef="#br2" timeOffset="75">5389 12449 8082,'-11'15'0,"2"1"874,1-2 0,5-4 1,-1-3-166,3 3 0,2-4 0,3 1 0,6-2-282,4-2 1,0-2 0,6-1 0,1 0-181,1 0 0,2 0 0,-1-1 0,2-2-1537,3-1 1,-2-5-1,4 1 1,2-3 1289,2 0 0,-7-12 0,7-1 0</inkml:trace>
  <inkml:trace contextRef="#ctx0" brushRef="#br2" timeOffset="76">6002 12248 11361,'-12'0'1184,"0"1"1,0 5 0,-1 5-526,-2 8 0,0 8 1,-3 5-1,-2 3 527,-2 4 0,1 5 0,-5 5 0,3 4-1332,4 0 1,8-11 0,1-1 0,3-4-1261,5-5 0,2-9 0,4-5 0,5-7-307,5-8 0,4-1 0,5-4 1,-2-3 1712,-2-7 0,1-10 0,4-8 0</inkml:trace>
  <inkml:trace contextRef="#ctx0" brushRef="#br2" timeOffset="77">6072 12425 7803,'0'12'0,"0"1"525,0 3 0,0-6 0,0 6 230,0 2 1,6-2 0,2 0-1,2-2-356,2 2 1,0-3 0,-1 2 0,3 0-701,1 1 0,0-3 1,3 2-1,-1-3-122,-3-4 1,0-3-1,-3-5 1,1 0-1125,0 0 1,-6-5-1,-2-3 1547,-2-2 0,-2-2 0,0 0 0</inkml:trace>
  <inkml:trace contextRef="#ctx0" brushRef="#br2" timeOffset="78">6061 12661 7942,'-16'5'0,"0"3"739,2 2 1,5-2-49,1 0 1,12-5-1,2-1 1,9-4-168,3-6 0,3-4 1,4-2-1,1-3-725,0-2 0,-3 3 1,4-3-1,-3-1-500,-5 2 0,4-4 0,-5 2 1,0-4 700,-2-3 0,2-3 0,1-6 0</inkml:trace>
  <inkml:trace contextRef="#ctx0" brushRef="#br2" timeOffset="79">6344 12272 8364,'0'8'4002,"0"-1"-2878,0 3 0,1 0 0,3 3 0,4 4-699,2 7 0,2 6 1,0 9-1,-2 6-404,-2 4 1,-3 5 0,-5 4-1,0-3-122,0-4 1,-5-4-1,-3-5 1,-2-5 100,-2-5 0,-5-11 0,-1 2 0</inkml:trace>
  <inkml:trace contextRef="#ctx0" brushRef="#br2" timeOffset="80">13050 8249 8178,'0'-11'1052,"-1"1"1,-2 1 637,0 2-1443,-1 4 0,3-1 0,-2 8 0,-1 5 24,2 5 0,1 5 0,1 6 1,-2 4-43,-1 3 0,1 1 0,-3 7 1,2-1-20,-1-2 1,-1-2 0,2-4 0,-1-2 404,2-2 0,-3-11-171,1 3 1,0-17 0,4-9-80,0-10 1,2-8 0,0-4 0,3-3 0,0-7-365,0-4 1,4 0 0,-3 0 0,2-1-214,-1 2 0,1 2 0,2-3 0,0 0 85,1 4 0,-6 8 0,7 5 1,-2 6-135,0 5 1,-3 8 0,1 3-1,1 4-100,1 4 1,-3 8 0,1 10 0,2 5 273,4 6 1,-4 0-1,2 6 1,1-2 225,0 0 0,-3-3 0,3 5 0,-4-3 361,-5-3 0,1-7 1,-1 1-1,-2-5-109,0-3 0,-7-1 1,-4-6-1,-5 2-262,-5 0 1,-2-8 0,-2 6 0,-1-2-612,-2 0 1,1-4 0,-3-2 0,3-3-824,3-1 0,6 0 0,-2 0-1305,2 0 0,7 0 1235,9 0 1375,10 0 0,8-5 0,5-1 0</inkml:trace>
  <inkml:trace contextRef="#ctx0" brushRef="#br2" timeOffset="81">13458 8430 7854,'0'-11'0,"0"0"887,0-1 0,-4 5 0,-1 1 1,-1 1 744,-3 2 0,3 2 1,-2 1-1,-1 0-1032,-1 0 0,-1 6 0,1 4 0,1 4-511,1 0 0,1 3 0,-3 1 0,2 1-428,5 0 0,0 0 0,0 2 0,0-1-449,0-1 1,3-5-1,4 1 1,3-4 202,4-3 1,1-3 0,3-5 0,3-2 529,-1-1 1,5-4 0,-5-5 0,1-3-60,-3-4 1,-2-2 0,-2-1-1,-1 2-31,-2 1 0,-3 0 0,-5-2 0,0 2-292,0 4 0,-5 4 0,-3 3 0,-3 4-446,-4 3 0,2 2 0,-2 4 883,2 7 0,2 4 0,0 7 0</inkml:trace>
  <inkml:trace contextRef="#ctx0" brushRef="#br2" timeOffset="82">13650 8453 7308,'-7'0'3991,"0"1"-3104,2 3 1,2-1 0,1 4 0,0 3-394,-2 4 1,0-1-1,4 2 1,0-2-229,0 3 1,-4-4 0,1 3-17,0-2 0,2-2-108,1 0 0,0-6 0,1-5 0,2-6-218,0-4 1,6-2-1,-1-4 1,2-2-137,1-4 1,0 0 0,1-1 0,-1 0 119,0 1 0,1-1 1,-1 0-1,2 2-4,2 2 1,-6 3-1,2 5 1,-1 0 37,0 4 0,-4 4 0,-1 10 260,0 4 1,-3 8-1,1 0 1,-3 2 56,-3 2 0,1-1 1,-3 1-1,2 0-137,-1-1 1,-4-3 0,4-1-115,2-2 1,1-5-124,1-3 1,0-7 0,1-1 0,3-7-182,3-7 0,3 0 1,2-5-1,-1-1-76,0-1 0,2 2 1,1 1-1,1 1 121,-1-1 0,-2 8 0,0-1 120,-1 1 1,0 3-1,0 1 1,0 2 276,-4 5 1,-2 6 0,-5 8 0,0 4-61,0 2 0,0-1 0,0 0 0,0 3-651,0 1 0,-1-7 0,-2 6 0,0-3-949,0-2 0,2-1 1514,1-2 0,-5-2 0,-2 3 0</inkml:trace>
  <inkml:trace contextRef="#ctx0" brushRef="#br2" timeOffset="83">14307 8396 8350,'-2'-11'1330,"-1"0"1,0 3 0,-3 1 1053,1-2 1,-4 3-1401,1-2 0,-2 6 0,-1-2-677,0 3 1,-1 2-1,1 3 1,0 3-453,-1 3 1,5 1 0,-1 1-1,0 0-513,-2 3 1,2-1 0,2 4-1,1-2-287,2-2 1,1-1 0,-1-2 590,-1 0 0,2-1 0,4-1 1,3-3-1,3-1 331,4-2 0,0-3 0,3-4 0,-1-5-38,1-4 0,-3-1 0,3-4 0,-2 2 219,-2 2 1,1-2 0,-1 2-1,-1 2-64,-2 4 0,0 0-154,-4-3 0,0 6 1,-4 5-96,0 6 1,0 4 0,-1 3 0,-2 2 0,-2 2-341,-1 1 1,2 2-1,-2-4 1,1 1-2207,2-1 2701,2-1 0,-4-3 0,-1-1 0</inkml:trace>
  <inkml:trace contextRef="#ctx0" brushRef="#br2" timeOffset="84">14544 8295 7817,'-7'1'1664,"-1"3"-828,-1 3 1,3 3 0,0 3 0,0 2-346,-1 4 1,5 0-1,-2 2 1,2 3-558,-2 0 0,2 1 0,-1-1 0,1 0-1132,2-3 1,0-6-1,0 0 1198,0-2 0,0-7 0,0-1 0</inkml:trace>
  <inkml:trace contextRef="#ctx0" brushRef="#br2" timeOffset="85">14578 8046 7817,'0'-17'1142,"0"1"0,0-3 3904,0 4-4605,0 7 0,0 6 1,-1 8-1,-1 6-102,-2 0 1,0 4 0,4 1-1031,0 0 0,0-3 0,0 3 0,0-2 0,0 1 691,0 2 0,5-5 0,1 4 0</inkml:trace>
  <inkml:trace contextRef="#ctx0" brushRef="#br2" timeOffset="86">14759 8215 7778,'-5'8'0,"-1"-1"1008,0 2 0,-3 1 0,4 3 0,0 1-65,0 1 0,0 5 1,2-1-1,0 2-612,0 2 0,1-1 0,-1 0 0,-1-2-64,2-1 1,-1-5 0,1 1 208,-2-3 0,0-7-287,4-5 1,0-5 0,0-7-1,1-3-13,3-4 0,-1-4 0,4-2 1,3-3-510,4-1 1,-1 3 0,2-2 0,-1 2 2,1 1 0,-1 7 0,3-3 0,0 3-314,-4 4 1,0 7 0,-3 4 0,-1 7 613,-2 7 0,-4 7 0,1 7 0,-3 4 280,-1 4 1,0-2 0,-1 6 0,-2-5-191,-1-2 0,-3-4 0,3-1 1,2-4-1085,0-2 0,-1-9 1024,-1 1 0,5-12 0,5 0 0</inkml:trace>
  <inkml:trace contextRef="#ctx0" brushRef="#br2" timeOffset="87">15767 8453 9897,'0'-11'1275,"0"-1"0,0 1 0,0 0-711,0-1 0,0-4 0,1-4 1,2-5-320,0-5 0,5-1 1,-4-1-1,-1-5-505,2-2 0,-3 2 0,3-5 0,-1-1-129,-1-1 0,1-2 0,-4-1 0,0 1 87,0 2 0,1 10 0,2 2 0,1 6 163,-2 5 1,-1 9 0,1 2 60,1 4 0,-1 3 0,1 7 1,-1 4 176,-2 2 1,3 1 0,3 0 0,0 2-242,3 2 1,-2 3 0,3 4-1,3 0-51,-1-3 1,1 2-1,-2-2 1,1 1-142,-1-1 1,0-3 0,1-5-1,-1 1-1016,0-1 0,-3-1 1350,-1-2 0,1-3 0,3-5 0</inkml:trace>
  <inkml:trace contextRef="#ctx0" brushRef="#br2" timeOffset="88">15688 8057 7655,'-12'11'0,"2"1"1699,3-1 1,2-4 0,6 0 0,3-2-925,3-3 1,5 0 0,3-2 0,3-2-967,4-2 0,0-1 0,1-3 0,0 0-470,-1-1 1,1 3 0,-2 0 0,0 1 273,-3 2 387,-4-3 0,8 0 0,-5-6 0</inkml:trace>
  <inkml:trace contextRef="#ctx0" brushRef="#br2" timeOffset="89">16231 7887 9130,'-6'-1'3387,"2"-3"0,3 2-3569,1-6 1,5 6 0,2-2-1,3 1 266,2 0 0,-1 1 0,0-1 0,0 1-1431,1 2 1,-1-1-1,0-2 1,1 0-2217,-1 0 3563,0 2 0,6 1 0,0 0 0</inkml:trace>
  <inkml:trace contextRef="#ctx0" brushRef="#br2" timeOffset="90">16582 7672 7655,'5'-6'0,"-4"0"1535,3 2 0,1 4 1,-1 0-451,-2 6 1,-1 7-1,-1 4-1202,0 6 1,0 6 0,0-1 0,-1 0 0,-3 4-1559,-3 1 0,2-5 1675,1-1 0,-2-3 0,-1-2 0</inkml:trace>
  <inkml:trace contextRef="#ctx0" brushRef="#br2" timeOffset="91">5297 8498 7655,'-6'12'0,"-5"-1"0,5 0 0,-1 2 462,-1 2 1,4 0-1,-2 6 1,1 4 165,2 3 0,-2 4 0,2 4 0,-1 3-217,-1 1 0,4-2 0,-3 1 0,1-3 359,0-3 0,1-12-98,-1-2 1,1-15-1,2-9 1,0-8-249,0-5 0,0-9 0,0-4 0,0-6 178,0-4 1,4-8 0,1-2 0,1 0-558,3-2 1,-3 9-1,2-10 1,2 0-335,4 1 0,-2 8 1,4 2-1,-3 5 145,2 6 1,-2 12 0,2 5-2,-2 8 1,-2 16-1,0 6 1,1 7-15,-1 4 0,0 0 0,-1 6 0,0 2 358,2 1 0,-7-6 1,5 4-1,-3-5 470,0-2 0,-5-2 1,2-3-1,-3-1 89,-1-1 1,-5-8 0,-4 2-1,-4-2-512,-6-2 0,1 1 1,-1 2-1,-1 2-485,-1 0 0,-2-4 1,2 7-1,1-2-405,1 0 0,5 1 0,0-1 0,4 3-226,2-1 1,6 3 0,-2-4 0,4-1 105,4 1 1,2-3-1,6 2 1,0-3 340,3 0 1,-1-1 0,4-1 0,-1-1-637,1-2 0,-1-3 1,4 2 1058,-3-1 0,1 4 0,4-3 0</inkml:trace>
  <inkml:trace contextRef="#ctx0" brushRef="#br2" timeOffset="92">5738 8713 7923,'0'-11'1064,"0"0"1,-1 1 848,-3 2 1,2-2 0,-6 4 0,1-2-643,0 1 1,-3 4 0,3-1 0,-3 3-636,-2 1 0,1 1 0,0 4 0,-1 5-475,1 4 0,-1 3 1,-2-2-1,-1 3-407,1 4 0,2 2 1,4 0-373,0-2 0,4 3 0,-2-7 0,1 1 0,2-2-409,2 0 0,6-6 0,3-5 0,3-1 729,4-2 0,-1-11 1,5-4-1,1-4 219,1-5 0,-2 0 0,-1-2 0,-1 1 201,1-1 1,-4 0 0,1 2 0,-4 2 217,-3 4 0,1 3-186,-6 0 0,1 7 0,-5 7 0,-2 8-111,0 7 0,-6 5 0,1 0-617,-2 1 0,3-1 1,0 1-1,2 0 1,2-2-1155,-2-2 0,3-3 0,-1-4 1728,1-1 0,7 0 0,2 1 0</inkml:trace>
  <inkml:trace contextRef="#ctx0" brushRef="#br2" timeOffset="93">5874 8736 7923,'0'11'4751,"0"0"-4123,0 1 0,-4 0 1,1 2-1,-1 3 328,-1 0 0,2-2 0,-3 4 1,1 0-539,2-1 0,-2-2 0,2-5-615,0 1 1,2-7 220,1-5 0,5-7 0,2-7 1,3-2-195,2-1 0,-3-4 0,1-2 0,2-3-300,1 1 0,-3 8 0,-1-5 0,1 5 41,-1 3 1,-1 2-1,4 5 217,-1 3 0,-3 4 0,-2 5 0,-1 7-30,-3 5 0,0 6 0,-2 2 1,0 3-473,0 0 0,0-2 0,0 0 1,1-2-2697,3-1 3410,-3-6 0,9-1 0,-4-4 0</inkml:trace>
  <inkml:trace contextRef="#ctx0" brushRef="#br2" timeOffset="94">6236 8702 7923,'5'-11'867,"-3"-1"1,1 1 0,0 0 1799,1-1 0,-3 1-1616,3 0 0,-4 4 0,-4 5-518,-4 4 0,-3 8 1,-3 7-1,-1 2 169,1 5 0,-2-1 1,1 6-1,1-1-870,1-3 1,3-1 0,3-1 0,3-2-605,3-2 0,1-3 0,1-6 330,3-2 0,6-4 0,6-9 0,1-7 169,-1-5 0,4-5 0,-2 0 0,-1-1 343,-2 0 1,-2 2 0,-3 2-1,-1 3 97,-2 0-163,1 3 0,-2 3 0,-2 10 0,-3 7-72,-1 7 0,-1 5 0,-2 6 1,0 4 700,0 4 1,-2-2-1,0 7 1,-1-2 336,-3 2 0,3-1 0,-2 3 0,-1-1-352,-1-3 1,-1-4 0,0-5-1,-1-1-439,1-5 0,0-6 0,-1-1 1,0-5-134,-3-6 0,2-1 1,-2-2-1,2-2-1036,2-1 0,4 0 1,0-4-1,2-3-498,3-4 0,1 1 1,1-2 690,0 2 1,5 6 0,3 1 0,5-1 461,2 1 1,5 2 0,-2-2 0,1 0-36,-1-1 0,1 4 0,4-5 0,0-1 290,-1-1 1,1-2 0,0-2-1,-1-2 100,1-2 0,1 3 0,0-4 0,-1-1 1387,-1-2 1,-3-1 0,0-3-1,-3-1-842,0-2 0,-3 2 0,2-1 0,-2-1-213,-2 0 1,0 4 0,-1-1 0,-1 5 186,-1 2 0,-6 5 0,1-1 53,-6 3 1,1 5 0,-6 5 0,-2 4-293,-4 6 0,2 3 1,-4 4-1,3 4-113,-2 3 0,2 4 0,-1 2 1,4 1-188,3 2 0,3-2 0,-3 1 0,2 0 0,3-1 0,1 3 0,2-6 0,4-1-1551,6-1 0,6-10 0,5-4 0,1-4 523,0-3 1,-1-7 0,1-5-1,-1-5-2005,1-5 1,0 1 3032,-1-5 0,1 3 0,0-8 0</inkml:trace>
  <inkml:trace contextRef="#ctx0" brushRef="#br2" timeOffset="95">7447 9053 7817,'-16'0'0,"3"0"0,-2 0 0,3 0 350,1 0 0,-1 0 1,1 0-1,0 0 1552,-1 0 0,5 1 507,-1 3-1411,6-3 0,-2-2 0,8-9 0,4-7-290,6-4 1,-1-5 0,3-11 0,-1-2-482,0-1 0,2-3 0,-3-5 1,1-2-574,-2-1 0,-4 0 0,-2-3 1,-2-2 66,-3-2 1,3 1-1,-1-3 1,-2 3-397,0 6 0,-2 15 0,0 3 0,0 7 213,0 8 1,0 5 924,0 5 0,1 11-439,3 1 1,2 5 0,5 2 0,2 0-422,2 0 0,-2 1 1,3-1-1,-1 0-103,0 1 1,4-1-1,-4 0 1,-1-1-216,-2-2 1,0 1 0,-2-4 0,-1 0-739,-2 0 1,-4 0 1452,0-1 0,4 2 0,-1 5 0</inkml:trace>
  <inkml:trace contextRef="#ctx0" brushRef="#br2" timeOffset="96">7289 8498 7817,'-29'13'1175,"3"2"0,5-6 0,5 2 0,2-2-470,4-3 1,6 0 0,2-3 860,4 1 1,5-1-1,5-3 1,3 0-701,4 0 1,3 0 0,0 0 0,2 0-1247,3 0 1,-2-3 0,4-2-1,0 0-838,0 0 0,-3-3 0,3 3 0,0-1 1218,0-3 0,1-1 0,4-1 0</inkml:trace>
  <inkml:trace contextRef="#ctx0" brushRef="#br2" timeOffset="97">7900 8385 8691,'-10'1'671,"3"3"1,-3-3-1,3 4 1,0-1 1593,-1 0 0,4 0 178,-3-4-1976,4 0 0,7-2 1,7 0-820,2-2 1,0-5-1,-2 3 1,1-1-720,4-1 1,-4 2-1,4-2 1,0 3-469,-1 0 1539,0 4 0,1-9 0,2 4 0</inkml:trace>
  <inkml:trace contextRef="#ctx0" brushRef="#br2" timeOffset="98">8206 8159 7817,'0'-8'7756,"0"1"-6249,0 4 1,0 8-1,0 10-1113,0 5 0,0 8 1,0 2-1,0 4-673,0 4 0,-1 2 0,-2 4 0,-1-1-1268,2-2 0,0-5 1,2-2 1546,0-7 0,0-3 0,0-1 0</inkml:trace>
  <inkml:trace contextRef="#ctx0" brushRef="#br2" timeOffset="99">12586 3734 7694,'-5'-32'119,"-6"2"0,-7-7 0,2 7 642,5 7 0,12 11 0,14 9-761,10 6 0,17 8 0,4 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6.03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7511 6531 7766,'-1'8'0,"-2"-1"348,-1 3 1,-1-1-1,2 0 1,-1 0 0,2 4 61,1 6 0,-3 3 0,0 1 0,1 2-351,2 3 1,-1-2 0,0 4 0,-2 0-803,1 0 1,2-7 0,1-1 742,0-4 0,0-2 0,0-4 0</inkml:trace>
  <inkml:trace contextRef="#ctx0" brushRef="#br0" timeOffset="1">7558 6307 8519,'-1'-7'3219,"-3"3"-3420,3 3 0,-5 2 1,8 3-380,2 4 580,-3 3 0,10 0 0,-5 1 0</inkml:trace>
  <inkml:trace contextRef="#ctx0" brushRef="#br0" timeOffset="2">7747 6578 7766,'-1'20'687,"-2"-1"1,-2 1-145,-2-2 0,5 3 0,-2-4 0,2 0-140,2 0 1,0-1-1,0-4 1,0 0 87,0-1 0,0 1 82,0 0-339,0-6 0,4-6 1,0-7-1,0-4-161,1-1 0,-2-5 1,4-1-1,-1-2-135,1 1 1,1-1-1,3-4 1,1 2-97,0 3 0,-4-2 0,0 5 1,1 1-18,1 2 0,2 2 0,0 0 0,0 3 160,-1 4 0,-3 4 0,0 6 1,1 5 40,2 8 1,-5 8 0,0 5 0,-2 0-87,-1 0 0,5 2 0,-4-4 0,0 0-2533,1-2 2593,-3-4 0,8 0 0,-3 0 0</inkml:trace>
  <inkml:trace contextRef="#ctx0" brushRef="#br0" timeOffset="3">8938 6448 7814,'0'-8'457,"0"1"416,0-3 1,-1 4 459,-3-2-1198,2 5 0,-3-1 0,5 8 1,0 4 24,0 3 1,0 0 0,0 1 0,0 0 34,0 0 0,0 4 1,0-1-1,0 1-128,0 1 1,0-3-1,0 6 1,0 0 26,0-2 1,-1 4 0,-2-3 0,-1 0 86,2 1 0,-4-2 0,2 2 0,1-4 144,-3-3 0,5-5 1,-3-1 920,3 3-613,1-5 1,0-1-436,0-8 1,0-3-187,0-4 0,0-1 0,0 0-45,0 0 1,4 4-1,0 0 41,-2-1 1,0 3-1,-2-2-45,0-1 0,0-2 0,0-1 0,0 1 55,0-1 0,0-1 0,1-2 1,1-2-29,2-1 0,0-2 1,-2-3-1,0-2-14,2-3 1,4-2 0,-3-4 0,2 0-67,2-1 0,0 7 0,0-3 0,-1 5 190,1 2 0,1 6 0,-1 3 1,-1 5-24,1 2 1,-3 4 0,2-3 0,1 2-36,2 3 0,-3 6 0,0 3 0,1 4-45,1 1 1,2-1 0,-1 1 0,-2 1 128,-1 3 0,-2-2 1,3 5-1,-2-2 77,-2-3 0,0-1 0,-2-1 0,1 1 59,-2 3 0,0-3 0,-2 3 0,0-3-51,0-1 1,-5-1 0,-5 1-219,-4 0 1,1 0 0,-3-2 0,2-1 28,-2-1 0,3-1 1,-3 2-1,3-1-278,1 1 0,0-2 1,1 0-1,0 3-130,3 0 1,-1 2 0,5 0 158,2-1 1,2 1 0,4 0 0,3 0 162,4 0 0,1-1 0,-1 0 1,1-2-145,0-1 0,0-2 1,0 4-1,-1-2-51,1 1 0,0-4 0,-1 0 0,-2-1-341,-1 0 1,-1 1 0,5-2 599,0 1 0,0 0 0,0-4 0</inkml:trace>
  <inkml:trace contextRef="#ctx0" brushRef="#br0" timeOffset="4">9410 6495 7733,'0'-11'-43,"0"3"0,1 0 917,3-1 0,-3-2 1728,3-1 0,-3 7-1923,-1 5 1,-4 2 0,-1 5 0,-1 4-482,-3 3 0,-2-1 1,1 4-1,0-1-294,3 0 0,0 1 0,-2-3 0,2 3-26,2 2 1,1-8 0,3 3 0,-2-3-760,-1-2 1,0-3 0,6 0 526,2-1 1,2-2 0,6-7 0,0-4 221,-1-2 0,0-3 0,-2-2 1,-1 0 55,1 0 0,-2 2 0,1 1 128,1 1 0,-3 0 1,1 2 108,-2 1 1,-1 7 0,-4 1-150,0 6 0,0 6 0,0 2 0,0 4-587,0 0 0,0-4 0,0 2 0,0-2-325,0 2 900,0-8 0,0 13 0,0-8 0</inkml:trace>
  <inkml:trace contextRef="#ctx0" brushRef="#br0" timeOffset="5">9634 6472 8448,'0'12'539,"0"-1"0,0 1 1,0 0-48,0 0 1,0-4 0,0 1 0,0 3-204,0 2 0,0 2 0,0-5 1,0 1-328,0 0 0,0 0 1,0 0 99,0-1 0,0-3 39,0 0 0,0-7 0,0-1-78,0-6 1,4-6-1,1-2 1,1-3-68,4-2 1,-4 5 0,2-3 0,1 1-246,2 0 1,-4 1-1,1 3 1,0 0 222,-1 0 0,3 6 0,-3 1 105,-1-1 1,1 5 0,-4-2-1,2 6-57,1 5 0,-3 2 0,1 2 1,-3 1-151,-1 3 0,1-3 0,2 3 0,1-3-987,-1-1 1,2-1 530,-1 1 1,5-5 0,-1-3 0,2-4 623,2-4 0,0-3 0,0-5 0,0-1 0,-1-2 0,1 0 0,0-3 0,0 1-66,-1 2 0,0 1 1,-2 0-1,-1-2 613,1 2 1,0 0 0,0 4 1305,-1 2 0,-5 2-1108,1 2 1,-3 4-107,-1 0 0,-1 1 1,-2 7-1,-2 1-295,-2 1 0,5-2 1,-3 0-1,1 1-348,0 2 0,-1-3 0,2 0 0,-1 1 127,1 1 1,2-2 0,1 0-663,0 1 0,0-2 37,0 0 0,1-4 0,3 1 444,4-3 1,-1-2-1,1-2 1,-1-2 126,0-1 1,2 2 0,-4-3 0,1 1-59,-1-1 1,0 4 0,-1-1 43,4 3 0,-3 6 0,-1 3 43,-3 3 0,3 4 1,0 3-1,-1-1 317,-2 0 1,-1 4 0,0-3 0,0 1 189,0 1 1,-4 0-1,-1 2 1,0-2-292,0-5 0,-3 0 1,2-1-1,0 2-21,-3-2 1,2-4-1,-1-4-586,-1-1 1,3-1-854,-2-4 0,6-1 837,2-3 1,2 1 0,6-4 0,2-1-68,4 1 0,0-5 0,3 2 0,0-5 288,2 1 0,0-4 0,0-2 0,2-2 106,2-2 1,0-1 0,-1-1 0,-1-3 122,-1-1 0,-6 4 0,2-2 0,-3 2 234,-1-1 0,-5 6 0,-4-1 0,-1 3 871,-2 5 1,-2 2 0,-1 4-863,-5 4 1,-3 4-1,1 4 1,1 4-224,1 3 0,0 6 1,-4 2-1,0 3 44,0 2 0,5 1 1,0 0-1,1 1-1398,-1 0 0,4-4 1,-1 5-1,3-5-515,1-2 0,5-6 1,3 2-1,4-5 1708,4-3 0,2-2 0,6-6 0</inkml:trace>
  <inkml:trace contextRef="#ctx0" brushRef="#br0" timeOffset="6">11155 6484 9144,'-7'0'2629,"1"0"-1711,2 0-753,2 0 1,-4 1-1,3 3 1,-2 2 132,-1 1 0,2 3 0,-3-2-463,2 3 0,-3 1 1,4-1-1,1 1 35,2 0 0,1-4 0,1-2 0,3 0 190,4-4 0,4-1 0,2-2 0,2-3-103,-1-4 0,2-2 0,-2-2 0,0 0-168,-2 1 1,-5-1 0,0 0 0,-1 0-1835,0 0-389,-2 1 2434,-5 4 0,0 2 0</inkml:trace>
  <inkml:trace contextRef="#ctx0" brushRef="#br0" timeOffset="7">11461 6649 7832,'11'-6'1433,"-3"-3"-392,-4-5 1,-3-2 0,-1-6 0,0-4-497,0-3 1,4-4 0,0-5-1,-2-3-629,0 0 1,-2-3-1,1-3 1,2-1-77,1-3 1,0 10 0,-4 2 0,0 5-181,0 5 0,1 11 99,3-2 0,-2 11 1,5 6 20,-2 6 1,4 3 0,-1 6 0,3 1-58,1 3 1,1-2 0,1 5 0,3-1-69,1 0 1,-2-3-1,3 0 1,-1 0-145,0 1 1,-6-7 0,2 3-736,1-2 1224,-6 0 0,-9 2 0,-7 0 0</inkml:trace>
  <inkml:trace contextRef="#ctx0" brushRef="#br0" timeOffset="8">11402 6307 8191,'2'6'2529,"2"-2"-1972,4-2 0,3-2 0,5-2 0,5-2-40,5-4 1,4-2 0,4-2-1,1 0-1824,0 1 1,-6 3-1,5 1 1307,-4 2 0,3-4 0,-3 2 0</inkml:trace>
  <inkml:trace contextRef="#ctx0" brushRef="#br0" timeOffset="9">12476 6660 8713,'0'6'1412,"0"-6"1,3-6 0,1-7 0,0-2-1097,2-5 1,-4-4 0,5-2 0,-2-4-166,-2-4 1,2-1-1,-1-10 1,-2-2-162,0-2 1,-2 2-1,0-6 1,0 0 88,0 3 1,-2 11-1,0 6-52,-2 7 0,0 1 0,3 10 15,-3 0 0,4 7 0,-2 6-257,5 4 0,6 1 1,-1 5-1,4 1-127,4 1 1,2 4 0,4 0 0,-1 2-159,-1-2 1,-1 1 0,5-1 0,0 2-23,-1-2 0,-3-1 1,-1-1-41,2 0 0,-7-6 1,-4 0 561,-3-1 0,-3-4 0,-4 4 0</inkml:trace>
  <inkml:trace contextRef="#ctx0" brushRef="#br0" timeOffset="10">12428 6201 7843,'8'6'1471,"0"-2"-348,1-3 0,7-1 0,4 0 0,3 0-1142,5 0 0,2-3 1,5-1-1,1 1 19,-1 2 0,0 6 0,1 1 0</inkml:trace>
  <inkml:trace contextRef="#ctx0" brushRef="#br0" timeOffset="11">7134 7710 8368,'-7'1'1311,"2"3"-1088,0 4 0,2 3 1,-3 4-1,-1 2-371,0 1 0,4 1 0,-4 2 1,2-3-1849,2-1 1996,2 4 0,-4-3 0,-2 6 0</inkml:trace>
  <inkml:trace contextRef="#ctx0" brushRef="#br0" timeOffset="12">7429 7603 8112,'0'12'2020,"0"0"-1515,0 0 1,0-4 0,0 0 0,-2 2-319,-2 4 1,3 0-1,-3 3 1,3-2-357,1 1 0,0 1 1,0-1 195,0 3 0,1-5 0,3-3-342,4 0 1,2-6 0,2-2 42,0-6 0,0-1 1,-2-6-1,-1-3 294,-1-1 1,0 1-1,4 2 1,-2-1-10,-2 0 1,1 0-48,-5 0-41,6 6 0,-8 5 1,5 6-1,-2 1-14,-2 3 0,-1 1 0,1-1 232,1-1 0,5-2 0,-1 2 149,2-4 0,2-4 1,0-4-1,0-4-50,-1-2 1,1-3 0,0-3 0,0-2-163,0-1 1,-5-3 0,1 4 0,0-1-371,-1 4 0,2 1 1,-5 3-2643,-2-1 2932,0 0 0,-2 11 0,0 2 0</inkml:trace>
  <inkml:trace contextRef="#ctx0" brushRef="#br0" timeOffset="13">7912 7415 7890,'1'-8'2044,"3"0"0,-2 7-1356,2 1 1,-3 1-1,-1 7 1,0 3-428,0 3 0,0 4 0,0 6 0,0-1-284,0 1 1,-4 1-1,0 1 1,0 3 52,-1 1 1,3-4 0,-3 2 0,1-3-179,0-2 0,0-4 0,3-4 1,-1-2-749,-2-1 969,0-5 0,4-7 1,1-8-1,2-4 52,1-4 0,3 3 0,-1-4 0,0 0-271,3-3 0,-2 3 1,-1 2-1,1 2 81,0 1 1,-4 4 0,5 1-355,2 2 1,-4 1 277,2 4 1,-5 2 0,0 2-1,0 3 1,0 4 117,1 1 1,1-1-1,-2 1 1,2 0 136,1 0 0,-2-4 1,4 0 126,1 1 1,-2-4 0,1-1-145,1-3 1,-3-1-1,1-1 1,-1-3 33,1-4 0,-3-2 1,3-2-1,-1 0-70,1 0 0,-5 0 0,2 1-7,-3-1 0,-1 0 0,0 0-21,0 0 0,0 7-325,0 5 1,-1 5 0,-1 7-1,-2 1-41,1 3 1,2-1 0,1 3 0,0-1 176,0-3 0,1-1 0,2-1 0,2 0 273,1 0 1,-2-4 0,4-2 112,1-1 0,-2-1 0,1-5 78,1-3 1,-2-2 0,-1-8-1,1 0-157,-1-2 0,-2-3 1,3 3-1,-1 0-174,1-1 1,-3 4-1,4-3-405,1 3 0,-3 7 127,2 2 0,-4 2 1,3 4-1,-2 2 141,-3 4 1,1 2-1,0 2 1,1 1 138,-2 3 0,1-7 1,0 3-1,0-2 203,0 1 0,2-4 0,1 0 49,0-2 1,2-1 0,4-4-92,0 0 1,-5-5 0,1-3 0,1-2 182,2-2 0,-3-4 1,-2 0-122,0 2 0,1-3 1,-3 1-1,-1 2-29,-2 1 0,-2 2-249,-3 3 1,1 8-1,-3 8 1,-1 4-127,1 4 1,2 1-1,-3 4 1,2-2-509,2 2 1,2-2 0,1-1 0,0 0 709,0 1 0,11 0 0,2 5 0</inkml:trace>
  <inkml:trace contextRef="#ctx0" brushRef="#br0" timeOffset="14">9421 7816 7811,'-11'11'1583,"-1"1"-162,0 0 0,5-7 1,4-6-589,1-9 1,4-5 0,1-7 0,5-3-419,3 0 1,1-4-1,-2 0 1,-1 1-310,-1-1 1,0-4 0,4 3 0,0 0-28,-1 2 0,-3 3 0,0 3 0,1 1-352,2 2 1,-3 5 0,-1 3-48,3 5 0,0 10 0,2 6 0,0 4-117,-1 6 0,3 8 1,0 6-1,3 7-3,1 5 1,1-6-1,2 6 1,-2-4 85,2-4 1,2-5 0,-1-4-1,-2-4-21,-5-7 0,-2-5 0,-1-5-230,0-4 0,-2-4 0,-2-4 0,-4-5-1588,-2-6 2193,-2 2 0,-6-9 0,0 4 0</inkml:trace>
  <inkml:trace contextRef="#ctx0" brushRef="#br0" timeOffset="15">9551 7886 10586,'5'-11'892,"2"-6"0,6-4 0,4-7-578,7-7 1,4-11-1,9-9 1,-18 26-1,0 0-547,1 0 1,-1-1 0,18-23-1,-4 3 1,0 7-2734,-5 7 2966,-1 6 0,-4 7 0,1-1 0</inkml:trace>
  <inkml:trace contextRef="#ctx0" brushRef="#br0" timeOffset="16">10683 7627 7827,'0'28'0,"-1"-2"0,-2 0 169,-1-1 0,0-4 0,4-3-155,0-1-424,0-1 1,0-11 0,2-5 409,2-6 0,2-10 0,6-2 0</inkml:trace>
  <inkml:trace contextRef="#ctx0" brushRef="#br0" timeOffset="17">10742 7285 8463,'0'-12'923,"-1"6"0,-2 1-486,-1-1 1,0 6-679,4 0 0,0 6 0,2 7 0,0 1 241,2 2 0,11 5 0,-2-3 0</inkml:trace>
  <inkml:trace contextRef="#ctx0" brushRef="#br0" timeOffset="18">10966 7509 7882,'0'19'0,"-4"-1"0,-1-4 0,0 3 670,0 2 1,-3-4 0,2 4 0,1-1 195,0 0 1,0 1 0,2 2 0,-1-3-433,2-1 0,0-1-317,2-4 0,2-6 0,0-3 64,2-6 1,4-5-1,-3-6 1,2-5-337,2-3 0,1 1 1,2-6-1,1 2-161,3 1 1,-3 1-1,3 0 1,-3 4-66,-1 3 1,-1 3-1,1 3 1,0 0 46,0 2 1,0 7-1,-1 1 1,0 8-51,-3 6 0,1 5 1,-4 4-1,2 1-213,2-1 0,-3 1 0,1 0 597,-2-1 0,10 1 0,-2-1 0</inkml:trace>
  <inkml:trace contextRef="#ctx0" brushRef="#br0" timeOffset="19">11638 7191 7882,'0'12'420,"0"-1"1,0 1 432,0 0 1,0 5 0,0 3 0,0 5-194,0 6 0,4 3 0,0 12 0,-1 4-96,-2 2 1,-1 3 0,0 3 0,0-3-164,0-4 0,0-9 0,0-8 0,0-9 54,0-8 1,1-11-1,2-6 1,1-8 52,-1-6 0,-1-6 0,1-7 1,1-5-418,-2-2 1,4-4 0,-2-2 0,-1-6-184,3-3 1,-5 8 0,3-5 0,-1 1-145,1-1 1,-3 2 0,4-6 0,-1 6-755,0 4 0,5 11 1,-2 5-1,1 3 727,-1 7 1,-3 7 0,4 7 0,1 2 91,2 6 0,1 1 0,-1 11 0,1 2 15,0 4 1,0 2-1,0 6 1,1 4 773,2 3 0,-5-7 1,1 1-1,-1-1-113,-4 0 0,3-3 0,-5-2 0,-1-1-89,-2-2 1,-10-8-1,-3 6 1,-2-2-331,-3 0 0,-2-2 1,-4-2-1,-2 1-628,-3-1 1,3-2 0,-1 1 0,4-3-1091,2-3 1,10-7 0,-1 1 0,4-1 1631,0 0 0,10-6 0,-2-4 0</inkml:trace>
  <inkml:trace contextRef="#ctx0" brushRef="#br0" timeOffset="20">12122 7450 7882,'-8'2'2720,"0"0"-1082,-1 2 1,-2 5 0,1-1-1,1 4-1403,1 4 1,0-2 0,-2 6-1,2-1-467,4 0 0,2 3 0,2-4 1,0 1 361,0-4 0,6-7 0,2-4 1,2-3-848,2-1 0,4-5 0,-1-3 1,1-3 154,1-5 0,-4-3 0,2-3 1,-5 1 111,-2 2 0,-6-1 0,2-2 0,-2 2 142,-2 4 1,0 3-1,0 1 308,0 1 0,-6-1 0,0 0 0</inkml:trace>
  <inkml:trace contextRef="#ctx0" brushRef="#br0" timeOffset="21">12381 7415 7875,'-4'8'0,"-1"0"0,0 1 365,0 1 1,-1 2 0,4 0 0,-2 1 617,1 3 1,1-2-1,-1 6 1,-1-1-599,1 0 0,2 2 0,1-6 0,0 0-461,0-2 1,0-1-253,0-1 1,0-5 114,0-6 0,0-11 0,1-8 1,2-4-355,1 0 0,4-2 0,-3-1 0,0-3-242,0-1 0,3 2 0,-2-2 0,-1 0 458,0 0 1,3 4 0,-3-2 0,0 5 266,1 3 0,-2-1 0,-3 5 51,3 2 0,-3 7 33,3 7 0,-3 0 0,-6 11 0,-1-5 0</inkml:trace>
  <inkml:trace contextRef="#ctx0" brushRef="#br0" timeOffset="22">12440 7344 7934,'-6'0'2300,"-1"0"596,3 0-2250,3 0 1,-4 1-1,5 3 82,0 4 1,0-1-164,0 1 1,0 0-272,0 3 1,5-4-186,3-3 0,-2-3 0,2-1 196,1 0 1,-2 0-384,1 0 1,0-4 0,3-1-1,1-2-3,0-2 1,-2 3 0,0-1 0,-3 2 69,3 2 0,-4 1 1,2-1 177,1-1 1,0 1 0,1 6 0,-4 2 59,-1 2 0,-1 1 0,-2 4 1,0-1-38,2 1 1,0 1-1,-4 2 1,0 2-164,0 1 1,0 0 0,0 3 0,0-2-1,0-2 1,0-2 0,-1-3 343,-3 0-80,2 0-256,-3-6 1,5-6 0,0-8-61,0-2 1,2-2 0,0 0 19,2 1 0,1 0 0,-2 2 0,1 1-164,-1-1 1,-1 2-1,1-1 9,1-1 1,4-1 0,-3-2-56,1 0 1,-2 0-1,3 1 1,-1-1 57,1 0 1,-3 4 0,4 0 183,1-1 0,-3 3 1,2-1 18,1 2 0,-2 1 0,1 4 31,1 0 1,-2 0 0,0 1 195,3 3 0,-1 3 0,0 5 0,-2-1-64,-2 1 1,3 1 0,-4 2-1,0 2-61,1 1 1,-4-2 0,3 2-1,-3-1-500,-1-3 0,0 3 1,0-1-1,0 0-571,0 1 1,0-4-1,0 3-350,0-3 1,-1-7-138,-3-2 0,3-4 1410,-3-4 0,-3-2 0,1-6 0</inkml:trace>
  <inkml:trace contextRef="#ctx0" brushRef="#br0" timeOffset="23">13254 7403 7875,'0'-8'865,"0"0"-444,0-1 0,-4 3 1,-1-2 726,-2-1 1,3 2 0,-4 1-529,-1 0 0,-1 2 0,-2 4 1,0 0-365,0 0 0,-1 4 0,-1 2 1,-2 1-164,2 6 1,-3-1-1,1 5 1,1 0-69,2 3 0,2-2 0,-1 2 0,1 1-577,3 1 0,3-2 0,5-1 96,0 2 0,1-7 1,3-4-1,4-3 381,3-5 0,2-6 0,3-4 1,2-3 172,0-5 1,1 1 0,-5-3-1,3 0 37,1-1 0,-3 4 0,1-4 0,-3 2-159,-2 3 0,-3 2 1,0 3 77,1 1 1,-3 7 0,-2 2-237,-3 10 1,-1 2 0,-1 6-1,-2 2-219,-1 2 0,-5-4 1,2 1-1,1 1-64,2 1 1,-1-4 0,1-2 464,1-3 0,2-1 0,1 0 0</inkml:trace>
  <inkml:trace contextRef="#ctx0" brushRef="#br0" timeOffset="24">13360 7486 7872,'0'11'224,"0"1"1,0 0 0,0 0 230,0 0 1,-1-1-1,-2 1 1,-1 1-267,1 3 0,2-3 1,1 3-1258,0-3 440,0-1 0,5-7 0,2-5 628,-1-7 0,5-8 0,-4-4 0</inkml:trace>
  <inkml:trace contextRef="#ctx0" brushRef="#br0" timeOffset="25">13419 7179 8185,'0'-16'0,"0"-1"963,0-1 1,0 4 0,0-2 1609,0 3-2418,0 6 1,0 7-1,0 8 1,0 3-434,0 0 0,0 5 1,1 1-1,2 0-43,1 0 321,0 4 0,1-3 0,1 6 0</inkml:trace>
  <inkml:trace contextRef="#ctx0" brushRef="#br0" timeOffset="26">13513 7415 7872,'0'12'786,"0"-1"1,0 1 515,0 0 1,0 0 0,0 0-1,0-1-682,0 1 1,4 0 0,0 0 0,-1 0-280,-2-1 0,3 1 0,1-1-387,2-4 1,-3-1 0,4-6-61,1 0 0,1-7 0,2-5 0,0-6-294,0-4 1,1-3-1,1-1 1,3-3 166,1-1 1,-2 5 0,3 0 0,-2 5 250,-3 3 0,-1 3 0,-1 6-39,0 4 1,-2 8 0,-2 5 0,-4 7-27,-3 7 1,-1 2 0,-1 7 0,-2-1-683,-1-1 1,-3 0 0,3-3 728,1 0 0,-4 1 0,1-5 0</inkml:trace>
  <inkml:trace contextRef="#ctx0" brushRef="#br0" timeOffset="27">14787 7615 7830,'-5'12'0,"2"0"0,-4 0 1774,2-1-623,1-4 0,5-7 0,3-9 0,4-6-494,3-4 1,-3-5 0,-1-3 0,3-6-199,0-5 1,1 0 0,-2-4-1,-3 0-365,0 0 1,-2-2 0,-4-6-1,0-4-1,0-3 0,0 3 0,0-8 0,0 2-657,0 4 0,1 7 0,1 13 0,2 5 73,-1 8 1,0 11 577,1 0 0,2 14 0,6 2-112,0 5 1,-1 4 0,1 1 0,0 3-80,0 2 0,4-4 0,1 5 0,1 1-84,3 1 1,-4-2-1,0-2 1,-1-1-313,-1-2 0,1-2 1,-4-1-1,0-1-347,0 1 1,-6-4-1,-1-2-450,1 0 1297,-5-2 0,-1 1 0,-7 1 0</inkml:trace>
  <inkml:trace contextRef="#ctx0" brushRef="#br0" timeOffset="28">14728 7250 7858,'-19'10'2653,"5"-1"536,5-1 0,5-4-2527,8 4 0,4-5 1,7 1-383,5-3 0,6-1 1,3 0-1,1 0 1,3-1-664,1-3 0,-2 2 1,-1-3-1,2 1-4486,1 0 4869,-4-5 0,4 3 0,-4-6 0</inkml:trace>
  <inkml:trace contextRef="#ctx0" brushRef="#br0" timeOffset="29">22499 7792 7492,'-7'-5'287,"2"4"1,5-6 95,0 3 1,-1 3 69,-3-3 0,2-3-158,-2-1 1,3 2-213,1-2 0,0 4-225,0-4 102,5 6-161,2-4-25,5 6 442,0 0 0,-6 6 54,-2 1 0,-3 0-201,-1 1 1,0-4 0,-1 2-18,-3 0 0,3-1 1,-4-3-87,-1 2 0,4 0 1,-6-4 24,-1 0 0,3-1 37,2-3 0,3 1 0,1-4-5,0-3 0,0 0 1,0-2 47,0 0 1,5 2 0,2 1-45,0 1 0,3 5 0,-2-1-24,2 3 0,-2 1 0,0 1 128,1 3 1,-2-1 0,-1 5-1,0 1 76,-4 1 1,3 2-1,-1 0-3,-1 0 0,-2-4 0,-1-1 18,0 3 0,-4-4 0,-1 1 0,-1-2-17,-4-2 1,0-2-1,-2-1 1,0 0-147,1 0 0,-1 0 0,0-1-113,0-3 0,0-2 1,2-3-1,2 1-39,4-1 1,3-1 0,1-2 25,0 0 0,1 0 0,3 2 0,4 1-12,2 1 0,6 0 1,0-4-1,-2 2 55,-1 2 0,-1 1 0,0 5 1,1-2 73,3 1 0,-7 2 0,3 1 0,-2 1 26,1 3 0,-3 3 0,-2 4 1,-1 1 283,-2 0 0,-2 0 0,-1 0 0,0-1 83,0 1 1,-1 0-1,-3 0-198,-4 0 1,-2-2-1,-2-2 1,-1-3-26,-3 0 0,3-3 1,-4 2-1,1-3-310,0-1 1,1 0 0,3-1 0,0-3-151,0-4 1,1-3-1,0 0 1,3-1 164,4 0 1,3 0 0,1 0-1,1-1-70,3-2 1,3 4 0,5-2 0,-1 1 106,1 3 0,1 4 0,2-2 1,0 2 33,0 2 1,-1 2 0,1 1 0,0 0 97,0 0 0,-2 5 0,-1 3 0,-1 3 226,1 0 0,-4 1 1,-1 1 278,-2 3 1,-1-7-1,-4 3-265,0-2 1,-1 0 0,-3-1 0,-4-3-98,-3 0 0,-1-2 0,1-4 0,-1 0-297,0 0 0,-4 0 1,1 0-1,0-2-286,2-2 0,1-2 0,2-6-95,2 0 1,-2 0 0,3 1 0,0-1-321,3 0 0,3 0 0,2 0 0,3 2 75,4 2 1,0 3-1,3 5 1,2 0-98,0 0 1,0 1-1,-1 3 1,0 4-1061,-1 2 1843,6 2 0,-4 5 0,4 2 0</inkml:trace>
  <inkml:trace contextRef="#ctx0" brushRef="#br0" timeOffset="30">23006 7603 8005,'1'-7'-1041,"2"-1"1355,1-1 1,0 2 690,-4-1-68,0 6-575,0-4 1,0 8-74,0 2 0,0-2 0,-2 5-77,-2-2 1,2 4 0,-6-1 0,-1 2-43,-2 2 1,1 0 0,1 1 0,1 2-72,-1 0 1,-2 2-1,-1-1 1,-1 4 60,-3 2 1,3 2-1,-2-1 1,2 2-101,1 3 1,0 0-1,1 4 1,2-3-155,1-1 0,6-3 0,-2 3 0,3-5-192,1-3 0,5-2 0,3-5 0,2 1-407,2-4 1,0-5-1,0 2 1,-1-2-323,1-2 0,-4-2 1,0-2 1014,1-3 0,1-3 0,2-5 0</inkml:trace>
  <inkml:trace contextRef="#ctx0" brushRef="#br0" timeOffset="31">23029 7851 12234,'0'-12'51,"0"0"0,2 5 1,0-1-23,2-1 0,5-2 0,-1-1-171,3 1 1,-3 3 0,-1 1 0,3 2 1,0 1-1,2 4 327,0 0 0,0 1 0,-1 3-37,1 4 0,-1 3 1,-2 0-1,-1 2 0,1 2-41,1 1 1,-2 3 0,-1-3-1,-1 0-129,1 1 0,-1-4 0,4 1 0,-4-3-390,-1-3 0,3-5 1,-3 4-909,2-2 1,0-2-148,0-7 1,-1-3 1465,-6-4 0,5-6 0,1-2 0</inkml:trace>
  <inkml:trace contextRef="#ctx0" brushRef="#br0" timeOffset="32">23041 8004 6283,'12'0'12,"-4"0"0,0-1 909,1-3 0,3-4 0,3-6 0,5-5-442,2-3 1,3 0 0,3-10-1,2 0-434,0-2 0,-1 4 0,-7 2 0,-1 4-1124,-1 5 1,-10 2 512,2 5 1,-9 9-1,-2 5 1,-5 3 91,-3 4 0,3 2 0,-2 0 474,1 1 0,-4 0 0,2 0 0</inkml:trace>
  <inkml:trace contextRef="#ctx0" brushRef="#br0" timeOffset="33">23525 7945 9028,'-8'0'1148,"0"0"0,4 0-965,-4 0 1,4 6-1,-2 1-266,0 4 1,1-3 0,3 0-1,-2 1-54,1 1 1,-2 2 0,1 0-3135,1 0 3271,2-6 0,-4 5 0,-2-5 0</inkml:trace>
  <inkml:trace contextRef="#ctx0" brushRef="#br0" timeOffset="34">23702 7745 8274,'-6'-7'1349,"5"2"0,-4 6-997,5 3 0,0-1 1,0 5-1,0 1-197,0 2 0,0 0 0,1 2 0,2 2-129,1 1 0,5-1 0,-1-3-99,2 0 0,-2-4 0,0-2-448,1-1 1,1-1 0,2-4 0,0-1 26,0-3 0,0-2 0,-2-6 0,-1-1 218,-1-3 1,0 3 0,3-3 0,-2 3 122,-1 1 1,-6 1-1,3 0 729,1 3 648,-5 3 1,-1 14 0,-7 4-797,1 4 0,-3-1 0,3 4 0,1 1-148,0 1 0,-3 3 1,4 0-1,0 0-49,-1-3 1,4-1 0,-3 1 0,2-2-2202,2-5 1,0-5 138,0-3 1,2-4 1830,2 1 0,2-13 0,6-4 0</inkml:trace>
  <inkml:trace contextRef="#ctx0" brushRef="#br0" timeOffset="35">24079 7486 8243,'-4'7'280,"0"1"0,0-4 0,3 3 0,-2-1 110,-1 1 1,0 1 0,6 5 0,2 3 94,3 3 0,5 5 1,3 3-1,2 5-116,1 2 0,2 6 0,3 2 0,1 2 282,-1-1 1,1-5 0,-2 1-1,-2-2-185,-4-2 1,-3-5 0,-3-2-1,-2-3-495,-4-2 0,-3-3 0,-2-3 0,-3-1 15,-4-2 0,-4-7 1,-2 4-1,-3-2-1347,-1-2 1,2 2 1360,-4-5 0,1 5 0,-5-2 0</inkml:trace>
  <inkml:trace contextRef="#ctx0" brushRef="#br0" timeOffset="36">20671 6248 7911,'-12'0'728,"4"0"616,0 0 0,5 0 1613,-5 0-1937,5 0 0,-2-1-567,5-3 1,5-3-1,3-3 1,2 0-158,2 3 0,0 3 0,0-4 0,0 0-150,-1 1 1,1 1 0,0 3 0,0-1-183,0 2 1,-1 0-1,1 2 1,0 0-180,0 0 1,-4 0 0,-1 2 0,1 2 44,-1 3 0,2 0 0,-5 1 0,-1 1 207,-2 1 1,-1 2-1,0 0 1,-1-1 757,-3-4 1,1 4 0,-5-5-320,-1 1 0,-3-2 1,-2-5-1,-2 0 1,2 0-202,1 0 0,1-1 0,0-3 1,0-3-179,0 1 0,5-9 1,0 4-1,2-2 72,2-1 1,2-1 0,1-1 0,1 2-138,3 1 0,3 1 0,4 0 1,1 0-172,0 0 0,0 5 0,0 0 0,1 2-73,2 2 0,-2 3 0,3 4 0,-3 4 221,-1 2 1,0 3-1,0 2 1,-1 2 118,1 1 1,-5-3 0,-3 0-1,-3-2 327,-1-1 0,0 0 0,-1 0 222,-3 0 1,0-5 0,-7 0 0,-3-2-678,-3-2 0,1-2 0,-2-1 0,0-1 0,-1-3 0,0 1 0,-2-5 0,2-1 0,4-1 0,8-3 0,-5-2 0,3 0 0,2 0 0,2 2 0,5 1 0,2 1-217,1-1 0,4 0 1,6 1-1,2 4 53,0 3 0,6 2 0,-2 2 0,-1 2-17,-2 2 0,-2 2 0,-1 6 1,0 0 308,-2 0 1,-3-1 0,-1 1 0,-3 0-252,-2 0 0,-2-1 0,0 1 0,0 0-1755,0 0 0,-6-6 0,-1-2-1855,-4-2 3733,5-2 0,-10-16 0,3-4 0</inkml:trace>
  <inkml:trace contextRef="#ctx0" brushRef="#br0" timeOffset="37">20435 5317 7813,'4'-8'2024,"0"0"0,0 4 3516,-4-4-4344,0 5 1,-1-1 0,-3 10-667,-4 6 1,-1-1 0,-1 6 0,3 0-386,-3 3 0,0 4 1,-2 2-1,0 1-272,1-1 1,3 3 0,1 0 0,1 1-1121,-1 3 0,4-4 0,0-2 0,3-3 68,3-4 0,4-2 0,6-5 1,2 0 240,0-2 1,2-8 0,-2 1 0,2-2 249,1-2 0,-4-2 0,2-2 688,-3-3 0,4-9 0,2-2 0</inkml:trace>
  <inkml:trace contextRef="#ctx0" brushRef="#br0" timeOffset="38">20624 5340 7813,'0'-8'2663,"0"0"463,0 6 1,0-2-2524,0 8 1,0-2-1,0 6-571,0 1 0,1 6 0,2 1 1,1-2-1,-2-1-199,0-1 0,2 0 0,-1-1 0,1 1-571,2 0 0,-4-4 1,6-2-1,0 1 90,-1 0 0,3-5 0,-2 2 1,2-3-97,2-1 1,0-5 0,0-3-1,0-2 446,-1-2 1,1-4-1,0 1 1,-2 0-18,-2 2 0,1 0 0,-3 0 1,-1 0-91,0 2 0,-1 6-76,-4-3 481,0 6 0,-4 2 0,-1 6 0,-2 1 0,5 3 0,-4-3 0,1-1 0,4 1 0,-3-3 0,3 4 0,-5-3 0,0 0 0</inkml:trace>
  <inkml:trace contextRef="#ctx0" brushRef="#br0" timeOffset="39">20860 5340 7813,'6'-8'78,"-1"0"382,1-1 0,-5 3 0,3-2 599,-3-1 1,-1 2 863,0-1-673,0 0-947,0 2 1,-4 2 0,-1 8-1,0 4-16,0 2 1,-3 7-1,2 3 1,0 2-173,-3 2 1,-2 1-1,1 1 1,-1 1-286,0-1 0,1 3 0,-5-1 0,2-2-307,1-1 0,0-2 1,0 0-1,0-4-2869,1-3 1,3-7 1127,0-1 2218,5-5 0,-2-3 0,5-7 0</inkml:trace>
  <inkml:trace contextRef="#ctx0" brushRef="#br0" timeOffset="40">20989 5541 7813,'-5'6'2591,"-3"-2"1,2 3-1779,-2 0 1,4 4 0,-4 1-664,-1-1 0,2 1 1,1 0-1,-1 0-1207,1 0 1,2-1 0,-3 1 0,1 0 1056,-1 0 0,-1 0 0,-4-1 0</inkml:trace>
  <inkml:trace contextRef="#ctx0" brushRef="#br0" timeOffset="41">21143 5352 7813,'-12'0'525,"0"0"1,0 0-1,1 0 1145,-1 0 1,4-4 0,1-1-774,2-2 0,1 3 1,4-4-470,0-1 1,5-1 0,3-2 0,4 0-145,4 0 1,-2 1-1,4-1 1,1 0-319,-1 0 0,-3 2 1,0 1-1,-2 1-48,-1-1 0,0 3 1,0 2-1,0 3-65,-1 1 0,1 1 0,-1 3 60,-3 4 1,1 3 0,-4 2 0,0 2-25,0 5 0,5-2 1,-4 2-1,2 1-403,0 1 0,-2-3 0,4-4 0,-3 0-210,3 1 1,-4-7-1,2 2 1,1-1-159,2-4 1,-3-1 0,-1-5-1,3 0-717,0 0 1,1-5 1598,-4-3 0,4-7 0,-5-4 0</inkml:trace>
  <inkml:trace contextRef="#ctx0" brushRef="#br0" timeOffset="42">21284 5423 7813,'-10'1'1004,"1"2"137,1 1 1,4-1-1,-3-4-357,2-3 0,6 2 0,7-6 1,4-3-260,4-3 1,-2-1 0,6-4-1,2-2-381,4-1 1,-1-2-1,3 2 1,-4 1-784,0 1 0,-6 4 0,-1-1 1,-1 2-1791,0 0 1,-4 10 2428,-4-3 0,-6 0 0,3 2 0</inkml:trace>
  <inkml:trace contextRef="#ctx0" brushRef="#br0" timeOffset="43">21650 4892 11031,'0'12'3036,"1"1"1,3 3 0,5 5-2089,6 5 1,-2 5 0,2 9 0,-3 3-653,-4 3 1,1 2 0,-5 1 0,-3-1-444,-3-2 0,-6-7 0,-8-1 0,-3-4-1025,-4-2 0,0-9 0,-1 2 0,-1-3-2722,-2-5 0,2-2 3894,-3-3 0,3-1 0,2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6.08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6344 6366 30215,'8'-7'-3455,"-2"2"1,1 1 2252,-1 0 1,-2-4 0,4 3 1175,1-2 0,-2 3 0,1-2 58,1 1 1,-3-1-1,2 4 1,1-3 0,2-1 71,1 1 1,1 0 0,1 1 0,3-3 16,1 1 0,2-3 0,4 3 0,1 1 74,2 0 1,3-3 0,4 3 0,0 0-198,2-1 0,-7 2 0,6 4 0,-1-1 350,0-3 1,-2 3 0,-2-3-1,0 3 16,0 1 1,0 0 0,2-2 0,-4 0-93,1-2 1,-3 0 0,5 4 0,-1 0-35,0 0 0,-3-1 0,3-2 0,2-1-85,2 1 1,0 1 0,8-1 0,0-2-137,0-2 0,-2 5 0,6-3 0,3 1 20,-1 0 1,-2-4-1,-1 3 1,1-1-39,-2 1 1,-1 0-1,1 2 1,-5-1-33,-2 2 1,-6 0 0,-1 2 0,0 0-29,0 0 0,-6 0 0,1 0 0,0 0 27,0 0 0,-2 0 1,9-1-1,0-2-17,2 0 0,-1-1 1,1 4-1,4 0 34,3 0 0,0 0 0,2-2 0,0 0 24,-2-2 1,-6 0-1,4 4 1,-2 0 111,-2 0 0,-7 0 0,-2 0 0,-1 0-114,-4 0 0,3 1 1,-6 3-1,2 3-271,-1-1 0,-4 5 1,0-5-1,0 2-64,0 0 1,-4 0 0,3 2 0,1-1 81,-2-1 1,4-4-1,-1 3 1,-1-1 57,2 1 1,0-3-1,3 2 1,-3 0-26,0-4 0,-4 3 0,3 1-57,-3 0 0,-1 2 1,0 4-1</inkml:trace>
  <inkml:trace contextRef="#ctx0" brushRef="#br0" timeOffset="1">15282 4161 14957,'-7'2'768,"4"2"1,1 3-578,2 4 1,0 2 0,0 1-1,0 3-362,0 2 1,0-1 0,2 3 0,0-3-648,2-1 1,4 3 0,-3-4 0,2-2-248,2-1 0,1-6 0,2-3 0,0-3 1065,0-1 0,0-5 0,-1-2 0</inkml:trace>
  <inkml:trace contextRef="#ctx0" brushRef="#br0" timeOffset="2">15553 4079 7838,'8'0'742,"0"0"0,-5 1 1,1 3-1,-4 4 209,-4 2 0,-3 3 0,-5 2 0,0 2-53,1 1 1,-2 7-1,-2 7 1,-2 2-470,-1 1 1,-2 6 0,-3 2 0,-1 3-626,0 1 0,1 0 1,1-3-1,1-3-1512,1-6 1,11-8-1,0-4-192,2-6 0,11-9 1900,0-4 0,10-13 0,5-4 0</inkml:trace>
  <inkml:trace contextRef="#ctx0" brushRef="#br0" timeOffset="3">15824 4244 8461,'-15'4'0,"-1"1"232,2 2 0,4-5 2035,3 2 0,5-3 0,2-1-1471,7 0 0,5 0 0,2 0 0,3-1-994,1-3 1,2 3 0,2-3 0,-1 3-975,-1 1 0,-4 0 1,2 0-1,0 0-2846,1 0 4018,-5 0 0,8 5 0,-3 1 0</inkml:trace>
  <inkml:trace contextRef="#ctx0" brushRef="#br0" timeOffset="4">15813 4397 7827,'-19'12'402,"4"-2"1,2-1 2384,1-1 1,5-4-1830,3 4 0,9-1 0,6 1 1,5-5-853,2-1 1,2-4-1,2 0 1,0-2-777,2 1 1,-7-2 0,6 1 0,0 2-200,-1 0 869,2 2 0,4-5 0,3-2 0</inkml:trace>
  <inkml:trace contextRef="#ctx0" brushRef="#br0" timeOffset="5">16520 4032 9136,'7'-12'562,"-3"0"0,-3 0 1978,-1 0 1,0 7-1857,0 5 1,0 5-1,0 9-238,0 1 0,0 0 0,0 4 1,0 2-1,0 3-148,0 3 0,0 0 1,-1 3-1,-2 0-289,-1 0 0,-4-3 1,3 4-1,0-3 110,0-1 0,-1-3 0,4-1 0,-2-4-259,1-3 93,-3-3 1,6-6 0,-2-5 0,6-4 136,3-6 0,1-3 1,3 0-1,1-2-325,0-3 0,1 3 0,2-3 0,2 2 135,1-2 1,-2 7 0,2-2-1,-1 5-450,-3 3 1,-1 2 0,-1 1 0,0 1 401,0 3 0,-2 3 0,0 6 0,-4 2 549,-1 5 0,-1 0 0,-4 1 0,0 1 32,0-1 1,-5 0-1,-3 1 1,-2-2-93,-2-5 1,-1-1 0,-2-4 0,-2-1-410,-1-1 1,2-5-1,-3 2 1,-1-1-729,2 0 1,-3-2 0,5-6 0,0-3-612,-1-4 1,8-1 0,-1 1 0,3-3 942,4-1 0,2 2 0,1-4 1,3 1-495,5 0 1,1-5 0,9 3 957,-1 0 0,4-5 0,-3 5 0</inkml:trace>
  <inkml:trace contextRef="#ctx0" brushRef="#br0" timeOffset="6">16957 4008 7819,'-12'0'1327,"0"0"0,0 0 0,0 0 824,1 0 1,4-1-1515,3-3 1,3 1 0,2-3-299,3 0 1,3-1 0,4 1 0,1 1-187,0 0 0,4 0 0,-1 2 0,1-1-676,1 1 1,-4 2-1,3 2 1,-3 2-38,-1 1 0,4 5 0,-1-1 0,0 2-49,-2 2 1,-1 4 0,-1 1 0,1 0 326,0 0 0,0 0 1,0-3-1,-1 2-1204,1-1 1,-1-2 0,-2-3-216,-1-2 1701,0-3 0,-2-5 0,-1 0 0</inkml:trace>
  <inkml:trace contextRef="#ctx0" brushRef="#br0" timeOffset="7">17074 4161 7819,'-18'0'0,"2"-1"1311,8-3 1,8-4 0,10-8-1,4-3-424,6-3 1,5-3 0,3-3 0,7-3-900,1-3 0,-6 4 0,6 2 1,-2 4-1315,0 5 0,-4 3 1326,-3 8 0,-7 3 0,-3 5 0</inkml:trace>
  <inkml:trace contextRef="#ctx0" brushRef="#br0" timeOffset="8">15353 4998 6956,'-8'-6'1429,"0"2"1,4 1-1006,-4-1 1,6 2-52,-2-6 1,2 4 54,2-4 0,4 4 55,0-4-175,0 6 1,-4-5 35,0 3 66,0 3-244,0-10 1,-1 9-63,-3-6 1,-3 4-40,-4-4 0,0 4 1,2-2-1,2-1-83,2 0 1,-4 4 0,1-5 41,-2-2 1,-1 4-1,2-2 1,1-1 6,-1-2 1,-2 0 0,1-1 0,1 0-34,1 0 1,0 1 0,-4-1 0,1 0 23,-1 0 0,0 0 0,0 1 0,0-1-9,1 0 1,-1 0 0,0 0 0,-1 1 4,-3-1 0,3 0 1,-4 0-30,0 0 1,7 1 0,-5-1-1,1 0-10,1 0 1,2 3-1,1-1-11,-3-3 1,-3-2 0,3 3 0,-2 1 19,1-1 1,3 4-1,-4 0 1,2-1 24,1-2 0,-1 4 0,-2-1 0,0-1 25,0-2 0,1 3 1,-1 0-1,0 0-8,0 2 0,-3-5 1,-1 5-1,0-2 71,-1 0 0,1 0 0,-4-2 0,2 1-62,2 1 0,-1 4 1,-2-3-1,1 1-27,1-1 1,4 3-1,-2-2 1,0 1-13,-1 2 0,4-2 0,-4 1 0,1 1 36,0 2 1,2 1 0,-2 0-1,-1 0 24,1 0 1,2 0 0,-2 0 0,-1 1-20,1 3 0,2-3 0,-2 5 0,0-2 25,-1-1 1,0 5-1,-4-2 1,1-1 33,-1 0 0,6 0 0,-7-2 0,2 2-40,-1 2 0,4-3 0,-1 2 1,-1 1-12,-1-1 0,2-3 1,2 2-1,-1-1-49,1 0 0,-2 5 0,-3-2 0,-1 1 1,1-1 1,3 1-1,2 3 1,-1-2 44,1-1 0,-2-2 1,-1 3-1,3-2-17,2-2 0,5 4 0,-8-2 0,2 1 13,3 0 1,-1-4 0,1 2 0,-2 1 7,2-1 0,1 1 0,1 2 0,-1-1-70,-3 1 1,3-2 0,-3-1 77,3-1 1,1 3 0,1-3 0,-1 1 0,0 0 64,0 1 1,0-5 0,1 4-1,-1-2-69,0 0 1,0 1-1,0-3 1,1 2 27,-1-1 0,0 0 0,0-1 166,1 2 0,3 0 0,0-4 56,-1 0 1,3-1-1,1-3-146,0-4 0,4 1 1,-3 0-1,2-3-39,2 0 0,0-2 1,0 0-1,0 1-146,0-1 1,0-1 0,0-2-1,2 0 29,2 0 1,-3 2 0,3 1 0,-2 0-255,2 1 1,-2 3 0,3 0-384,0-1 328,-4 4 1,5 1 269,-6 8 0,-6 2 1,0 6-1,-3 1 76,-3 3 1,3-2 0,-8 6 0,1 1 92,0 1 1,1 2 0,3-2-1,0-1 72,0-2 0,2-4 0,1 1 0,2-3-62,2-2 1,1 1-1,5-1-59,3-3 1,3 1 0,4-5 0,3-2-77,1 0 1,5-2 0,6 0 0,3 0-740,1 0 1,-2-2 0,3 0 0,0-2-779,0 1 0,1 2 0,-4 1 1510,-2 0 0,-1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6.09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8525 5576 7590,'7'-1'-1392,"-2"-2"1741,0-1 0,-3-1 0,3 2 334,0-1 1,-2-5-169,5 1 1,-5-1 0,4 0 117,-2 1 1,0 0 0,-2-4-61,1 1 0,0 3 0,-4 0 1513,0-1-1541,0 3 1,-1 1-1,-3 5-198,-4 0 0,-3 0 0,0 2 0,-1 1-118,0 5 0,0 4 0,-1 4 0,-1 3-23,-2 4 1,-5 6 0,3 2 0,-3 6-42,-3 6 1,3 1-1,-5 10 1,4 1-173,2 3 1,4-6 0,-1 4 0,4-4-33,7-7 1,3-5 0,3-4-1,0-4 38,0-5 0,5-8 0,3 3 0,3-2-111,0-2 0,1-4 0,0 2 1,0-3-407,0-1 1,-3 0 0,1 0-283,3-1 0,0 1 0,-3-1 0,-3-2-557,3-1 1,-4-6-1,1 3 1357,-2 1 0,4-5 0,-2 4 0</inkml:trace>
  <inkml:trace contextRef="#ctx0" brushRef="#br0" timeOffset="1">8808 5965 8223,'-12'4'1242,"1"0"0,-1 0 314,0-4 1,0 5-970,0 3 1,5-3 0,0 0-1,2 1-110,2 1 0,2 0 0,1 1-44,0 1 0,5-2 1,3-1-1,2-1-289,2-2 1,4-2 0,1-1 0,1 0-530,3 0 1,2-1 0,0-2 0,1-2 93,-1-1 1,1 2 0,-2-3 0,-1 0-1925,-1 1 1,-4 2 0,2-3 2214,-1 2 0,4-4 0,-3 2 0</inkml:trace>
  <inkml:trace contextRef="#ctx0" brushRef="#br0" timeOffset="2">9504 6024 7654,'-8'12'728,"0"-1"0,4-3 979,-4 0 1,1 0-747,-5 4 0,4-6 191,0-2 0,5-4-473,0-4 1,1-2-1,4-6 1,0-1-293,2-3 0,5 3 0,-1-4 0,3 0-356,0-3 1,-1 2-1,-1 0 1,3-1 56,1 1 1,-6 0-1,7-2 1,-3 3 39,-1 0 0,-1 4 0,2-3-447,1 3 1,0 3-1,0 2 124,0 4 0,-6 4 0,-1 4 1,-1 5 136,0 5 1,4 1 0,-4 4 0,0 2-14,1 2 0,-2 0 1,3 1-1,1 1 135,0 2 0,-1-6 0,3 3 0,-1-2-134,1 0 1,2-3 0,1-4 0,1-2 23,2-1 1,0-5 0,3-3 0,1-4 8,-1-4 1,0-3-1,3-6 1,-3-3 128,0-3 1,-1-1 0,-3-2 0,2-3 167,-2 0 0,-5 0 0,-2 2 0,-2-1-92,-2 0 0,-2 5 1,-2 0-87,-3 2 0,1 7 0,-5 6 0,-2 4-28,-5 4 0,1 0 0,-4 6 1,-1 5 158,1 2 0,0-2 1,-3 5-1,1 1-57,-1 1 0,-1 2 0,-2-1 0,1 1-101,-1 0 1,4-1 0,2-1 0,0-1-157,-1-1 1,5-5 0,-2 0 0,2-2-1088,-2-1 0,7-4-2864,-3 0 1,9-6 1177,3 2 2874,6-8 0,11-7 0,1-8 0</inkml:trace>
  <inkml:trace contextRef="#ctx0" brushRef="#br0" timeOffset="3">10341 6000 7875,'-5'17'697,"-2"-2"1,-3 3 0,1 0 24,1 1 0,0-5 1,-2 3-1,0-1-352,2 0 0,5 1 0,-4-3 0,2 2-1091,2-2 0,1-1 1,-1-1-2723,-1 0 3443,0-6 0,4 0 0,0-6 0</inkml:trace>
  <inkml:trace contextRef="#ctx0" brushRef="#br0" timeOffset="4">10683 6024 8255,'-12'6'1641,"1"-2"0,4-4-730,3-4 1,3-2 0,1-7 0,1-2-463,3 0 0,3-2 0,4 2 0,1-2-44,0-1 1,0 2 0,0-2 0,1-1-353,2 1 0,-2 4 0,3-2 0,-3 3-95,-1 1 0,0 4 0,0 2 1,-1 0-61,1 4 1,0 1 0,-1 2 0,-2 3-134,-1 4 1,-1 3-1,5 4 1,0 2-45,0 1 0,0-2 0,-1 2 0,2 1 164,3-1 1,-1-4 0,3 1-1,0-5 192,1-2 0,0-5 0,5 1 0,-1-4 14,1-4 0,-4-3 0,-2-6 0,0-1-17,1-2 0,-5-5 1,1 1-1,-5-2 73,-2-2 0,-5 5 0,0 0 1,-1 2 38,-2 3 1,-5 1-1,-3 2 1,-4 4 42,-4 3 1,2 2 0,-5 4-1,1 2-46,0 3 0,-2 8 0,-2 2 0,1 3 250,1 4 0,6 0 0,-2 5 0,2 0-109,-2 2 1,3-1 0,-2 0 0,5 0-236,2 1 0,0-5 0,-4 1 0,1-2-341,-1-1 1,4-6-1,0-4 1,-1-3-690,-2-3 1,0-6 0,-1 2 0,0-2 270,0-2 1,0-2 0,1-2 0,0-3-313,3-4 1,-1-1 0,5 1 0,2-1-2308,0 0 3289,8-5 0,5-7 0,8-6 0</inkml:trace>
  <inkml:trace contextRef="#ctx0" brushRef="#br0" timeOffset="5">11391 5446 7868,'11'0'3569,"1"2"-2725,0 1 0,0 0 0,0 6 0,1 4-37,2 6 0,-1 4 0,1 6 0,-2 8-166,-1 9 0,-1 6 0,-3 7 0,-5 0-429,-1 0 1,-11-2 0,-5-2 0,-3-2-671,-4-1 0,-2-11 1,-3 1-1,-2-3 458,2-2 0,-4-1 0,0 0 0</inkml:trace>
  <inkml:trace contextRef="#ctx0" brushRef="#br0" timeOffset="6">8572 6861 6136,'7'0'0,"-2"5"0,-5 2 0</inkml:trace>
  <inkml:trace contextRef="#ctx0" brushRef="#br0" timeOffset="7">8608 6837 6738,'12'-12'0</inkml:trace>
  <inkml:trace contextRef="#ctx0" brushRef="#br0" timeOffset="8">8631 6825 6136,'7'-5'0,"-2"4"0,-4-4 0,3 5 0,-2-2 0,2-2 0,-2 3 0,2-3 397,-3-2 1,5 3 54,-6-5 1,1 6 120,3-2 1,-3 1 113,3-1 0,-2 1-177,-2-4 1,0 3 489,0-4 238,0 5-905,0-2 1,-6 10 0,-2 3 0,-2 4-94,-2 4 0,-1-1 0,-1 8 0,-3 3-182,-2 3 1,0 7 0,-4 7 0,2 5-143,2 3 1,0-2 0,0 4 0,4-3-37,6-5 1,4-1-1,5-2 1,1-6-243,3-3 0,3-11 1,4 1-1,3-4-94,1 0 1,-4-8 0,3 2-1,-1-1-717,-4-3 0,3-3 0,-4 1-320,3 3 1493,-5-5 0,5 0 0,-5-5 0</inkml:trace>
  <inkml:trace contextRef="#ctx0" brushRef="#br0" timeOffset="9">9079 6991 7962,'6'-12'343,"-5"0"1,3 0 236,-3 0 0,-1 1 1,0-1-1,0 0 373,0 0 1,0 4 0,0 0 253,0-1 0,-1 0-648,-3 1 0,-3 3 0,-4 5 1,-2 1-176,-3 3 0,0 9 1,-6 11-1,-3 6-271,0 4 0,-1 8 1,1 4-1,0 5-160,3 3 0,2-5 1,2 1-1,6-4 25,7-3 0,9-9 1,5 0-626,5-3 0,6-11 0,7-8 0,5-8 1,3-8 495,5-8 0,1-11 1,5-12-1,-1-7 270,-2-4 1,-5-4-1,1-2 1,-3-3-60,-5 2 0,-7 3 1,-10 5-1,-5 1-346,-5 5 1,-9 9 0,-5 6 0,-6 7-155,-2 4 1,-2 7 0,-4 3 0,1 6-249,-1 5 0,1 7 0,0 5 0,4 2-291,3 2 1,0 3 0,3 2 978,3 1 0,0 2 0,-1 3 0</inkml:trace>
  <inkml:trace contextRef="#ctx0" brushRef="#br0" timeOffset="10">9410 7368 7962,'-12'19'554,"0"1"0,0 1 293,0 1 0,1 2 1,-1-1-1,0 2-407,0 3 1,4-3 0,2 1-1,-1-4-630,1-2 1,3-6 0,-1 2-244,3-3 433,1-6 0,5-2 0,2-5 0</inkml:trace>
  <inkml:trace contextRef="#ctx0" brushRef="#br0" timeOffset="11">9999 7368 6772,'-6'0'3738,"0"-6"0,6-1-2562,0-4 1,0-2-1,2-1 1,2-3-709,4-2 0,2 0 1,2-5-1,0 0-315,-1 1 1,5-2 0,0-1 0,0-2-50,1 2 1,0 1 0,2 3 0,-3 2-26,-3 5 0,-1 5 0,-2 3 0,0-1-142,-3 1 1,1 3-1,3 8-172,-3 4 1,1 6 0,-4 3 0,0 2 96,0 2 0,5 1 1,-2 2-1,2 0 102,2 4 0,0-7 0,-1 3 0,1-4-9,0-1 0,4-2 0,1-5 1,1-2 96,3-2 1,-3-3 0,1-6 0,-1-3 105,0-4 1,-3-4 0,1-3-1,-3-6 101,-2-6 0,1 1 0,-1-4 0,-2 1-228,-1 3 1,-6 0-1,2 0 1,-4-3-133,-4-1 0,-2 8 1,-6 1-1,0 5 140,0 5 1,-1 7-1,-1 2-221,-2 4 0,-5 6 1,2 8-1,-4 4 1,0 3 89,-1 5 1,4 2 0,2 5-1,0 1-64,-1-1 1,4 0 0,-4 1-1,2 0-194,3 4 0,1-8 1,1 1-1,0-5-215,0-6 0,1-6 1,-1-2-394,0-5 1,4-5-1,2-8-229,0-4 0,3-3 0,4-5 1187,3-4 0,8-7 0,6-3 0</inkml:trace>
  <inkml:trace contextRef="#ctx0" brushRef="#br0" timeOffset="12">10789 6660 9733,'6'-6'1797,"0"-3"0,6 5-680,0 1 1,-1 2-1,3 2 1,0 4-188,2 7 1,1 3 0,-2 7-1,4 5-317,-1 6 1,3 2 0,-6 11-1,-4 5-91,-2 6 1,-6-4 0,0 9 0,-7-2-214,-8-3 1,-2-2 0,-7-8 0,-3-1-640,-1-5 0,3-10 0,-6 1 0,2-3-1995,-1-1 1,0-1 0,-1-5 2324,3-2 0,-7-3 0,7-5 0</inkml:trace>
  <inkml:trace contextRef="#ctx0" brushRef="#br0" timeOffset="13">6768 8040 7514,'-1'-8'230,"-3"0"0,3 0 188,-3-4 0,2 4 35,2 1 0,0 3 1,0-4 1115,0-1-569,0 3-676,0 1 0,0 20 0,0 6-157,0 6 0,-1 7 1,-3 9-1,-2 10-221,-1 7 1,-3 3 0,6-30 0,0 1 0,-1-1-1,-1 0-451,-6 32 1,5-14-1,0 0 1,2-8-228,2-10 0,3-15 732,4-6 0,8-13 0,6-1 0</inkml:trace>
  <inkml:trace contextRef="#ctx0" brushRef="#br0" timeOffset="14">7016 7922 7913,'-1'-7'766,"-3"3"1,1 4 0,-4 4 0,2 5 232,3 6 0,-4 4 1,1 10-1,-1 8-671,-4 9 1,4 7 0,-1 8 0,2 0-1009,2 1 1,1-12 0,-1 1-1,-1-7-323,2-7 1,0-13 0,4-6 0,0-6-1056,2-5 2058,0-4 0,-4 2 0,0-5 0</inkml:trace>
  <inkml:trace contextRef="#ctx0" brushRef="#br0" timeOffset="15">6745 8358 7945,'-12'0'1143,"0"4"792,0 0 0,2 1-1188,2-1 0,4-3 0,8 3-600,4-2 0,2 1 0,2 1 0,0-1 47,0-2 1,3-1 0,2 0-1,2 0-1124,2 0 0,-3 0 1,2-1-1,-1-2-594,0-1 0,3 1 0,-4 1 1524,1-2 0,8-2 0,-2-6 0</inkml:trace>
  <inkml:trace contextRef="#ctx0" brushRef="#br0" timeOffset="16">7157 8535 7784,'-5'6'582,"4"5"-168,-3-3 1,1-3 0,1 0 1477,-2 0-1384,0-3 1,4 2-1,1-8 203,3-4 1,3-8 0,4-4 0,1-3-315,0-5 1,1-2 0,1-5-1,2-2-295,-1-2 1,2 1 0,0-5-71,1-2 1,0 1-1,2-1 1,-4 5-1,-2 2-161,2 3 0,-3 7 0,3-2 245,-3 1 1,-7 10-2,-2 8 0,-2 8 245,-2 3-422,0 5 0,0 7 0,0 0 0,0 0 0,0-1 0,0 1 0,0 1 0,0 3 70,0 4 1,0-1 0,0 4 0,0 1-54,0 1 1,0 1 0,0 2 0,0 3-86,0 3 1,0-2 0,0-1-1,0 2 15,0 1 1,0-2 0,1-2 0,1-1-241,2-3 1,2-5 0,-4-3 0,2 0 3,-1 1 1,-2-9 0,0 2-636,3-2 0,-2-3-864,2 1 1158,-3-6 1,-1-2 0,0-7-1,0-4 692,0-1 0,5 1 0,2-1 0</inkml:trace>
  <inkml:trace contextRef="#ctx0" brushRef="#br0" timeOffset="17">7252 8311 7945,'-12'0'890,"0"0"649,0 0 1,1 0 1133,-1 0-2377,5 0 0,3 0 0,8 0-455,4 0 1,3 0 0,0 0 0,2-2-1106,3-1 1,-1 1-1,3-3 1264,-1 0 0,4 3 0,-3-3 0</inkml:trace>
  <inkml:trace contextRef="#ctx0" brushRef="#br0" timeOffset="18">7582 8134 7897,'6'0'3613,"1"0"-4489,-3 0-231,-3 0 0,6 0 1107,-3 0 0,-3 0 0,4 0 0</inkml:trace>
  <inkml:trace contextRef="#ctx0" brushRef="#br0" timeOffset="19">7605 8358 8181,'-11'5'2355,"3"-3"-116,0 1-1412,5-1-1524,-2-2 1,13-2 696,0-1 0,5 1 0,-7-3 0</inkml:trace>
  <inkml:trace contextRef="#ctx0" brushRef="#br0" timeOffset="20">9091 8653 8455,'0'-8'1277,"0"0"1,0 4-145,0-4-631,0 6 0,0-5-4,0 3 1,-1 3 28,-3-3 0,3 4-210,-3 4 1,2-2 0,2 6-158,0 1 1,0-2-1,0 1 1,0 1-201,0 1 0,2 4 1,0 0-1,2 2-341,-1-2 1,3 3 0,1 0 0,1 0-291,0 0 0,-2 0 0,3-4 1,-1 2-132,1-1 0,2-7 1,1 4-1,0-1-1315,-1-4 2117,-4-1 0,9 1 0,-3 0 0</inkml:trace>
  <inkml:trace contextRef="#ctx0" brushRef="#br0" timeOffset="21">9469 8511 11091,'-12'0'753,"4"3"1,1 3 0,1 7-299,-1 4 0,-1 4 0,-5 8 0,-1 7-92,-2 6 1,-5 10 0,2 7 0,8-27 0,-1 1-380,1 2 1,-1 0 0,0 0-1,0 1 1,1-2 0,0 0-1,1-2 1,0 0-735,-6 27 0,3-16 1,3-2-1,2-6-1334,4-6 0,-1-8 2084,1-6 0,5-7 0,6-2 0</inkml:trace>
  <inkml:trace contextRef="#ctx0" brushRef="#br0" timeOffset="22">9704 8712 7973,'-11'0'287,"-1"0"1,0 1 1380,0 3 1,4-3 0,1 4-277,-3 1 1,5-4-1145,1 6 1,3-4 0,2 3 0,3-2-139,4-3 1,2 0 0,2-1 0,0 2-211,0 1 0,4 0 1,1-4-1,0 0-629,0 0 1,2 0-1,-2 0 1,0-2 107,0-2 1,3 3-1,-4-3 1,0 1-123,1 0 1,-4 1 0,2-3 0,-2 1 350,-1 0 1,-4 0-1,-1 3 392,-2-3 0,4 3 0,-2-5 0</inkml:trace>
  <inkml:trace contextRef="#ctx0" brushRef="#br0" timeOffset="23">9704 8888 7973,'-11'7'0,"-1"2"0,0-4 1513,0 2 2895,6-4-3847,0 7 1,12-9-1,2 3 1,2-2-283,2-2 0,4 0 0,-1 0 0,1 0-79,1 0 0,-3 0 1,5 0-1,-1 0-1378,0 0 0,-2 0 0,4-2 0,1 0-3609,1-2 4787,-4-5 0,5 7 0,-5-3 0</inkml:trace>
  <inkml:trace contextRef="#ctx0" brushRef="#br0" timeOffset="24">10601 8558 7980,'-12'0'796,"0"0"101,0 0 1,0 0-1,1 2 1,-1 2 312,0 3 0,0 4 0,0 2 1,1 3-607,-1 3 1,-1 9 0,-2 3 0,0 5-353,0 3 1,2 3 0,3 4 0,2-2-64,4 0 0,4-8 0,4 0 1,5-8-453,5-3 0,6-12 0,8-5 0,2-8 80,0-8 0,5-6 0,-2-12 0,2-4 320,-1-4 0,-1-4 1,1-8-1,-1 1 128,-2 2 0,-4 4 1,-1-3-1,-5 1-134,-5 3 0,-5 2 0,-3 3 0,-4 5-346,-3 9 1,-7 6 0,-6 5 0,-6 4-310,-5 2 1,-1 8 0,-4 2 0,-3 3-177,-3 5 0,2 1 0,2 4 1,0-3-194,0-1 1,0 4 0,-1-1 0,5 2-236,1 2 1128,15-6 0,-16 10 0,13-3 0</inkml:trace>
  <inkml:trace contextRef="#ctx0" brushRef="#br0" timeOffset="25">6674 10162 8360,'-12'0'0,"0"0"1327,0 0 0,1 1 0,-1 2-849,0 0 0,6 7 0,2-3 1,2 4-104,2 1 1,0 3-1,2 2 1,0 2-258,2 2 0,5 0 0,-1-2 0,1-2-315,-1 0 0,3-7 0,-3 0 0,2-2 84,2-2 1,0-3 0,-1 0 0,3-6-868,1-5 1,0-4-1,3-3 1,0-6 550,1-5 0,-4-1 0,4-3 1,-1 0 327,0 0 0,-3 4 0,1 0 0,-5 5 911,-3 5-465,-3 3 0,-6 17 0,-3 9 0,-4 10 760,-2 9 1,-7 7 0,-1 4-1,-2 3-751,0 1 1,5-2 0,-4-1-1,2 1-426,3-4 1,2-5-1,4-6 1,4-5 117,3-4 0,2-8 1,3-1-4946,4-7 4899,2-3 0,7-13 0,2-2 0</inkml:trace>
  <inkml:trace contextRef="#ctx0" brushRef="#br0" timeOffset="26">7063 10303 7789,'-13'16'1491,"0"-1"-876,1 0 1,-1-6 0,10-2 99,5-2 0,0-3 0,9-4 0,2-3-522,0-2 1,1 3-1,1-2 1,2-1-694,1 0 1,-2 4-1,2-4 1,1 0 499,-1 1 0,-4 3 0,3-2 0</inkml:trace>
  <inkml:trace contextRef="#ctx0" brushRef="#br0" timeOffset="27">7405 10150 7740,'-9'19'249,"0"1"1,-2 1 591,2 1 1,1 2 0,-1-1 0,2 1-791,2 0 1,1-1 0,4-1 0,0-1-885,0-1 0,0-9 833,0 0 0,5-2 0,2 3 0</inkml:trace>
  <inkml:trace contextRef="#ctx0" brushRef="#br0" timeOffset="28">7488 9926 7771,'-15'0'0,"3"1"0,2 2 933,-1 1 0,3 4 1,2-3 756,1 1 0,1 2 0,4 4-2232,0 0 1,1-4 0,3-2 0,4 1-1133,2-1 1674,-3 2 0,9 4 0,-3 0 0</inkml:trace>
  <inkml:trace contextRef="#ctx0" brushRef="#br0" timeOffset="29">7594 10221 7785,'-12'28'498,"4"-5"0,0 1 1,-1 0 711,-2-3 1,4 0 0,0 3-1,1-1-550,-1 1 1,4-9 0,-2 0 0,1-1-96,0-1 1,0-3-340,4-3 0,2-5 0,0-2 0,3-8 54,2-7 0,0 0 0,2-8 0,-1-1-338,1-1 0,1-2 1,2 1-1,0-3-177,0-1 0,-1 7 0,1-2 0,0 1-12,0 3 0,0 4 0,-2-1 0,-1 1-74,-1 3 1,0 6-1,4 6 50,0 9 1,-2 6-1,-2 12 1,-4 2 88,-3 5 1,-1 2 0,0 0 0,0-1-348,0-2 0,0-5 1,0 1-1,0-7-1370,0-4 1899,5-3 0,7-6 0,7-2 0</inkml:trace>
  <inkml:trace contextRef="#ctx0" brushRef="#br0" timeOffset="30">8077 9831 7785,'-12'24'640,"4"1"0,2 1 1,-1 4 233,1 4 1,2 0 0,-3 8-1,1 0-359,-1 0 1,5-4 0,-2 0 0,2-5-1401,2-6 1,0-6 795,0-1 1,-1-11 88,-3-1 0,3-5 0,-4-3 0</inkml:trace>
  <inkml:trace contextRef="#ctx0" brushRef="#br0" timeOffset="31">7829 10055 7785,'-23'18'1114,"1"-5"0,2 2 1141,4-2 1,8-5 0,6-1-1494,4-2 1,9-1 0,6-4 0,1 0-1242,3 0 1,3-4 0,2-1 0,3-2-2284,1-2 0,-3 3 2762,5-2 0,-1 0 0,5-4 0</inkml:trace>
  <inkml:trace contextRef="#ctx0" brushRef="#br0" timeOffset="32">8537 9949 8698,'-12'0'2448,"0"0"1,1 0-1203,-1 0 1,4 0 0,0 0 79,-1 0 1,2 4-2606,0 0 0,4 5-695,-1-1 1,3 3-1,1 1 1974,0-1 0,5 6 0,1 2 0</inkml:trace>
  <inkml:trace contextRef="#ctx0" brushRef="#br0" timeOffset="33">8490 10256 7773,'-13'0'722,"-3"0"1,3 0 0,-3 0 0,3 0 3597,1 0 1,0 0-975,1 0-2732,4 0-614,7 0 0,7 5 0,4 2 0</inkml:trace>
  <inkml:trace contextRef="#ctx0" brushRef="#br0" timeOffset="34">9598 10032 7742,'0'-12'1167,"0"0"1,-1 1 651,-3-1 0,-3 5 0,-6 3 0,-2 3-135,-5 1 0,-5 7 0,-5 4 0,-7 9-718,-3 6 0,0 6 0,0 6 0,0 3-787,2 5 1,6 0-1,-4 9 1,9 3-290,6 3 0,5-4 0,8 0 1,4-3-920,3-4 1,2-3 0,3-5-1,5-5-1039,6-5 0,-1-6 1,6 1-1,2-5 347,4-2 0,1-11 1,4-1 1720,2-6 0,6-7 0,3-2 0</inkml:trace>
  <inkml:trace contextRef="#ctx0" brushRef="#br0" timeOffset="35">9740 10350 7798,'-12'-6'1571,"4"-4"1,0 7 298,-1 0 0,-1-2 0,-2 1-483,0 1 1,4 2 0,0 1-890,-1 0 1,-1 1 0,-1 4 0,2 6-570,1 3 1,0 7 0,-2 0-485,2 5 0,-1 3 0,5 4 1,0-3-1,0 0-428,0 0 0,4-3 0,5-1 0,3-5 620,5-6 1,0-7 0,6-4 0,-1-3 569,0-1 0,2-10 0,4-7 1,-2-8 188,-2-6 0,2-5 1,-4-2-1,1-2-39,-4-2 0,-2 2 1,-2-3-1,-2 0-123,-1 1 0,-6 5 0,2 7 0,-4 4-489,-4 8 0,-2 2 1,-6 12-1,0 3-494,1 3 1,-1 6 0,0 7 0,0 2 162,0 1 1,5-2 0,0 3 0,2 2-3169,2 2 3754,2 0 0,-4 1 0,-2-1 0</inkml:trace>
  <inkml:trace contextRef="#ctx0" brushRef="#br0" timeOffset="36">10141 10515 9245,'0'12'0,"-2"0"327,-2 0 1,3-1 0,-4 1 0,1 1 712,0 3 0,-4-2 0,4 5 0,0-2-1222,-1-3 0,2 1 0,-3-1 0,1 2-4292,2-2 4474,-3-1 0,4-1 0,-3 0 0</inkml:trace>
  <inkml:trace contextRef="#ctx0" brushRef="#br0" timeOffset="37">10601 10232 6488,'-6'-11'7106,"-1"-1"-5920,1 5 1,-3 3-1,5 9 1,2 7-502,0 7 0,-2 4 0,-1 3 0,-1 5-539,-4 3 1,4 0 0,-2 8 0,-1-1-1146,-2 1 1,5-2 0,0 0-129,1-3 1,4-4 0,-3-11-3078,3-2 4204,1-9 0,5-5 0,1-6 0</inkml:trace>
  <inkml:trace contextRef="#ctx0" brushRef="#br0" timeOffset="38">10884 9914 7339,'5'7'1966,"-4"-2"0,8-4 0,-3 3 0,0 5 0,3 6 331,2 4 0,2 10 1,1 8-1,2 9-1967,-2 7 0,-7-19 1,0 0-1,-2 3 1,0 0-1,-1 1 1,0 1-331,-2 0 0,0 1 0,-1-3 0,-1-1 0,0 0 0,-1 0 0,-1-2 0,-1-1 0,-9 30 0,0-19 0,-4 1 0,2-9-670,-2-7 0,3-6 1,-3-6-1,3-3-3389,1-4 1,5-6 4058,-1 0 0,0-2 0,-4-2 0</inkml:trace>
  <inkml:trace contextRef="#ctx0" brushRef="#br1" timeOffset="39">13843 5953 29463,'-17'0'900,"8"0"0,-3 0 1,2 0-298,-1 0-603,5 0 0,1 1 0,5 3 0,5 3 0,4 6 0,4 3 0,3 3 0,1 5 0,-1 2 0,3 4 0,4 4 0,1-1 0,3 6 0,2-1 0,1 2 0,-3-4 0,3 4 0,0-4 0,1 0 0,-8-5 0,3-2 0,1-2 0,-3 0 0,0-9 0,-4 4 0,-3-3 0,0-5 0,-4-1 0,3-2 0,-3-2 0,-2-1 0,-3-5 0,0 4 0,1-2 0,2 3 0,1-3 0,-1 2 0,-3-4 0,0 0 0,-4-1 0,4-2 0,-5-2 0,0-1 0,-1-5 0,-2-4 0,-2-3 0,0-2 0,-2-1 0,-5 2 0,1-3 0,-3-1 0,0 2 0,3-4 0,0 3 0,-1 0 0,-2-1 0,3 5 0,1 0 0,-1 2 0,1 1 0,-2 4 0,5 0 0,0 7 0,4 1 0,1 6 0,3 5 0,3 5 0,6 1 0,1 2 0,2 6 0,5-4 0,-3 5 0,2 1 0,0-3 0,-5 3 0,4-3 0,-2 1 0,-3-2 0,-1-6 0,-2 1 0,-3-1 0,-4-3 0,-3-4 0,-2-4 0,-3-1 0,-4-1 0,-8-4 0,-4 0 0,-2 0 0,-3 0 0,-1-1 0,-1-2 0,0-1 0,2-1 0,3 3 0,3-4-3108,3 0 0,3 2 1,1-4 3154,0-1 1,0-7-1,1-2 1</inkml:trace>
  <inkml:trace contextRef="#ctx0" brushRef="#br1" timeOffset="40">13902 6696 30007,'-11'8'-326,"-1"0"1,0-2-1,2 3 1,0-2 1289,2-2 0,5-1 0,-4-3 206,2 3-1170,1-3 0,4 5 0,4-8 0,1 0 0,2-2 0,2 1 0,1 1 0,2-1 0,0-2 0,0-2 0,5-1 0,2-3 0,4-3 0,0-1 0,1 0 0,-1-3 0,1 1 0,3-4 0,2 1 0,1-2 0,3-3 0,1-2 0,0-3 0,-2-6 0,-3 2 0,-1 3 0,-8 1 0,0 5 0,-6 0 0,-2 3 0,-4 2 0,-2 0 0,-1 5 0,-2 1 0,0 7 0,-1-1 0,2-1 0,-1-2 0,-2 3-268,-1 0 1,0 1-555,0-5 0,0 4 505,0 0 1,-5 5 0,-4-1 703,-6 3 1,5 1 0,-4 0 0,-1 1-60,2 3 1,0-2 0,1 3-1,-1-1-241,-3 0 1,6 1 0,-5-2-88,1 1 0,3 3 0,4-3 0,-3-1 0,5 0-65,1 1 0,8-4 0,5 1 0,4-5-157,3-3 1,5 3-1,-1-3 1,3-1-67,5 1 1,-3-3 0,2 3 0,-2 1-501,-1 2 0,-1 2 0,0 2 0,-2 0 166,-2 0 1,-4 7-1,-1 3 1,-5 6 620,-5 2 1,-2-2-1,-2 4 1,0 2-440,0 4 1,-6-1-1,-3 3 1,-4-2-138,-3 1 1,-1-2 0,3 1 0,-2-3-946,2-4 0,1-8 1,2 1-1,2-3 32,1-3 0,5-2 0,0-8 1490,1-3 0,13-9 0,2-3 0</inkml:trace>
  <inkml:trace contextRef="#ctx0" brushRef="#br1" timeOffset="41">13737 5753 7803,'-6'0'1384,"-5"0"1,10-2-524,-3-2-628,3 3 1,6-4 0,3 5-118,2 0 1,-2 1-1,0 2 1,1 2 5,2 2 0,-1-3 0,-1 2 0,-1 1-160,1-1 1,2 2 0,1 3-1,-2-2-220,-2-1 0,2-2 1,-2 3 160,3-1 0,-1 0 753,-2 4-424,-3-6 1,-6-2 0,-3-6-94,-4-2 1,-2-4-1,-2 3 1,0-1 143,0 1 0,1-3 0,-1 3-98,0-1 1,0-1 0,0-1-105,1 4 1,-1 3 0,0 1-155,0 0 1,4 5 0,2 3 0,-1 2-40,1 2 0,2 1 1,-3 2-1,2 2-1,2 1 0,-2-2 0,1 2 0,0-1-616,-1-2 0,4 2 0,-3-2-285,3 0 1,1-6 0,1-3 1013,3 0 0,2-2 0,6-4 0</inkml:trace>
  <inkml:trace contextRef="#ctx0" brushRef="#br1" timeOffset="42">13466 6932 7862,'-12'0'570,"4"0"1,2 1 579,1 3 0,-1-3-805,2 3 0,3-4 0,-3-4-131,3-4 0,2 0 0,3-2 0,4-4-43,2-4 0,4 3 1,0-4-1,2 1-152,-2 0 0,-1 3 1,-2 0-1,-2 2 1,-1 1 0,-2 0 0,3 1 21,-1 4 0,-5 3 0,0 9-124,-6 7 1,-5 5 0,-6 8-1,-3 2-54,-2 5 1,4-2 0,-4 0 0,2-1-3,3-3 0,5-1 1,2-3-1,2-1 31,2-1 0,2-6 0,2 0 0,4-3-113,7-3 0,3-4 0,8 2 0,6-1 6,4-2 0,5-2 215,5-1 0,6-5 0,9-1 0</inkml:trace>
  <inkml:trace contextRef="#ctx0" brushRef="#br1" timeOffset="43">16992 5529 7820,'-5'-7'2760,"-2"-3"-980,-5 2 0,4 3-977,1 1 0,-1 2 0,-4 4-244,0 2 0,4 7 0,0 10 0,-2 7-296,-4 7 1,-4 6-1,-2 7 1,-1 5-392,-4 6 0,14-28 1,1 2-1,-3 2 0,1 1 1,0-2-1,0 1-203,1-2 1,1 1 0,-2 29-1,2-10 1,3-6-847,5-6 1,6-9 0,4-8 0,3-5-784,5-7 0,2-9 1,5 1 1959,-4-2 0,9-13 0,-3-2 0</inkml:trace>
  <inkml:trace contextRef="#ctx0" brushRef="#br1" timeOffset="44">17240 5776 7820,'-12'0'846,"0"0"1,0 0-1,-1 2 47,-3 2 0,2 3 0,-4 9 1,-1 4-463,1 2 0,2 7 0,-2 2 1,-1 5-503,1 3 1,4-1-1,-1 3 1,6-3-350,5-4 1,8-11-1,5-1 1,4-5 46,3-6 1,6-6 0,1-10-1,4-7 415,3-6 0,-3-10 1,0-3-1,-2-3-30,-1-2 0,-6 1 1,-2 0-1,-5-1 292,-3 1 1,-3 4 0,-5 0 0,-1 1-411,-3 0 0,-2 8 1,-7 1-1,-2 7-213,-1 7 0,-1 4 1,3 5-1,-2 3-510,2 7 0,5 5 1,1 8-1,0 1 148,1 1 0,2 5 681,5-5 0,0 1 0,0-5 0</inkml:trace>
  <inkml:trace contextRef="#ctx0" brushRef="#br1" timeOffset="45">17581 6047 7820,'-7'12'402,"-1"0"0,-1 0 564,-2 0 0,2 1 0,0 1 0,-3 4-527,-1 5 1,1-1 0,-6 8 0,1-1-354,2-3 0,2-1 0,1-1 0,2-2-1602,2-3 1,3-5 0,6-8-1818,3-1 3333,3-6 0,10-11 0,1-6 0</inkml:trace>
  <inkml:trace contextRef="#ctx0" brushRef="#br1" timeOffset="46">17935 6118 7820,'-12'5'173,"1"1"1,0 3-1,2-3 3315,1 0-2708,6-2 1,-4-6 0,6-2 0,2-4 70,2-2 0,2-6 1,6-1-1,0-1-522,-1-3 0,3-1 0,0-2 0,3 0-209,1 1 0,-2 3 0,2 1 0,1-2 21,-1-2 1,-3 5 0,0 2 0,0 2-745,0-2 1,-2 8 0,3 0 132,-3 6 0,-5 7 0,-1 3 0,-1 4 253,1 3 0,-3 5 0,2 6 0,0 3 69,-4 1 0,3-2 0,1 2 0,0-1 79,3-3 1,3-5 0,3-4 0,2-3 421,1-3 1,3-7-1,5 0 1,3-6 45,1-6 1,-2-5 0,3-12 0,0-2-174,0-4 1,-3 0 0,-4 1 0,-2 0-48,-2 0 0,-4 0 0,-8-2 1,-5 5-250,-1 2 0,-2 9 1,-2 3-1,-3 3 18,-7 5 1,-5 2 0,-6 4 0,-2 4 80,-3 7 1,-3 5 0,-7 7 0,-3 1 201,-1 2 0,3-1 1,-3 6-1,2 1-125,2 1 1,0-2 0,1 1 0,0 0-195,3-4 0,8-3 0,1-2 1,5-2-547,3-3 0,6-5 1,3-8-2567,-1-1 2455,3-1 1,2-4-1,8-1-708,4-3 1,4 1-1,2-6 1453,2-4 0,10-4 0,-1-6 0</inkml:trace>
  <inkml:trace contextRef="#ctx0" brushRef="#br1" timeOffset="47">18831 5364 7820,'12'-12'0,"0"1"0,0 2 0,0 3 1772,-1 0 0,1 4 0,0 7 1,0 7-934,0 6 1,-5 11-1,0 6 1,0 10-141,-1 9 1,-5 9 0,0-26 0,-2 3 0,-2 1 0,-3 2-630,-2 1 0,-2-1 1,0-2-1,-2 0 1,-4-2-1,-2 0 0,-1-2 1,0 0-507,-1-2 0,-1-1 1,0-5-1,-1 0 1,-1 2-1,0 0 0,0-1 1,0-2-3222,0-1 1,-1-2 3490,-21 17 1,15-16-1,-3-1 1,3-4-1,0 0 1</inkml:trace>
  <inkml:trace contextRef="#ctx0" brushRef="#br1" timeOffset="48">16768 6660 7820,'6'2'800,"-2"2"1,-2-2-1,-4 5 1,-2-1 79,-3 1 0,-4 2 0,-1 6-302,0 0 0,1 6 0,-2 0 1,-3 5-1,-4 7-43,-2 5 1,-2 7 0,1 8 0,-2 8-355,11-30 1,0 2 0,2 0 0,-1 1 0,1-1 0,0 0 0,-8 30-206,4-4 1,10-13 0,-5 6 0,5-3-896,3-5 0,6-12 0,2-3 0,3-4-231,5-5 0,-1-4 0,3-1 0,-2-5-84,-1-2 0,1-5 1,2 0 1233,0-1 0,6-13 0,-2-2 0</inkml:trace>
  <inkml:trace contextRef="#ctx0" brushRef="#br1" timeOffset="49">16874 7226 8443,'-17'7'713,"3"-1"1,-5-3-1,2 1 142,3-1 0,1 2 1,2 0 655,3 2 0,4-1-1165,8 2 1,3-1 0,5-5 0,-1 2-489,1-1 0,4-2 1,0-1-1,-1 0 124,2 0 1,0-1 0,4-2 0,-2-1-978,-2 2 1,4-4 0,-3 2 0,2 0-4220,-1-1 5214,-4 4 0,12-10 0,-2 5 0</inkml:trace>
  <inkml:trace contextRef="#ctx0" brushRef="#br1" timeOffset="50">17357 7250 8681,'-18'4'0,"2"0"322,3-2 0,1 4 583,1-3 1,4 0 0,5-6-1,4-2 33,6-1 0,2-6 1,2-5-1,1-1-595,3-3 1,-1 2 0,4 0 0,1-2-237,-2-2 1,4 0-1,-3-1 1,0 2-97,1 2 0,-4 2 1,2 5-1,-1-2-108,-2 1 1,-2 9 0,-2-3 0,1 5-27,0 3 1,-5 2 0,-2 2-1,-1 5-80,0 5 1,1 5 0,-2 4 0,1 1 290,-2-1 1,3 5 0,1 1 0,0-1-1,3 1 1,-2 0-1,1-3 1,1 0-26,1-3 1,4-1 0,0-6 0,2-3 49,-2-4 1,-1-4 0,-1-5 85,0 0 1,-2-2 0,-1-5 0,-2-6-1,-2-3-36,-2-1 1,-2-4-1,-1 2 1,0-4-206,0 0 0,-1 3 0,-3 2 0,-4 1 66,-2 2 0,-2 2 0,0 3 1,-1 2 88,-3 4 0,2 3 0,-5 1 0,1 1-130,0 3 0,-2 4 1,-4 7-1,1 5-6,-1 2 0,3 3 1,-1 1-1,-2 2-218,3-2 1,-2 0 0,5-1 0,-2 0-572,0-3 0,6-2 0,-1 0 1,5-5-815,2-2-87,5-6 0,3-2 0,10-6 1713,4-3 0,4-3 0,6-4 0</inkml:trace>
  <inkml:trace contextRef="#ctx0" brushRef="#br1" timeOffset="51">18336 7191 7952,'-16'5'0,"-1"2"225,-1-1 0,6 5 0,-1-3 0,1 3 1240,3 5 0,0-2 1,-3 5-1,0-1-1126,1 1 1,3 0 0,0 3 0,0-1-1165,2-1 0,0-6-558,6 2 1,6-8-1,1-5 1,4-7 1382,1-8 0,5-5 0,1-7 0</inkml:trace>
  <inkml:trace contextRef="#ctx0" brushRef="#br1" timeOffset="52">18572 7273 8286,'-13'4'1833,"-3"0"1,7 0-732,-3-4 1,8-1 0,0-3 0,4-4-398,4-2 1,4-3 0,7-2-1,0-2-277,0-1 0,2 2 0,-2-2 0,1-1-201,1 1 1,-2 4-1,3-2 1,0 3-475,1 1 1,-5 4 0,2 2-1,-3-1-236,-1 1 0,3 3 0,1-1 0,-1 3 49,-2 1 0,-2 5 0,1 3 0,0 2 213,0 2 1,0 1-1,-2 2 1,1 0 237,0 0 0,-5-1 0,5-1 1,0 2 411,-1-1 1,2-7 0,0 3 0,0-2-215,0-2 1,-1-3-1,1 1 1,0-4-77,0-4 1,3-4 0,1-6 0,-1-5-138,-2-3 1,-2 1 0,1-6-1,0 0-61,0 0 0,-6 2 0,-2-1 0,-2 4-90,-2 2 0,-2 7 1,-2 1-1,-5 7 133,-5 4 1,-1 2 0,-4 4-1,-4 7 52,-3 6 0,4 5 0,-4 0 1,0 2 240,1 2 0,0-2 1,1 4-1,1-1-222,-1-1 0,4 2 0,1-3 0,-1 2-452,2-2 0,-1-5 1,6-3-1,-1-1-1419,-1-2 0,9-6 213,-6-1 1,4-7 0,0-1 389,4-7 0,4-4 0,4-5 1213,4-4 0,8-12 0,2-5 0</inkml:trace>
  <inkml:trace contextRef="#ctx0" brushRef="#br1" timeOffset="53">19209 6649 7952,'0'7'4699,"1"1"-3223,3 2 0,0 0 0,6 3 0,5 4-406,2 7 1,4 7 0,6 12 0,3 8-718,1 6 1,-4 3 0,-7 2 0,-6-1 97,-5-3 1,-5-8 0,-8-10 0,-5-2-224,-5-4 0,-5-10 1,-4-2-1,-1-4-1410,1-3 1,-2-1 0,-1 1 0,-2-1-1454,2-4 0,1 1 1,3-7 2634,2-1 0,-2-13 0,3-3 0</inkml:trace>
  <inkml:trace contextRef="#ctx0" brushRef="#br1" timeOffset="54">14598 8134 7709,'0'-8'468,"0"0"0,-1 4 208,-3-4 0,3 5 730,-3-5 0,1 5 1256,-1-1-974,3-2 43,-4 4-1436,5-3 0,0 6 0,0 3 1,0 5 9,0 6 0,0-1 0,0 6 1,0 1-142,0 1 0,1 2 1,1 1-1,2 1-100,-1 1 1,2 6 0,0-2 0,1 4 6,-1 0 0,0-5 0,-1-2 1,3-4-6,-1 0 0,3-2 0,-5-2 0,0-4 52,2-3 0,-4-5 98,6-1 0,-4-4 0,2 0 54,0-6 1,-1-5-1,-2-6 1,1-3-188,-2-2 0,5-2 1,1-6-1,1-4-78,-1-4 1,3-3-1,-1-2 1,3-6-95,1-2 0,-3-4 1,4-4-1,0 4-284,0 5 1,-2 11 0,2 4 0,-5 4-551,-2 6 0,-5 13-4,1 5 1,-3 8 0,-1 7-1,0 1 340,0 0 0,0 1 0,0 3 0,-1 3-580,-3 4 0,3 2 1,-3 1-1,2 3 1167,2 1 0,0 1 0,0 4 0</inkml:trace>
  <inkml:trace contextRef="#ctx0" brushRef="#br1" timeOffset="55">14999 8606 7780,'-4'7'1846,"0"1"1,0-6-843,4-2 1,2-6 0,1-7 0,5-4-636,3-6 0,1-6 0,-1-7 0,1 0 183,0-4 1,0 1 0,1-7 0,1-2-410,2-1 1,-4 5-1,-4 2 1,1 1-270,1 3 0,-2 6 1,0 3-85,1 4 67,-4 9 1,1 12 0,-5 8 107,3 4 1,-3 3-1,3 2 1,-1 2-77,1 5 1,-2 4 0,5 3 0,-2 6 185,-2 5 1,2 0 0,-1 4 0,0 0-84,1 0 1,-4-3 0,3 3 0,-1 0-453,1 0 1,-3-8 0,4-2 0,-1-5-411,0-9 1,0-4 0,-2-3-176,1-3 0,-1-4 1,2-8 250,-3-4 0,-1-3 1,0-2 793,0-3 0,5-2 0,2-5 0</inkml:trace>
  <inkml:trace contextRef="#ctx0" brushRef="#br1" timeOffset="56">15105 8370 8953,'-12'0'2102,"1"0"0,3 0-726,0 0 1,5-2-1,1-1-848,4-5 1,5 1 0,6-1 0,1 0-1045,2 2 1,1-3-1,-3 3 1,2 1-3781,-1 0 4296,3 1 0,0-1 0,6-2 0</inkml:trace>
  <inkml:trace contextRef="#ctx0" brushRef="#br1" timeOffset="57">15589 8075 7717,'0'-12'2938,"0"6"1,0 2-4079,0 8 0,0-2 0,0 6 1,0 1 1139,0 2 0,0 1 0,0-1 0</inkml:trace>
  <inkml:trace contextRef="#ctx0" brushRef="#br1" timeOffset="58">15565 8370 7717,'-12'0'5035,"2"-2"-3785,2-1-4652,3 1 3402,5-3 0,5 5 0,1 0 0</inkml:trace>
  <inkml:trace contextRef="#ctx0" brushRef="#br1" timeOffset="59">16815 8900 7717,'-12'17'1142,"0"-4"0,1 2-125,-1-6 1,1-5-1,3-8-278,5-4 1,3-9 0,3-7 0,5-7-146,3-7 0,2 1 0,1-2 0,3 1-484,2-1 1,-4 1 0,4-3-1,-1 3-91,0 4 0,-3 7 1,1-1-1,-3 5 137,-1 3 0,-1 7 0,1 8-361,0 3 0,0 6 1,-1 12-1,1 5 32,0 5 0,1 7 0,3 9 0,4 6 37,2 5 0,1 3 0,0 4 0,-1 0-236,2-2 0,-4-8 0,8-3 1,-3-6 32,-2-5 1,1-13 0,-2-6 0,-1-6-676,-1-5 0,-4-5 0,1-5 1,-3-5-1957,-3-6 2970,-7 2 0,1-14 0,-5 2 0</inkml:trace>
  <inkml:trace contextRef="#ctx0" brushRef="#br1" timeOffset="60">16945 9148 7717,'-12'8'1200,"0"-1"0,6-5 0,4-4 0,9-8-168,9-8 0,7-15 0,9-8 0,8-8-902,-16 20 1,1-1 0,1-3 0,0-1-1,4-4 1,0 0 0,3-2 0,0 1-309,0 1 1,1 0-1,-5 4 1,-1 1-1,-1 5 1,-1 1-1,16-14-1896,-11 12 1,-10 17 0,-5 4 2073,-3 5 0,-7 9 0,0 0 0</inkml:trace>
  <inkml:trace contextRef="#ctx0" brushRef="#br1" timeOffset="61">17747 8712 7717,'-16'13'421,"0"0"1,3 0 2578,4-3 1,5-6-2415,8 0 1,4-2 0,7-2 0,5 0-512,2 0 0,2-6 0,0 0 0,0-2-879,4 0 1,-7 0 0,2-2 0,0 1-1332,-1 1 1,-2 4 2134,-1-4 0,-4 0 0,2-4 0</inkml:trace>
  <inkml:trace contextRef="#ctx0" brushRef="#br1" timeOffset="62">17817 8924 7935,'-11'6'2748,"0"5"-1832,3-3 0,4-3 0,8-1-914,4-3 0,4-1 0,4-1 0,3-2 14,3-1 0,2-1 0,0 2-16,-1 0 0,6-7 0,1 4 0</inkml:trace>
  <inkml:trace contextRef="#ctx0" brushRef="#br1" timeOffset="63">18643 8582 7717,'-20'12'852,"2"-2"1,-1-1 172,1-1 0,-2 1 1,-3 7-1,-2 5-298,-3 5 1,2 4-1,-4 7 1,1 2 77,3 5 1,6 3 0,6 1 0,5-1-803,5-5 0,13-13 0,8-8 0,8-5-571,6-6 1,5-7 0,2-4 0,2-10 113,2-7 0,-6-10 0,0-3 0,0-3 219,-3-2 1,-10 0 0,-1-1 0,-3-1 169,-5 0 0,-6 4 0,-5-4 0,-6 4-543,-5 3 0,-8 10 1,-5 1-1,-5 7-1183,-5 5 1791,-3 3 0,-12 15 0,-3 3 0</inkml:trace>
  <inkml:trace contextRef="#ctx0" brushRef="#br1" timeOffset="64">14527 10185 7717,'-11'7'507,"-1"3"0,0-3 0,0 5-79,0-1 0,5-4 0,0-2 2896,2 0-2421,-4-3 0,7 2 0,-2-8-515,3-4 0,5-3 0,1-2 1,2-3-179,2-3 0,-3 1 1,2-2-1,1-2-135,2-5 0,-1 3 0,0-4 1,-3 3-128,3 2 0,0-1 1,2 2-1,0 1-99,0 1 0,-2 10 0,-1-1 0,-1 5-36,1 3 1,0 12 0,1 7 0,-3 7 201,3 9 1,0 1 0,1 10 0,-2 0-206,-1-1 0,-1 0 1,5-5-1,1-1-335,3-2 1,-3-11 0,3-4 0,-2-4-220,2-4 1,-3-4 0,3-3 0,-3-4-48,-1-4 0,-2-3 0,-1-4 1,-2-1-223,-2 0 0,0 0 1013,-1 0 0,-2-5 0,3-1 0</inkml:trace>
  <inkml:trace contextRef="#ctx0" brushRef="#br1" timeOffset="65">14551 10397 7717,'-12'0'1440,"0"0"1,7-5 0,5-4 0,9-7-794,10-7 0,3-13 0,12-11 0,5-7-495,-17 26 1,1-1 0,-2-1 0,0 1 0,3 0 0,0 0 0,-1 2 0,0 1-836,18-22 0,-5 10 0,-5 11-327,-8 6 1,-5 3-1,-6 14 1,0 1-1,0 2-2586,0 1 3596,-6 5 0,-1 1 0,-5 6 0</inkml:trace>
  <inkml:trace contextRef="#ctx0" brushRef="#br1" timeOffset="66">15105 10185 7935,'-12'4'731,"1"0"0,3 4 553,0-4 0,7 0 0,1-4-839,6 0 1,6-2-1,2 0 1,3-3-718,2-2 0,-4 3 0,5-2 0,0-1 166,-2 0 1,3 4-1,-5-4 1,-1 2-732,2 2 0,-3 2 0,1-1 0,-2 0 837,-1-2 0,0 0 0,0 4 0</inkml:trace>
  <inkml:trace contextRef="#ctx0" brushRef="#br1" timeOffset="67">15518 10008 7717,'0'12'808,"1"-1"0,2-2 0,1 0-156,-2 4 1,0 0 0,-4 7 0,0 1-542,-2 1 1,-1 3-1,2 0 1,-2 1-683,-2 0 0,3-4 0,-2 5 0,0-6-1389,4-6 1,-3-2 1959,1-1 0,-6-5 0,4-2 0</inkml:trace>
  <inkml:trace contextRef="#ctx0" brushRef="#br1" timeOffset="68">15589 9773 7717,'0'-19'892,"0"4"742,0 1 0,-6 4-657,-1 2 0,-3 4 0,1 8-971,1 4 1,6 2 0,-2 2-1,2 1-1063,2 3 0,2-2 1,2 5-1,2-1-2719,1 0 3776,3-3 0,-3 7 0,5-4 0</inkml:trace>
  <inkml:trace contextRef="#ctx0" brushRef="#br1" timeOffset="69">15754 10150 7717,'-6'16'0,"-1"1"836,-4 1 1,3-2-1,2 2 1,-1 0-299,1 1 1,2-1 0,-3 2 461,2-5 1,1-2 0,4-1-505,0 0 1,0-7-546,0-5 0,5-6 0,2-10-90,-1-4 0,5-2 0,-3-2 0,2 1 0,2-2-155,0-3 0,0 4 0,-1-4 0,1 3 202,0 2 0,-2 4 1,0 4-1,-3 1-12,3 3 1,-4 4-1,2 5 57,1 4 0,-4 7 1,-1 10-1,-2 6-55,-2 3 0,0 2 0,0 3 0,0-3-558,0-1 1,0-3-1,0-5 1,0-2 6,0-2 0,1-6 0,3-5 653,4-5 0,2-9 0,2-10 0</inkml:trace>
  <inkml:trace contextRef="#ctx0" brushRef="#br1" timeOffset="70">16214 9714 7717,'0'15'0,"0"4"625,0 3 0,-2 0 0,-2 11 1,-3 4 427,-4 5 1,-1 10 0,-1 7-1,-1 5-658,6-31 1,0 0 0,-2-1 0,0 0 0,-4 23-1,2-7-1098,3-9 0,6-15-601,-1-4 1,2-14-488,-2-10 0,1-4 1791,-5-11 0,1-6 0,-5-5 0</inkml:trace>
  <inkml:trace contextRef="#ctx0" brushRef="#br1" timeOffset="71">15931 10008 7717,'-17'12'501,"7"-1"0,-1-2 1646,0-1 1,7-6 0,5 2-1563,10-3 0,2-1 0,8 0 0,3-1-572,2-3 0,3-1 1,-3-4-1,3 1-864,1-1 1,-3 2 0,3-1 0,-1-1 850,-2-1 0,3-7 0,0-2 0</inkml:trace>
  <inkml:trace contextRef="#ctx0" brushRef="#br1" timeOffset="72">16497 9926 9988,'-12'0'6751,"4"0"-4373,0 0 0,5-2-3045,0-1-1065,1 1 0,6-2 1,0 8-1295,-1 4 3026,-2 3 0,4 6 0,2 1 0</inkml:trace>
  <inkml:trace contextRef="#ctx0" brushRef="#br1" timeOffset="73">16461 10256 7717,'-12'0'0,"1"0"2029,-1 0 1,4-1-256,0-3 1,6-3 0,-1-3-2067,6 2 0,3-1 0,6 5 292,0 1 0,-1-4 0,1 1 0</inkml:trace>
  <inkml:trace contextRef="#ctx0" brushRef="#br1" timeOffset="74">18089 9796 8330,'-12'1'4437,"0"3"-3455,0 4 1,0 4-1,1 4 1,-3 5-403,-1 5 1,-1 7 0,-5 10-1,-3 11-479,12-23 1,0 2 0,0 0 0,1 1-1,-2 3 1,0 0 0,2 0 0,0 0-123,0 0 0,2 0 1,-4 27-1,0 1 0,5-8-524,3-8 0,1-5 1,4-8-1,1-2-581,3-4 1,3-12 0,6 2-1,1-6 428,2-2 1,1-4 0,-3-2 0,2 0 697,-1-4 0,3 5 0,0-1 0</inkml:trace>
  <inkml:trace contextRef="#ctx0" brushRef="#br1" timeOffset="75">18442 9973 7926,'0'-12'0,"0"0"2672,0 1-2007,0 4 0,-5 8 1,-3 11-1,-2 8 79,-2 6 1,0 5 0,-1 9 0,-1 4-672,-2 6 1,0 4-1,4 5 1,1-2-725,-1-2 1,1-6 0,3-9 0,5-2-900,1-4 0,2-6 1,0-2 1549,0-5 0,5-4 0,2-5 0</inkml:trace>
  <inkml:trace contextRef="#ctx0" brushRef="#br1" timeOffset="76">18678 10421 7717,'-12'13'182,"1"3"0,-1-2 1,1 4-1,1 1 1006,-2-1 0,7 2 0,-6 2 0,3-1-1632,2-1 1,3-6-1,1 2-2149,4-3 1,1-7 2592,5-2 0,5-8 0,5-2 0</inkml:trace>
  <inkml:trace contextRef="#ctx0" brushRef="#br1" timeOffset="77">19055 10162 7626,'-1'-11'-105,"-3"3"1,-1 2 0,-4 3-1,1-1 890,-1 2 0,-2 7 1,-2 7-1,-1 6 978,-2 4 0,-5 7 0,1 2 1,-2 5-1435,-1 3 0,0-2 1,4 2-1,4-2-545,6-2 1,4-5 0,6-2 0,4-6 85,7-6 0,7-2 0,7-11 1,3-5-1044,1-4 1,1-10-1,3-4 1,-1-3 947,-2-5 0,-8-2 0,0-4 0,-2 1 222,-2 2 0,-6 0 0,-7-3 0,-1 2-92,-2 5 0,-2 2 1,-2 2-1,-3 4-208,-4 3 1,2 8-1,-2 6 1,-1 4-3034,-2 6 3336,-1 8 0,1 2 0,-1 6 0</inkml:trace>
  <inkml:trace contextRef="#ctx0" brushRef="#br1" timeOffset="78">19445 9843 7717,'0'12'528,"4"-4"0,-1 0 1,1 2 1065,2 5 0,-4 4 0,6 9 0,1 6-614,2 8 1,-3 8 0,-2 14 0,-3-29 0,-1 0-749,0 4 0,-1 0 0,0-2 0,-1-1 0,0 0 0,-2 0 0,-1-1 0,-1-2-85,-8 28 0,-3-6 0,0-11 1,-2-3-1246,-1-6 0,3-9 1,0-4-1,3-7-2309,4-6 0,-2-6 3407,2 1 0,-3-3 0,-1-1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6.171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2193 3631 7195,'-12'0'2246,"0"0"0,6-5-1914,2-3 0,3-3 0,2 1-180,3 2 1,-2-1 0,5 3-1,-1 1-72,1 0 0,1-3 1,4 3-215,-1-2 1,1 5-1,0-2 114,0 3 0,-4 2 1,-2 3 121,0 4 1,-3-2 0,-3 2 196,0 1 0,0 6 0,-1 0 0,-1 0 1,-4-2 100,0-1 1,-2-1 0,-4 1 0,-1-1-178,-3-3 1,3 1-1,-3-5 1,3 0-103,2 1 1,-1-4 0,0 2 0,0-6-72,0-5 1,4-4-1,2-2 1,1-2 38,2 2 0,2-4 0,1-1 0,1 1-46,3 2 1,3 2 0,4 1-1,1 0 64,0 2 0,0 3 1,0 0-1,-1 4-336,1 3 1,0 1 0,0 0-1,-1 1-158,1 3 0,0 3 0,-1 5 568,-4 0 0,-1 1 0,-5 1 0,2 2 0,1-2 120,-2-1 0,-2-2 0,-2-2 0,-4-1-223,0 1 0,-2 0 0,-4 0 1,-1-2-319,-3-2 0,3-1 0,-3-4-48,3 0 0,2 0 1,-1-1-1,0-2 0,0-2-376,0-2 1,4-1-1,2-3-32,1-1 1,1 0 0,5 0-311,3 0 0,4 5 1,6 0-1,3 2-1574,2 2 2580,0 2 0,5 1 0,-1 0 0</inkml:trace>
  <inkml:trace contextRef="#ctx0" brushRef="#br0" timeOffset="1">2877 3171 7656,'0'-12'477,"-1"0"1012,-3 1 1,2 3-353,-2 0 1,-1 7 0,1 1-588,2 6 1,-4 11-1,2 7 1,2 7-258,0 7 1,-1 2-1,-3 4 1,1 3-27,0 2 1,-4-1 0,1 8 0,-3 2-480,-1-2 1,1-3-1,0-2 1,2-4-771,1-5 0,4-15 1,-2 2-1,0-5 57,4-7 1,1-7-2049,1-2 2973,0-5 0,5-3 0,1-7 0</inkml:trace>
  <inkml:trace contextRef="#ctx0" brushRef="#br0" timeOffset="2">3254 3607 7648,'-1'-12'2041,"-3"1"0,1 4 0,-5 3-1293,-1 3 0,-3 1 0,-2 0-317,-2 0 1,-5 1 0,2 2 0,-2 3 0,0 4-98,1 3 1,2 2-1,-3 1 1,3 4-460,0 2 0,3 2 0,4-2 0,3-1-261,4-2 1,3 0-1,2 0 1,3-2-25,4 0 1,8-9-1,4 0 1,2-7 126,2-4 1,0-4 0,1-6 0,2-3 236,-1-3 1,-8-4 0,4 0 0,-2-1-79,-2 1 1,-3-1-1,-1 0 1,-3 2-145,-4 2 1,-4 0 0,1 4 0,-3 1-248,-1 2 0,-5 7-31,-3 2 1,-2 4 3,-2 4 1,1 4 0,2 6 0,3 2-741,1-2 1282,1 4 0,-2-4 0,0 3 0</inkml:trace>
  <inkml:trace contextRef="#ctx0" brushRef="#br0" timeOffset="3">3525 3631 7780,'7'-12'638,"-2"0"1,-1 0 333,0 1 0,0-1 1,-3 0-5,3 0 1,-2 1 0,1-1 404,-1 0 0,-4 1 0,-1 2-857,-5 1 1,-3 6 0,-2-1 0,-1 4-222,-2 3 0,-5 10 0,3-3 0,-2 4-336,0 2 1,2 1-1,-2 6 1,5-1-272,2 1 1,2-1-1,3 0 1,4-2-7,3-2 0,2-4 1,4-1-1,7-3-52,7-4 0,0-4 0,2 0 0,2-5 201,-3-2 0,0-5 1,0 1-1,-3-2 192,0-2 1,-8 0-1,3 1 1,-3-3-15,-2-1 1,-1 4 0,-3-3 275,1-1 0,-2 2-104,-6 5 0,2 5 1,-5 6 120,2 5 1,-3 5 0,3 6 0,0 4 241,-1 2 1,2 5-1,4 2 1,-1 3-57,-3 4 0,3 3 0,-3 4 0,3-1-273,1-2 1,-6-8 0,0 3 0,-2-1-154,0-4 1,0-3 0,-4-8 0,-1-1-488,-2-1 1,0-7 0,-3-1 0,1-6-565,2-1 0,2-3 0,2 0 0,-1-4-524,0-6 0,1-7 0,4-2 0,1-1 500,1-3 1,5-1 0,-1 0 1012,3 2 0,13-2 0,-2 3 0</inkml:trace>
  <inkml:trace contextRef="#ctx0" brushRef="#br0" timeOffset="4">3856 3890 8115,'-7'-5'1260,"0"4"0,5-5 1807,-2 1-1851,0 4 0,4-3-827,0 8 1,0 2 0,0 6-1,0 0-93,0 0 1,-4 3 0,0 2 0,2 2-19,0 2 1,1-3 0,-2 2 0,-1-1-116,2 0 1,-4 2 0,3-6 0,0 0-67,2-2 1,-1-1 171,-2 0-175,3-1 1,-4-5 0,6-6-1,2-7-4,1-3 0,4-2 1,-3 0-156,1 0 1,1 0 0,2 1 0,-1-1 0,1 0-96,2 0 0,0 0 0,0 1 0,-2-1-131,-1 0 0,0 5 0,4 2 0,-1 1 107,1 0 1,-4 0-1,0 6 1,0 2 269,-2 4 1,3 2-1,-3 2 1,-1 0 469,0-1 1,0 3 0,-2 0-1,1 2 132,-1-2 1,-2-3 0,-1-1-350,0 3 0,-5 2 0,-3-5-89,-3-2 1,-1 1-1,1-5-696,-1-1 1,-4-2 0,-1-1 0,0 0 0,0 0-622,3 0 1,-3 0 0,0-1-1,0-3-196,0-4 1,1 1 0,5-1 0,2-1-144,1-1 0,6-2 0,-2 0 1406,2 0 0,8 1 0,0-1 0</inkml:trace>
  <inkml:trace contextRef="#ctx0" brushRef="#br0" timeOffset="5">4587 3324 8037,'0'-11'1530,"0"-1"-28,0 0 0,0 4-697,0 0 0,-2 7 0,-2 0 0,-3 6-345,-4 5 0,-2 1 0,-1 8 0,-3 4 15,-2 3 0,0 4 0,-4 5 0,1 3-189,-2 6 1,3-2 0,-6 11 0,2 5-480,1 1 1,5 2-1,0 0 1,4-1-342,4-2 1,1-11 0,6-3 0,3-6-186,3-8 1,5-7 0,5-5-1,1-1 25,2-3 1,0-4 0,4-4 0,2-1-237,2-2 1,-1 2 0,-1-1 929,-1-1 0,4-12 0,7-5 0</inkml:trace>
  <inkml:trace contextRef="#ctx0" brushRef="#br0" timeOffset="6">4728 3867 7875,'-12'0'0,"1"0"531,-1 0 1,0 0 0,0 0 1051,0 0 0,5 0 1,0-2-926,2-2 1,1 2 0,4-6 0,0-1-260,0-2 1,1-2 0,3-1 0,4-3-256,2-2 0,4 0 0,0-5 0,2 2-31,-2 2 0,-1-1 1,-1 6-1,1 0 250,3 2 0,-3 3-678,3 2 1,-3-1-1,-1 6 1,-2 4-1,-1 6 39,-1 3 0,0 7 0,2 3 0,0 2 191,-3 2 1,-3 5-1,4 1 1,0 1 23,-1 1 1,3-6 0,-3 1 0,1-3-170,-1-5 1,1 2 0,3-5 0,-2-3-1067,-1-4 1,0 1-124,3-6 0,0-6 1,-2-4 1418,-1-1 0,-5-9 0,2 3 0</inkml:trace>
  <inkml:trace contextRef="#ctx0" brushRef="#br0" timeOffset="7">4775 3984 7876,'-11'0'2146,"-1"0"1,1-1 0,5-3-1521,6-4 0,5-3 0,8-5 0,3-5-462,3-5 1,9-2 0,2-5 0,2-2-179,-1-2 1,0 7 0,4-4 0,-4 3-876,-4 1 0,-2 5 1,-2 1-1,-4 8-2618,-3 7 3507,-8 4 0,2 10 0,-3 2 0</inkml:trace>
  <inkml:trace contextRef="#ctx0" brushRef="#br0" timeOffset="8">5318 3654 8571,'-12'0'196,"0"0"0,2 2 1,1 0 1538,1 2 0,5 5 1,-1-1-1044,3 3 0,1 4 0,1 3 0,3-1-607,4 0 0,-2 0 1,2-3-1,2 2-214,0-2 1,2-2-1,0-3 1,1-2-37,2-2 0,-1-1 0,1-6 0,0-1-14,0-5 0,-2-3 0,3-2 1,-1-1 115,0-2 1,-2-5-1,3 3 1,-3-2 251,-1 0 0,-4 5 1,-2-4-1,1 2 1477,0 3-1372,-5 6 0,-2 4 0,-6 8 0,-2 5 50,0 6 1,-1 4 0,-6 9-1,0 3-300,0 3 1,1 3 0,-1 1-1,0 3-885,0 0 0,2-3 1,3 0-1,0-4-442,3-2 1,4-14 0,0-1 273,6-5 1009,4-4 0,4-13 0,1-2 0</inkml:trace>
  <inkml:trace contextRef="#ctx0" brushRef="#br0" timeOffset="9">5789 3289 17388,'8'13'0,"0"4"798,1 7 1,2 6 0,1 10 0,-1 9-219,1 8 1,0 5-1,-6-28 1,-2 0 0,1 1-1,-2 0 240,0-1 0,-2 0 1,1 32-1,-2 0 0,-2-7-761,-2-7 0,-2-8 0,-6-6 0,-1-4-1253,-3-3 1,3-9 0,-3 1 0,2-5-1355,-2-4 1,7-2 0,-3-4 2547,2-4 0,-1-8 0,0-3 0</inkml:trace>
  <inkml:trace contextRef="#ctx0" brushRef="#br0" timeOffset="10">6497 3654 7666,'0'-7'2250,"0"-1"1,-1 5-1589,-3-1 0,2 2 0,-3-1 1519,0-1-1317,4-5 0,-5 2 291,6-5 1,2 5-1227,2-1 0,-2 5 0,6-1 0,1 3-512,2 1 0,2 0 1,3-1-1,3-2-717,4-1 1,0 0 0,1 4 0,-1 0 367,1 0 0,-2 0 0,-1 0 932,-1 0 0,-1 0 0,5 0 0</inkml:trace>
  <inkml:trace contextRef="#ctx0" brushRef="#br0" timeOffset="11">6403 3796 7726,'-12'8'1268,"0"0"0,6-1 452,2 5 0,4-5 0,5-3-841,7-3 0,1-2 0,6-2 0,4-2-867,3-2 1,-1 3 0,2-2-1,-2-1-984,-1 1 1,1 3 0,0-1-1,-1 3 972,-1 1 0,-2-5 0,2-2 0</inkml:trace>
  <inkml:trace contextRef="#ctx0" brushRef="#br0" timeOffset="12">7664 3041 7679,'-5'-11'916,"-1"4"0,-5 4 0,2 6-309,1 5 1,4 8 0,-4 5-1,-1 6 119,-1 8 0,2 7 0,0 11 0,0 6-438,2 6 0,0-30 0,1 1 1,1-1-1,0 1 0,-1-1 1,0 0-328,-1 1 0,0-2 0,-2 21 0,1 1 0,1-11-310,-1-10 1,5-11-1,-2-2-3080,3-4 1609,1-7 0,0-11 0,1-8 1820,3-3 0,2-6 0,6-1 0</inkml:trace>
  <inkml:trace contextRef="#ctx0" brushRef="#br0" timeOffset="13">7947 3478 8288,'7'-12'1328,"-2"0"0,-5 0-497,0 0 0,0 1 234,0-1 1,-1 4 0,-3 1 0,-4 2 7,-2 3 0,-2 2 0,-1 4 0,-3 3-595,-4 4 0,-2 6 0,0 3 0,1 2-543,1 1 0,6 1 0,-2 1 0,4 1 145,4 2 1,3-5 0,5-5 0,0-1-810,0-2 0,9-3 0,4-4 0,4-5 285,4-1 0,3-7 0,2-5 1,3-4 360,1-6 1,-8 1 0,1-2 0,-4-3-47,0-1 0,-5 3 0,1-4 0,-5 3-34,-2 4 0,-6 3 0,2-2-273,-2 1 1,-8 6 0,-1 7 0,-4 4-265,-1 4 1,1 3 0,0 6 0,2 3-665,1 3 0,2 0 1,-4 0 1363,2 2 0,6 2 0,-3 0 0</inkml:trace>
  <inkml:trace contextRef="#ctx0" brushRef="#br0" timeOffset="14">8313 3478 7749,'0'-8'672,"0"0"1129,0-1 0,0-2 840,0-1 0,-1 6-2226,-3 2 1,1 3-1,-5 2 1,-2 3 282,-5 4 0,1 2 0,-4 2 0,1 1-386,2 3 0,-2-2 0,1 6 0,1 1-535,-2 1 0,7-2 0,0-2 0,3-1-31,5-2 1,0-2-1,4-3 152,2-2 1,4-3-1,6-5 1,2-1 141,-2-3 1,3-3-1,-1-4 1,-2-1-30,-1 0 0,-1-1 1,0-1-1,0-2-84,0 1 1,-5 2 0,0 2 0,0-1 81,-1 0 1,-3 4-441,1 0 0,-3 7 0,-2 1 187,-3 6 1,1 6 0,-3 4 0,-1 4 261,0 2 1,5 7 0,-3 1-1,1 3 454,0 2 0,0-1 0,4 8 1,-2 1 154,-1 3 1,1-9-1,-3 5 1,1-3 48,0-2 1,-5-6 0,1-5-1,-2-4-653,-2-2 1,0-6 0,-1 2 0,-1-3 16,-2-1 1,-5-5 0,1-3-1,-1-3-302,2-1 1,-4 0 0,4 0 0,-4-1-1454,0-3 0,4-3 1,4-5-1,3 1-105,4-1 0,3 0 0,6 0-1643,3 0 3463,8 1 0,6-6 0,6-2 0</inkml:trace>
  <inkml:trace contextRef="#ctx0" brushRef="#br0" timeOffset="15">8513 3654 7749,'0'-11'854,"0"3"0,0 0 1160,0-1 0,0 2-444,0-1-867,0 6 0,0-2 1,0 8-1,0 4-261,0 2 0,0 2 0,0 0 0,0 1-238,0 2 1,0 0 0,0 3 0,0 1-26,0-1 0,0-2 1,0 2-1,0-1 48,0-3 1,0 1-1,0-1-75,0 2 1,0 0 0,0-5 812,0 1-465,0-5 1,0-3-277,0-8 1,0-3 0,2-5 0,0 1-418,2-1 1,5 4 0,-1 0 0,3-1-90,1-2 0,-1 1 0,1 1 0,0 2 18,0 2 1,0 1 0,-1 4 0,1 0 118,0 0 0,0 1 0,0 3 0,-2 4 265,-2 3 0,2 2 1,-3 1-1,-1 3 682,-2 2 0,-2-5 1,-2 2-1,-2-2-463,-2 2 0,-2-3 0,-6 3 1,-1-5-517,-3-3 0,2 1 0,-4-5 0,-1-1 22,1-2 0,-2-1 0,-3 0 0,0 0-1247,4 0 1,0-5 0,5-3 0,-2-1 195,2 1 1,6-2 0,4 2 0,3-3 192,1 0 1,6 0-1,5 2 1,4 1-1918,4-1 2930,0 4 0,10-11 0,1 3 0</inkml:trace>
  <inkml:trace contextRef="#ctx0" brushRef="#br0" timeOffset="16">9032 3525 6671,'-1'6'1390,"-3"-2"-409,3-2 1,-6-1 541,3 3-170,3-3 1,-6 4-552,3-5 1,3-1-113,-3-3 0,3-2 1,1-6-498,0 0 0,1 0 1,2 0-1,2 1-103,2-1 0,-3-4 0,3-1 0,3 0 105,0 0 0,2 0 0,-2 3 0,0-2-178,-3 1 1,1 6 0,4 3-46,0 0 0,-4 3 0,0 4 119,1 3 1,-3 4 0,1 6-1,-1 3 59,1 1 0,-3 3 0,4 4 1,0 1-38,-2 1 1,5-5-1,-4 4 1,4-4-84,1-2 1,-3-4-1,1 2 1,3 0-147,1 1 1,-4-9 0,1 1 0,2-5-361,0-3 0,0-2 0,0-1-447,3 0 0,-7-4 0,3-1 0,-2-2-155,1-2 1,-4-1 0,0-2 0,0 0-1286,-1 0 2363,-3 6 0,2-10 0,-5 3 0</inkml:trace>
  <inkml:trace contextRef="#ctx0" brushRef="#br0" timeOffset="17">9103 3690 7746,'-16'6'18,"1"0"0,-1-3 2182,-1 1 0,8 0-770,-3-4 1,9-1 0,5-4-787,8-7 1,8-5 0,9-7-1,3 1-412,4-1 0,0-5 0,8-2 0,0-3-447,0-1 1,-3 3 0,2 3 0,-2 2-987,-1 1 0,-9 7 0,1-2-3115,-8 7 4316,-10 5 0,-7 19 0,-5 3 0</inkml:trace>
  <inkml:trace contextRef="#ctx0" brushRef="#br0" timeOffset="18">10082 3254 7724,'0'-12'0,"-2"0"766,-1 0 1,1 4 0,-3 2 100,0 1 0,2 2 0,-3 7-375,0 4 0,-2 9 0,3 6 0,-1 7 1,-4 6-144,0 3 0,-2 0 0,0 6 0,1 2-530,-1 2 0,0-8 0,2 4 0,0-6-551,3-5 0,3-10 0,-3-2-3592,2-3 4324,1-9 0,9-10 0,2-7 0</inkml:trace>
  <inkml:trace contextRef="#ctx0" brushRef="#br0" timeOffset="19">9787 3466 7772,'-12'12'475,"4"-2"1,2-1 1264,1-1 1,2-1 0,7 0 0,5-3-846,5-2 1,10-2-1,7 0 1,4-2-654,0-2 1,2-2 0,1-6 0,2 0-1081,2 1 1,0-1 0,0 0 0,-5 2-1066,-5 2 1903,-5-3 0,7 5 0,-4-6 0</inkml:trace>
  <inkml:trace contextRef="#ctx0" brushRef="#br0" timeOffset="20">10860 2971 7742,'0'-12'3413,"-1"1"-2418,-3 4 0,-1 3 0,-5 9 0,4 7-258,1 6 1,-3 11 0,2 6-1,0 8-608,-3 7 0,-2 1 0,-2 7 1,-1 3-407,-2 4 1,-1-4-1,3 1 1,-2-7-361,1-8 1,4-5 0,1-9 0,4-5-3100,1-4 3736,1-14 0,9 6 0,2-9 0</inkml:trace>
  <inkml:trace contextRef="#ctx0" brushRef="#br0" timeOffset="21">11096 3371 7742,'-1'-6'0,"-3"2"1430,-4 3 1,-3 1-1,-1 0 1,-1 0 225,-2 0 0,0 5 0,-4 4 0,-2 6-1370,-2 4 0,0 3 1,-1 2-1,1 1-528,-1 2 1,6 2 0,3 3 0,6-5-503,5-2 0,3-7 1,3-3-1,6-6 292,8-5 1,6-4 0,6-5 0,3-7 151,3-6 0,2-5 0,-4 0 1,-3-2 89,-5-3 0,-4 6 0,-1-3 0,-3 2-417,-3 2 1,-6 5-1,-3 0-36,-3 3 1,-6 7 0,-3 4 0,-3 7 662,-1 7 0,1 8 0,-1-2 0</inkml:trace>
  <inkml:trace contextRef="#ctx0" brushRef="#br0" timeOffset="22">11367 3501 9064,'4'-17'936,"0"-1"131,-1-1 0,2-2 0,-1 4 0,0-1 0,0-2 1032,0 2 0,-1 5 1,-4 5-1362,-3-1 0,2 4 0,-8 2 0,-3 6-628,-5 5 0,0 7 1,-2 4-1,-1 2 10,-1 2 1,-1-1 0,4 7 0,3-1-707,3-2 0,3-4 0,2 4 0,4-5 155,2-5 1,4-3 0,2-2-54,4-3 0,7-3 0,5-6 0,2-5 0,2-4 169,-1-5 0,0-6 0,-4 3 265,-3 0 1,0-3 0,-2 4-1,-2 0 1,0 0-100,-3 2 0,-5 6 283,0 1 1,-3 8-1,-2 3 1,-2 10 432,-1 8 0,-4 1 0,4 10 0,0 0-152,-1 2 0,4 7 0,-4 2 0,1 4-50,0 5 1,-5-4-1,1 2 1,-3-4-156,0-3 1,-3-9-1,0 0 1,-2-5-373,2-7 1,-3-8 0,1-7-1,0-2-836,-1-2 1,4-3 0,-2-4-221,1-4 0,4-2 0,1-4 0,2 0 0,2-3-1395,2-1 0,3 2 2613,4-4 0,8 1 0,6-5 0</inkml:trace>
  <inkml:trace contextRef="#ctx0" brushRef="#br0" timeOffset="23">11603 3619 7703,'0'-8'5441,"0"0"-4521,0 6 0,0-2-118,0 8 0,0 4 1,0 6-1,0 3-277,0 1 0,0 2 0,0 4 0,-1 0-312,-3 4 0,1-3 0,-3 2 0,-1-2-19,0-1 0,3-1 1,-2 0-1,1-4-533,2-3 0,-2-3 96,1-1 108,0-6 0,4-6 1,0-7-1,1-4 0,2-1-33,1 1 0,5-3 0,-1 0 0,2-2 46,2 2 0,-1 1 0,-2 1 0,-1 2-312,1 2 0,1-1 1,2 5 242,0 1 1,0 2 0,-2 2 0,-1 2 275,-1 1 0,-1 6 0,1 0 0,-3 5-123,0-1 0,-4 1 1,3-1-1,-2 2 470,-2-2 1,-4 3 0,-2-1 0,0-2-491,-3-1 0,-2-5 1,-1 0-1,1 0-129,-1-1 0,0-2 1,0-5-2460,1 0 0,-4-1 2646,3-3 0,-7-8 0,6-7 0</inkml:trace>
  <inkml:trace contextRef="#ctx0" brushRef="#br0" timeOffset="24">12086 3525 7738,'-11'6'323,"-1"1"1,0-5 1659,0 2 0,4 0-1318,1-4 0,4-1 1,0-4-1,6-6 1,5-4-83,2-4 1,7-6-1,3-5 1,2-1 95,2-1 0,-1 5 0,0-3 0,-2 1-384,-2 3 0,-4 2 0,0 4 1,-2 6-61,-1 5 0,-4 4-53,0 5 0,-5 6 0,2 5 1,-1 6-239,0 5 1,4 0-1,-3 10 1,1 0 273,4 2 1,0 2 0,2-1-1,0 1-69,-1-1 0,3-4 0,0-2 0,2-3-68,-2-3 0,0-4 1,0 1-1,0-4-901,0-3 1,-7-1-1839,5-1 1,-4-3-1,-1 0 1114,-3 1 0,-4-4 1544,-4-1 0,3 8 0,-4 1 0</inkml:trace>
  <inkml:trace contextRef="#ctx0" brushRef="#br0" timeOffset="25">12216 3772 7738,'-4'-12'711,"0"1"0,0-1 0,4-1 0,2-3 1148,2-4 1,7-3-1,9-3 1,5-4-1359,6-5 0,2 3 0,10-8 1,2 4-1269,1 0 0,-4 9 0,-3 2 1,-4 3 281,-3 5 485,-3 2 0,-1 4 0,3-1 0</inkml:trace>
  <inkml:trace contextRef="#ctx0" brushRef="#br0" timeOffset="26">2099 5482 7768,'-7'5'349,"-2"-3"0,4 5 689,-2-2 1,3-1-307,-4-4 0,4 0 1,-4 0 3030,-1 0-3055,4 0 0,-4-1 0,5-3-540,1-4 1,2 2 0,2-2-225,3-2 0,-1 4 1,5-1-1,0 1-100,-2-1 1,5 3 0,-4-2-1,4 1-222,1 2 1,-4 2 0,-1 1 0,3 0 91,0 0 0,2 0 0,-2 1 533,-2 3 0,-1 2 0,-5 6 1,2 0 262,-1 0 0,-3-4 0,-4 0 0,-4 1-141,-2 1 0,-2 2 0,-1-2 0,-2-2 81,0-4 0,-1 1 0,3-1 1,-2-1-270,0-2 0,-1-1 0,4 0-232,0 0 0,6-5 0,2-3-28,3-2 1,2-2 0,3-1 0,5-2-402,5 0 0,1-1 0,3 4 1,-1 0 184,-2 1 1,-2 3-1,-1 1 1,-1 2 404,1 2 1,0 2 0,-2 2 230,-2 3 0,-2 3 0,-6 5 0,-2-1-147,-2 1 0,-2 1 0,-6 0 0,-1 1-290,-3-4 0,3-1 1,-3 3-1,3-2-472,1-2 1,-1-1 0,-1-5-344,-2 2 0,2-1 0,5-7 1,2-4-801,2-2 1,2-6 0,7 0 1710,4 2 0,8-4 0,2-1 0</inkml:trace>
  <inkml:trace contextRef="#ctx0" brushRef="#br0" timeOffset="27">3054 4810 7692,'-12'1'1303,"0"3"0,0 4-197,1 2 1,3 3 0,0 3 0,-1 6-503,-2 8 1,3 4-1,2 12 1,-1 5-19,1 6 1,2-4-1,-3 8-731,2-4 1,-4 6-1,1-9 1,-1-7-1,0-8-538,1-6 0,1-11 0,-1 1 1,3-4-4089,0 0 3417,3-10 1,-1 5 1353,6-10 0,4 0 0,5-4 0</inkml:trace>
  <inkml:trace contextRef="#ctx0" brushRef="#br0" timeOffset="28">3337 5258 7761,'0'-12'485,"-2"1"0,-2 2 1031,-3 1 1,0 4-1,-1-2 1,-1 1-730,-1 2 0,-2 3 0,0 4 1,-1 5 166,-3 5 1,2 1-1,-5 5 1,1 2-868,0 4 0,3-1 0,0 2 0,1 0-424,3 0 1,3-2-1,1 1 1,3-5-545,6-5 0,4-3 1,10-3-1,4-2 295,2-4 1,3-8 0,1-5 479,1-5 1,1-3-1,-4-4 1,-1 1 0,-1-1-71,-2-1 0,-3-2 0,-6 1 0,-4 0-110,-3 4 0,-2 0 1,-4 5-64,-2-2 1,2 6 0,-6 6 0,-1 3-306,-2 1 1,1 5 0,1 3 0,2 2-795,2 2 1448,-4 0 0,7 5 0,-3 1 0</inkml:trace>
  <inkml:trace contextRef="#ctx0" brushRef="#br0" timeOffset="29">3573 5328 7837,'3'-15'0,"1"-1"154,-1 1 0,-2 6 0,-1 1 3785,0-1-2198,0 4 0,-5 0 1,-3 6-1,-2 3-1142,-2 4 0,-4 2 0,-1 3 0,-1 3-293,-3 4 0,4-2 1,1 1-1,3-1-153,1 0 1,2-3-1,1 0-289,1-2 0,5-5 0,1-1-58,4-2 1,5-2 0,4-7 0,3-4-33,1-3 0,-2 2 0,3-1 1,-3-3 129,-1 0 0,0-1 1,-2 3-1,-1-1 120,-1 0 0,-1 0 0,1 1 0,-3-1-2,0 0 1,-3 0 42,1 0 0,-1 7 1,-4 4-121,-1 3 0,0 12 1,-4-1-1,1 4 123,-1 4 0,3 2 0,-2 5 0,1 3 211,2 3 1,-2 7 0,1 2-1,0 4 481,-1 4 0,2 3 0,-5 4 1,-1-2-223,-2-1 1,2-9 0,-1 0 0,-3-6-643,0-6 0,-4-5 0,1-9 0,0-5-105,-1-1 0,4-8 1,-3-2-1,2-4-632,-2-4 0,7-4 0,-3-6 0,2-3-815,-1-1 0,3-2 0,2-4 0,1 1 187,2-1 0,3 4 0,4 1 1469,4-2 0,7-1 0,4-2 0</inkml:trace>
  <inkml:trace contextRef="#ctx0" brushRef="#br0" timeOffset="30">3797 5470 7810,'-6'6'1140,"0"0"350,-1-1 0,1-4 0,3 4-553,-1 1 1,0 0-1,4 6 1,0 1-261,0 3 0,-1-2 0,-2 6 0,-1 2-237,2 4 0,-1 0 0,1 5 0,-4-1-151,0 0 0,2 0 1,-3 1-1,1-3 67,-1-3 0,3-9 0,-2-2 163,0 0-691,2-4 0,6-10 0,2-8 0,4-4 69,2-4 1,-2 3 0,0-3 0,2 2-67,5-2 1,-5 3 0,3-3 0,0 3-29,0 2 0,-2-1 0,5 1 0,-3 2-93,-1 1 0,-1 6 1,1-2 364,0 2 1,0 4-1,-2 3 1,-2 5 284,-4 5 0,1 6 0,-1-2 0,-1 4 9,-2 0 1,-6 1 0,-2-1 0,-1 1-181,1 0 1,-3-6 0,-4-2 0,-2-3-1226,2-2 1,1 0 0,1-3 0,-1-4-609,-3-3 1,3-2 0,-3-4 0,3-7 1643,1-7 0,1-3 0,-1-1 0</inkml:trace>
  <inkml:trace contextRef="#ctx0" brushRef="#br0" timeOffset="31">4587 4704 7923,'-6'11'0,"-1"1"0,-4 0 0,-1 1 0,1 1 0,-1 3 1512,0 2 0,-4 2 0,-1 6 0,-1 5-602,-3 2 1,-3 4 0,-2 4-1,-3 9-796,14-22 1,0 2 0,0 0 0,0 2 0,-2 6 0,1 1 0,1 0 0,0 1-75,0 1 1,1 1 0,1-2-1,0-1 1,3 2 0,0 0-1,3-1 1,0-1-173,2-1 0,1-2 0,-1 27 0,6-7 0,4-7-962,7-8 1,5-12-1,7-5 1,-1-3 273,1-5 0,-1-3 0,0-3 1,-1-3-419,1-5 1,-6-1 1237,7-2 0,-3 0 0,3 0 0</inkml:trace>
  <inkml:trace contextRef="#ctx0" brushRef="#br0" timeOffset="32">4787 5022 7909,'-5'12'136,"-2"-5"0,-4 1 912,-1 2 0,0-1-399,0-1 0,6-5 1,3-6 42,6-5 0,-1-4 0,6-4 1,3-3-497,3-4 1,0-2 0,5 0 0,-2-1-102,-3 0 1,3 4-1,-1-6 1,0 3 75,1 2 0,-4 5 1,3 2-1,-3 3-482,-2 1 1,1 5 240,0 3 1,-1 14 0,-2 5-412,-1 6 0,-5 7 0,5 1 0,0 1 0,1 2-4,3 3 1,-3-4 0,7-2 0,-2-3 274,2-4 1,-3-6 0,4 0 0,-1-5 13,0-3 1,1-2-1,-3-8 1,2-2-313,-2-4 1,-2-2-1,-3-2 1,-2 0 507,-2 1 0,-1-1 0,-4 0 0</inkml:trace>
  <inkml:trace contextRef="#ctx0" brushRef="#br0" timeOffset="33">4929 5222 9018,'0'-13'1185,"0"-3"1,1 2 0,4-6 0,8-3-532,10-7 0,11-3 0,8-10 0,1-2-431,0-1 0,-5 4 0,1 4 0,-3 4-1400,-5 3 1,-7 13 0,-9 1 1176,-1 5 0,-8 9 0,-1 10 0</inkml:trace>
  <inkml:trace contextRef="#ctx0" brushRef="#br0" timeOffset="34">4764 5375 7864,'-20'8'362,"2"-1"1,1-1 1387,2 1 1,6-3 0,2 4-484,2 1 0,8-4 0,9-1 1,7-3-365,7-1 1,6-1 0,7-3 0,7-5-638,8-5 1,-3 1 0,8-3 0,-3 3-979,-2 1 1,0 0 0,-7 2-1,-3 2-1415,-6 4 1,-9 3 0,-3 1 2126,-5 0 0,-9 5 0,-7 1 0</inkml:trace>
  <inkml:trace contextRef="#ctx0" brushRef="#br0" timeOffset="35">5011 5599 7861,'-12'0'1614,"5"6"0,0 2-716,2 2 1,-3-2-1,4 0 1,1 1-476,2 1 0,2 2 1,3 0-1,4 0-344,3 0 1,0-2 0,1-1 0,1-2-183,3-2 0,-2-1 0,6-4 0,1 0 2,1 0 1,2-7 0,-1-3-1,1-6-6,0-2 0,-2 2 0,-2-2 0,-3-1 400,0 1 0,-8 4 162,3-2 1,-10 11-296,-2 9 0,-9 13 0,-8 14 0,-1 6-116,-3 6 0,-2 0 1,0 8-1,1-2-704,2-2 0,3-5 0,6-4 0,4-7-434,3-7 0,4-6 0,5-7 1,7-5 1093,6-6 0,4-15 0,2-10 0</inkml:trace>
  <inkml:trace contextRef="#ctx0" brushRef="#br0" timeOffset="36">5766 4704 8382,'-4'11'889,"0"1"0,0 1 1,4 2-1,0 2 47,0 1 1,1 3 0,2 8 0,4 6-509,3 7 0,-5 8 1,7 6-1,-1 10-126,-6-31 0,0 0 1,0 1-1,1 0 1,-2 3-1,-1 1 1,0-1-1,-2 1-93,0-2 0,0 0 0,-2-4 0,0 0 0,0 1 0,-2 0 0,-1 0 0,-1-1-256,-9 30 1,-5-13 0,-3 0-1,1-7 200,2-7 0,0-8 0,0-4 1,3-7-3282,3-6 0,5-8 3128,0 0 0,5-13 0,-2-5 0</inkml:trace>
  <inkml:trace contextRef="#ctx0" brushRef="#br0" timeOffset="37">6308 5222 7836,'-18'0'797,"2"0"1,3 0 1635,1 0 1,4 0-1479,1 0 0,5 0 0,2 0 1,7 2-733,3 1 1,7-1-1,3 3 1,2-1-513,2 0 1,-1 0 0,1-3 0,0 2-897,-1 1 0,1 1 0,-2-2 0,-1 2-483,-1 1 1,-6-3 0,2 1 1667,-3-3 0,-1 4 0,0 2 0</inkml:trace>
  <inkml:trace contextRef="#ctx0" brushRef="#br0" timeOffset="38">6379 5387 7836,'-12'12'2384,"0"-4"0,1 0-94,-1 1 0,3 1-809,5 2 1,6-5 0,14-3 0,5-3-1294,5-1 0,1 0 0,4-1-3170,2-3 1,-1 2 2981,0-1 0,7-4 0,-2 0 0</inkml:trace>
  <inkml:trace contextRef="#ctx0" brushRef="#br0" timeOffset="39">7546 4704 9859,'-5'-7'864,"-3"3"1,2 9 0,-2 7-1,-1 9-395,-2 9 0,3 4 0,1 15 0,-3 8-484,5-23 1,0 0 0,-1 2 0,0 0-1,0 2 1,0-1 0,0-1 0,1-1-176,-7 30 0,4-11 0,1 0-664,2-8 1,1-12 0,5-9 0,3-7 853,4-5 0,3 1 0,1-7 0</inkml:trace>
  <inkml:trace contextRef="#ctx0" brushRef="#br0" timeOffset="40">7900 5057 8637,'-12'0'1277,"1"0"0,-2 0 1,-2 0-1,-1 3-285,2 5 1,-4 2 0,-1 12 0,0 5-665,-1 1 0,2 4 0,-2 3 0,3 1-438,0-1 0,8-4 0,-2-2 0,5-3-381,3-3 0,11-13 0,4-2 0,2-5 206,3-3 0,2-2 0,3-2 0,0-5 120,2-5 0,-7-5 0,5-3 0,-2 1 68,-2 2 0,-4-1 0,1-4 1,-5 1-601,-2-1 1,-1 5 0,1 0 0,-4 2-771,-3 3 1,-2 6-570,-3 4 2036,-3 8 0,-5 8 0,0 6 0</inkml:trace>
  <inkml:trace contextRef="#ctx0" brushRef="#br0" timeOffset="41">8219 5128 7922,'1'-26'1044,"3"2"0,-3 8 0,3 1 0,-4 2-165,-4 1 1,2 5-1,-6 3 1,-1 3-87,-2 1 0,-2 1 1,-1 5-1,-4 5-526,0 8 1,2 4 0,-2 4 0,0 1-222,-1 2 1,5-2 0,0 2 0,3-1-628,3-3 0,6-1 0,-1-3 365,6-2 1,3-4 0,7-9 0,3-3 163,4-2 1,2-11 0,0-3 0,0-3-92,2-2 0,-7-1 1,5-6-1,-2 1-193,-2-1 0,-3 1 0,-1-1 0,-3 2 372,-3 2 1,-6 3 0,2 5 80,-3 1 0,-2 4 0,-3 4 1,-4 7-134,-2 8 1,-1 3-1,2 8 264,1 6 0,0 1 0,-3 5 0,0 5 1,2 3 488,1 4 1,0-1-1,-2 9 1,1 3-55,1 3 0,-1-5 0,-6 2 0,-1-6-204,2-6 0,-4-4 0,-1-10 0,0-6-433,-1-6 0,4-10 1,-3 2-1,-2-7-823,-2-4 1,5-1 0,1-1-1,1-3-740,1-4 1,-1-2 0,5-3 0,2-2-258,1 0 0,6-5 0,-1 3 1774,6-1 0,9-7 0,6-5 0</inkml:trace>
  <inkml:trace contextRef="#ctx0" brushRef="#br0" timeOffset="42">8513 5317 8312,'7'-8'6684,"-3"0"-6119,-3 5 0,-1-1 0,0 8 0,0 4-146,0 3 1,0 6-1,0 1 1,0 3-133,0 2 1,-5-2 0,-2 7-1,0-2-68,-1 2 0,4-3 0,-4 2 0,0-2-182,1-2 1,-2-4 0,5-3 0,0-3 142,-1-2-175,4-4 0,-4-3 0,6-8 1,3-4-27,4-2 0,-2-2 0,2 0 0,1 0-135,2 0 1,1 1-1,-1-1 1,3 0-179,1 0 1,-2 4-1,3 2 1,-3-1 23,-1 1 1,-3 3-1,2 1 403,2 4 0,-3 5 0,-3 5 0,-2-1 432,-2 1 0,-2 5 0,-1 1 0,0 2 29,0 0 0,-4-5 0,-1 4 0,-2-2-171,-2-3 1,-1-1-1,-2-2-1143,0-3 1,0 1 0,-1-5 0,-1-2 0,-2 0-964,2-2 0,0-2 1,3-2-1,0-5-2325,3-5 4048,-2 1 0,8-9 0,-3 3 0</inkml:trace>
  <inkml:trace contextRef="#ctx0" brushRef="#br0" timeOffset="43">9268 4986 7784,'-13'8'437,"-3"0"0,3 0 0,-3 3 1,3-2 288,2-1 1,-1-1-1,0 4 1,1-2 824,4-1 1,0-5-1152,3 0 0,8-8 0,0-5 0,6-7 506,6-6 1,-1 3-1,4-9 1,2 0-564,2-3 0,0 2 0,-1 1 0,-1 2-133,-1 1 1,-4 4 0,2-6-281,-1 3 0,-1 7 1,-4 2-1,-1 4-88,1 4 1,-4 5 0,-1 6 0,-2 8-393,-3 7 1,1 5 0,1 11 0,3 4 706,-1 2 0,5 1 0,-4 5 0,5 3 110,4 4 1,-2-6 0,5 0-1,-1-2-69,0-5 0,-3-6 1,2 0-1,-1-7-1292,-1-7 1,-3-10 0,-4-2-369,1-6 0,0-3 0,-1-3 0,-4-4-2525,-3-2 3987,-1-2 0,0-5 0,0-2 0</inkml:trace>
  <inkml:trace contextRef="#ctx0" brushRef="#br0" timeOffset="44">9327 5399 7864,'-20'0'0,"1"0"0,6-1 2205,1-3 0,12-9 1,13-10-1,9-5-1289,8-6 0,15-6 0,-20 15 0,1-1 0,2-1 1,2-1-969,1 0 0,1-1 1,-2-1-1,0 1 0,1 0 1,-1 1-1,-1 2 0,0 0-663,-1 2 1,-1 1 0,14-13 0,-5 2 714,-8 4 0,-2 3 0,-8 3 0</inkml:trace>
  <inkml:trace contextRef="#ctx0" brushRef="#br0" timeOffset="45">10270 5045 7895,'-18'0'1455,"2"0"0,2 2 0,0 0 0,-2 2-232,1-1 0,6 2 523,1-1 0,7 4 1,2-4-1,10-2-822,7 0 1,10-2 0,2-2 0,3 0-1813,2-2 1,-2-1 0,7 2 0,1-1-203,2 2 1,-1-1 0,1 0 0,3-1 1089,4 2 0,-2-5 0,5 1 0</inkml:trace>
  <inkml:trace contextRef="#ctx0" brushRef="#br0" timeOffset="46">11367 4539 7902,'-13'5'0,"-3"3"0,3-1 0,-3 4 0,3 3 1720,2 3 0,-1 8 0,0 8 0,0 8-1290,0 10 0,1 4 0,5-22 1,0 1-1,0 1 0,0 0-541,0 4 0,0 0 0,0-6 0,0 0 0,1 3 1,-1-1-1,-6 29-1008,0-9 0,5-10 0,4-11 0,1-9-1049,2-8 1,2-9 2167,1-4 0,4-3 0,5-1 0</inkml:trace>
  <inkml:trace contextRef="#ctx0" brushRef="#br0" timeOffset="47">11591 4963 7699,'-12'1'484,"-1"3"1,-1 4 1120,-2 2 1,-1 2-1,3 1 1,-2 3-837,2 4 0,-1 6 0,2 3 0,0 1-669,2 3 1,4-5 0,-1-1 0,4-5-658,2-2 0,8-7 0,3-2 0,4-5 140,3-5 1,6-2 0,0-5 0,4-7-69,1-9 1,-2-2-1,-3-3 1,-1 1 357,-2-2 1,-4 6 0,-1-4 0,-5 0-443,-5 1 0,-2 4 0,-2 2-142,0 2 0,-6 8 0,-3 11 0,-4 8 711,-3 8 0,-5 10 0,3 2 0</inkml:trace>
  <inkml:trace contextRef="#ctx0" brushRef="#br0" timeOffset="48">12016 5093 7902,'0'-14'0,"0"0"0,0-2 0,0 5 0,0 3 2457,0-1 1,-6-1-1,-1 3 1,-5 3-1283,-4 2 0,2 9 1,-6 3-1,-2 6-1282,-5 2 0,3 3 1,-4 6-1,4 0-241,5-1 1,2 3 0,5-3 0,2-2 40,2-3 1,4-11-1,8 1 1,5-5-246,5-3 0,5-4 0,4-6 0,2-6 604,3-4 0,-4-3 0,3-3 0,-5 0 17,-2 4 0,-5-4 0,4 5 1,-4-1-125,-4-1 0,-1 9 0,-6 0-49,-1 0 0,-3 7 0,-4 4-4,-4 7 0,2 10 0,-2 5 0,0 6 285,1 2 1,-3 2 0,3 8 0,-1 4 604,1 6 1,-3 1 0,-4 5-1,-2 3-97,2 2 1,-5-8-1,0 5 1,-3-4-342,-2-5 0,0-9 1,1-8-1,-1-5-731,1-9 1,3-5 0,2-6-836,1-7 1,5-7-1,5-9 1,2-5-782,2-5 1,9-1 0,5-6 0,9-2-1288,6-2 3290,-1 3 0,14-12 0,-2 4 0</inkml:trace>
  <inkml:trace contextRef="#ctx0" brushRef="#br0" timeOffset="49">12251 5269 7902,'0'12'0,"-1"0"1381,-3 0 1,3 0 0,-3-1 0,3 2-286,1 3 0,-4-1 1,0 4-1,1 3-418,2 5 0,1-2 1,-1 2-1,-2-2-108,-1-1 1,-1-5 0,2 1 0,-2-1-243,-2 0 0,5-6-179,-2-5 1,3-7-1,1-1-314,0-6 1,0-5 0,1-2 0,3-1-141,4-2 0,2-4 1,1 4-1,-2 2-42,-1 1 1,-1 1 0,5 0 41,0 1 0,0 3 0,0 1 0,-1 2-19,1 2 0,-4 2 0,-1 2 1,-1 3 566,1 4 0,-5 4 0,2 2 0,-2 3 317,-2 2 0,0-4 0,-2 5 0,-2 0-460,-3-2 0,-4 3 0,-1-5 0,0-2-878,1-1 1,-1-2 0,0-3-1,0-3-10,0 0 1,2-5 0,1 0 0,2-7-3720,2-3 4507,1-7 0,4-7 0,0-6 0</inkml:trace>
  <inkml:trace contextRef="#ctx0" brushRef="#br0" timeOffset="50">12794 5022 14029,'12'-7'1433,"0"-3"0,-1 2 0,2-3-803,3 0 1,-1-1 0,4 0-1,1-1-158,-2-3 1,3 3 0,-4-3 0,0 3-87,0 2 0,-1-1 1,-4 1-239,0 3 0,-2 1-110,-2 7 0,1-2 0,-5 11 0,0 3-318,1 3 1,-2 6 0,3-2 0,1 4-95,-1 0 1,-2 1 0,4-1-1,1 2 245,2 3 0,-3-6 0,0 3 0,1-2 806,1-2 1,-2-1 0,0 0 0,0-5-239,-2-2 0,5-5-870,-3 0 1,2-5 0,2 1 0,0-3-412,0-1 0,-1 0 0,1 0 0,0 0-396,0 0 0,0 0 1,-1 0-1598,1 0 2835,-5 0 0,3 0 0,-3 0 0</inkml:trace>
  <inkml:trace contextRef="#ctx0" brushRef="#br0" timeOffset="51">13454 4739 7856,'8'0'1256,"0"0"1861,1 0 1,-4 1-1485,-1 3 0,-2 4 0,-4 8 1,-2 6-616,-3 8 1,-9 13-1,-5 18 1,8-26-1,0 2-968,-3 5 1,0 1 0,-1 2 0,-1 0 0,-1 5 0,0 0 0,-1-1 0,-1 0-882,0 0 0,0-1 0,4-8 0,-1 0 0,0-1 1,-1 0-1,2-3 0,0-2-3441,-12 26 4105,3-18 0,3 8 1,-1-14-1</inkml:trace>
  <inkml:trace contextRef="#ctx0" brushRef="#br0" timeOffset="52">2110 7214 7740,'-11'6'-21,"-1"-4"1,0 5 0,0-1 566,0 1 1,1-3 0,-1 2 1557,0 0 0,0-2-1273,0-4 0,6-2 1,2-2-326,3-3 1,2 0-1,3-1 1,2-1-209,1-2 0,3 1 0,-3 1 0,1 1-97,0-1 1,0 0 0,2-1 0,-1 4-423,-1 1 1,0 1-1,4 4 1,0 0-182,-1 0 1,-3 0-1,0 2 1,0 5 269,-2 5 1,0 3-1,-6 0 1,0 2 357,0 1 1,-2-2 0,-2 2 0,-3 1-2,-4-1 1,-2-8 0,-1 2 0,-3-3 417,-2-2 1,4-2 0,-4-5 0,2-1-398,3-3 1,1-4 0,2-6-1,2-3-377,1-2 1,6 0 0,-2-5 0,4 0 174,4 1 1,3 3-1,8 1 1,2-1-552,1 2 0,2-3 0,2 6 0,-1 5 168,-1 5 1,-6 3-1,2 2 1,-3 2 335,-1 1 0,-6 4 1,-2 5-1,-2 0 519,-2-1 0,0 5 1,-2 0-1,0-2-248,-2-1 0,-6-1 0,3 0 0,-4 0-316,-1-1 0,2-3 0,1-1 0,1-2-995,-1-2 0,2-2 0,-1-1-902,-1 0 0,4-1 1,1-3-2184,3-4 4128,6 3 0,1-11 0,6 3 0</inkml:trace>
  <inkml:trace contextRef="#ctx0" brushRef="#br0" timeOffset="53">2995 6755 8587,'0'-24'0,"0"2"2766,0 2 1,0 3-2075,0 5 1,-5 8-1,-2 8 1,-2 13 204,-3 12 1,3 9 0,-7 15 0,2 7-800,6-26 0,0 1 0,1 2 0,0 0 1,-3 2-1,0 2 0,0 0 0,0 0-268,1 1 1,0 0-1,-2-4 1,1 0-1,2 1 1,0-1-1,1-3 1,0 0-748,-6 27 1,6-16 0,3-9 0,3-10-602,1-8 1,1-6 0,3-5 1517,4-4 0,8-3 0,2-1 0</inkml:trace>
  <inkml:trace contextRef="#ctx0" brushRef="#br0" timeOffset="54">3360 7156 7731,'0'-12'3276,"0"0"1,-1 5 0,-3 3-2084,-4 3 0,-4 2 1,-2 3-1,-3 4-805,-1 3 0,-2 6 0,-4 4 0,1 5-343,-1 5 0,1 1 1,-1 2-1,0 3-321,1-1 0,5 1 0,3-3 1,6-3-261,5-3 1,4-5 0,5-4 0,7-7 32,6-7 0,6-5 0,4-5 1,3-7 333,3-7 0,-3-8 0,0-3 0,-1-2 59,0 1 1,-5 1 0,-2-2 0,-6 4-11,-4-1 1,-6 8 0,-3-1 0,-3 3-391,-1 5 0,-6 6 0,-5 4 0,-3 4-393,-1 4 1,2 2 0,2 6 0,-1 1-346,0 3 1248,5-3 0,-3 9 0,3-3 0</inkml:trace>
  <inkml:trace contextRef="#ctx0" brushRef="#br0" timeOffset="55">3608 7262 7787,'10'-13'0,"0"-2"1368,-3-1 0,-4 1 0,1 3 2523,-3 0 1,-1 0-2515,0 1 1,-1 4 0,-3 4-919,-4 6 0,-4 0 1,-2 4-1,-3 4-337,-1 3 1,2 1-1,-2 3 1,-1 0-202,1 1 1,2 0-1,-2 4 1,2-2-255,6-2 0,-1-4 1,7 0-1,2-1-142,0-3 0,4-4 0,2-3 0,5-3 414,5-1 0,4-5 0,6-3 1,0-2 104,-1-2 1,-3-1-1,-2-2 1,-1 0 8,-2 0 0,-2 2 0,-1 0 0,-1-2-196,1 0 0,-4 2 0,-1 2-354,-2-2 426,-1 4 0,-4 5 0,-2 9 0,0 6 0,-3 6 220,-2 5 1,0 0 0,-2 11-29,1 4 0,4 2 0,-2 8 1,1 2-1,1 6 255,-2 4 0,4 0 1,-6 5-1,-1-3 86,-2-3 0,0-11 0,-1-1 0,0-6-421,0-5 1,0-9-1,1-9 1,-2-3-19,-3-3 1,1-3 0,-3-1-1,1-3-1300,3-2 0,0-4 1,3-2-1,-1-3-379,0-4 1,4-7-1,2-5 1,0-3-3005,4 0 4660,6-4 0,8-5 0,6-7 0</inkml:trace>
  <inkml:trace contextRef="#ctx0" brushRef="#br0" timeOffset="56">4056 7391 8187,'0'-11'1275,"0"3"1,0 0 5668,0-1-6098,0 3 1,0 2 0,0 8-1,0 6-474,0 4 0,-1 0 1,-2 6-1,-1 2-7,2 4 1,-4 1-1,1 3 1,0 0-115,0 0 1,-5 1-1,4 4 1,-2-3-139,0 0 1,4-6-1,-2 0 1,-1-5 407,1-5 0,3-3-293,-1-1 0,3-7 0,1-5 0,1-5-104,3-2 1,1-5 0,4 2 0,-1-5-434,1 1 0,2 0 1,1-1-1,1-2-120,2-1 0,-1 3 0,1 0 0,0 2 90,0 1 0,-1 1 0,1 2 0,-2 3 122,-1 0 1,0 2 0,0 6 0,-2 2 242,-2 4 1,1 6 0,-3 2 0,-1-1 172,0 2 1,-1 2 0,-4 3 0,0-1 220,0-1 0,0-5 0,-1 4 0,-3-2-58,-4-3 0,-3-1 1,0-1-1,-3 0-219,-1 0 0,2-5 0,-4 0 1,0-2-875,-3-2 1,2 2 0,-2-1-193,-1-1 1,3-3-1,-2-4 1,0-4-1,2-3-703,2 0 1,3-1-1,1 0 1,2-1-1050,2-3 2675,3 3 0,0-4 0,-2 5 0</inkml:trace>
  <inkml:trace contextRef="#ctx0" brushRef="#br0" timeOffset="57">5094 6767 7891,'12'-4'263,"-1"0"0,-3 0 0,0 2 0,1 0 1666,2-2 0,-3 0 231,-1 4-1350,-4 0 0,1 1 0,-8 3 1,-4 5-412,-2 6 0,-7 6 0,-4 9 0,-6 7-28,-4 3 1,-4 10 0,16-21 0,0 1 0,-2 3 0,1 1-288,-1 2 1,0 1 0,1 1 0,1 0-1,-2 3 1,0 2 0,1 0 0,1 2-115,1-2 0,2 0 1,2-2-1,3-1 1,3-2-1,1-1 1,2-2-1,1-1-27,0 28 0,3-14 0,2-3 0,3-6-568,4-5 1,2-9 0,2 0 0,0-3-714,0-5 0,3-6 0,1-5 0,0 0-317,1-4 1,-4-1 1654,3-1 0,2 6 0,0 0 0</inkml:trace>
  <inkml:trace contextRef="#ctx0" brushRef="#br0" timeOffset="58">5200 7415 7949,'-1'8'775,"-3"-2"341,-4 0 1,-3 1 0,-1-3 236,1-1 0,3-2-738,0-1 0,5-1 0,-1-3 1,4-4-103,4-2 0,0-3 0,7-2 0,2-2-236,0-1 0,4-2 1,0-2-1,1 1-168,3 1 1,-2 5 0,0-4 0,1 2-57,-2 3 1,5 2 0,-5 4-1,2 4-351,-1 3 1,-3 2-1,2 4 1,-1 7 59,-2 7 0,-2 9 0,-1 6 1,-1 6 110,1 2 1,-4-3 0,-1 3 0,-1 0-159,1 0 0,1-4 0,2-2 0,-1-6-212,-1-6 1,0-8 0,4-1-1,0-3-170,-1-4 0,1-3 1,0-5-1,0-1-400,0-3 1,-1-2-1,0-6 1067,-3 0 0,7 0 0,-1 0 0</inkml:trace>
  <inkml:trace contextRef="#ctx0" brushRef="#br0" timeOffset="59">5271 7745 8112,'-7'5'1212,"1"-3"1,3 0-498,-1-4 0,9-6 0,8-9 0,7-7-233,9-6 1,2-12 0,12-6-1,-19 19 1,0 0-369,2-3 1,1 0-1,-1 2 1,-1-1-1,4-3 1,0 0-1,-2 3 1,-1 1-512,-3 2 0,-1 2 0,15-9 0,-12 9 0,-7 6-2656,-6 5 3053,-3 8 0,-2-4 0,-2 5 0</inkml:trace>
  <inkml:trace contextRef="#ctx0" brushRef="#br0" timeOffset="60">6120 6554 8412,'-2'-8'1749,"-2"1"1,2 5 0,-5 2-1166,2 7 1,1 3 0,4 3 0,-1 3-283,-3 4 0,1 7 0,-3 5 0,-1 2-332,1 1 1,-2 2 0,-3 1 0,2 2 74,1 2 0,2-5 0,-4-2 0,4-4-1042,1-3 1,1-8-1,4 0 1,0-6 340,0-2 1,1-6 0,3-2 0,4-4 655,2-4 0,7-7 0,2-8 0</inkml:trace>
  <inkml:trace contextRef="#ctx0" brushRef="#br0" timeOffset="61">6285 6802 7872,'0'-12'-25,"0"0"1,0 4 0,0 1 2584,0-3 1,0 0-658,0-2 0,-6 6 0,-3 2-1304,-5 2 0,1 4 0,-4 2 1,1 5-494,0 5 0,-1 1 1,3 4-312,-2 2 0,0 0 1,6 0-1,1-1 0,2-1-325,2 0 1,1-1-1,4-4 1,1 2-779,3-1 1,0-4-1,7-1 1,2-4 609,0-1 0,5-1 0,1-4 0,0 0-622,1 0 0,-4-1 1320,3-3 0,1 3 0,4-4 0</inkml:trace>
  <inkml:trace contextRef="#ctx0" brushRef="#br0" timeOffset="62">6544 6519 7872,'0'-12'406,"-1"0"1,-2 1 0,-1-1 2285,2 0 0,0 4-2079,2 0 1,0 7-1,2 1 1,2 8 688,3 6 0,1 6 0,3 7 0,2 7-706,0 8 0,0 3 1,-1 10-1,0 4-546,-1 6 1,-4-29 0,-2 2 0,1 3 0,-1 2 0,-1-1 0,0-1 23,-2 0 0,0 0 1,-4-3-1,0 0 1,-2 0-1,0 0 0,-2-2 1,0 1 24,-2-2 0,0-1 0,-6 17 0,-6-3 0,-1-7-751,-1-5 0,-2-6 0,2-1 1,1-2-295,1-1 0,5-9 1,-5 4-1,-1-4-1972,-1-1 0,2-4 2918,1-4 0,3-2 0,-4 2 0,1-3 0</inkml:trace>
  <inkml:trace contextRef="#ctx0" brushRef="#br0" timeOffset="63">12193 3313 7949,'0'-12'1138,"0"0"0,-6 1-426,-2 4 0,3 4 0,1 10-360,3 4 1,1 14 0,1 3 0,3 6-96,4 5 1,4-1 0,2 5 0,3 2-106,2 1 1,-4-3 0,4-1 0,-2-3-8,-3-5 0,3-4 1,-1-7 171,-2-4 1,-5-7 235,-1-8 0,-5-9 1,0-6-1,-5-5-98,-2-2 1,-5-2 0,1-3 0,-2-2-438,-2-2 1,0-4 0,0-4 0,1-2-117,-1-2 0,-1 0 1,-2-6-1,-2-1-180,-1 2 1,4 5-1,-2 2 1,3 7 242,1 6 0,0 10 30,0 2 1,6 8-1,2 12 1,4 8 5,4 5 1,-2 7-1,6 4 1,1 3 166,2 5 1,5 1 0,-1 5 0,1 0-146,1 1 1,-2-6 0,3 5 0,-1-6 715,-3-6 1,3-2 0,-1-7 1234,-1-2-1664,-2-2 1,-7-19 0,-2-8 0,-3-5-153,-1-5 0,0-5 0,0 1 0,-1-3-284,-3-5 0,2-2 1,-6-5-1,-1-2-331,-2-2 0,-1 5 0,0-6 0,1 0-69,-1-1 0,0 4 0,0 9 1,0 3 220,1 6 0,0 9 191,3 10 0,3 9 0,5 19 1,1 4 266,3 6 0,-1 0 0,5 4 0,1 0 67,1 0 1,2-4-1,0 0 1,0-4-469,0-3 1,-4-8-1,-1-1-1042,3-4 1,0-2 481,2-4 1,-2-7 0,-2-5 0,-3-6-3222,1-5 4029,-5-6 0,15-1 0,-3-6 0</inkml:trace>
  <inkml:trace contextRef="#ctx0" brushRef="#br0" timeOffset="64">12806 3301 7856,'0'-8'1846,"-2"1"-412,-2 2 1,3 0-1062,-3 1 0,2 3 0,-1-2 0,-1 6 132,1 4 1,-3 4 0,-1 2 0,-1 4-141,1 7 1,-3 1-1,-4 6 1,-3 4-201,-1 7 1,-2 3-1,-4 10 1,0 2-216,10-26 1,0 0 0,1 0 0,0 0 0,-2 0 0,1 0-1,-14 28-42,2-5 1,8-12-1,-4-1 1,3-10-167,5-7 0,6-9 0,3 0-197,0-6 1,5-4 0,0-6 555,6-3 0,1-4 0,1-8 0,2-5 287,4-5 1,2-5 0,6-9 0,5-4-130,1-6 1,-4 4-1,2-3 1,2-4-248,1-3 0,-2 2 1,2-5-1,-2 3-162,0 3 1,-10 12-1,2-1 1,-4 8-474,-3 6 650,-6 14 0,-2 4 0,-7 14 0,-2 6-11,-1 4 0,-2 0 1,-5 7-1,-2 3 413,-1 2 0,-4 7 0,1-2 0,-2 5 44,-2 3 0,2 3 0,-7 5 0,2 1-353,-2 4 0,2 1 0,-4 6 1,0 0-284,0 0 0,8-13 0,1-7 0,5-5-377,5-5 0,4-11 0,-1 2-214,4-5 1,4-9 511,4-2 0,-2-8 1,5-4-1,-1-4 362,1-3 0,2-5 0,7-9 0,3-6 115,4-7 1,0-7 0,2-4-1,1-6-107,2-1 0,-14 29 1,1 0-1,11-29 1,-12 29-1,1 0-356,0 0 0,0 1 1,10-18-1,-2 3 1,-7 11-684,-7 10 926,-3 11 1,-8 14 0,0 10-1,-5 4 141,-3 4 0,0 2 0,-7 6 1,0 5 177,-2 2 1,-5 8 0,-3 3 0,-5 7 81,-2 1 1,16-24-1,-1 0 1,0 3 0,-1 0-1,-1 3 1,-1-1-242,-1 3 0,0-1 0,2-4 0,0 0 0,2 0 0,0 0 0,-14 23-301,6-8 0,8-17 0,8-4 0,5-6-799,5-6 1,1-4-1,1-4 334,3-1 1,3-1 0,3-5 0,0-4 352,-3-7 1,3-2 0,4-9 0,2-3 198,-2-3 0,1-2 0,-1-6 0,4-2-86,5-4 0,-6-4 0,6-5 1,1-4-70,-11 25 0,0 1 0,13-28 0,-11 28 1,0 0-1,14-28-404,-3 6 1,-2 8-1,-4 10 1,-5 9-341,-2 8 0,-5 10 365,0 3 0,-5 4 289,1 4 0,-8 2 0,-3 6 0,-1 0-195,0 0 0,1-1 0,-5 2 479,0 3 0,0-3 0,0 9 0,1-3 0</inkml:trace>
  <inkml:trace contextRef="#ctx0" brushRef="#br0" timeOffset="65">12452 3937 7869,'-1'11'0,"-2"-2"0,-1-1 0,0-4 0,3 2 1280,-3 0 0,3-1-668,-3-1 0,2-4 0,2 0-308,0-7 1,6-3 0,1-3 0,4-3-52,1-4 0,1-3 0,3-5 1,3-3 109,3-3 1,3-7-1,3-2 1,5-6-268,-14 22 0,0-1 1,-1 0-1,0 0 0,2-3 1,0-1-1,-2 2 0,0 0-221,0 0 0,0 2 0,12-12 0,-4-5 0,-4 8-551,-2 9 1,-11 11 89,-1 5 0,-5 9 78,-3 3 0,-2 5 0,-2 7 0,-3 1 204,-4 3 1,2-2 0,-2 6 0,-3 2 285,-3 5 0,1-1 0,-2 4 0,0-1 317,-1-3 0,3 0 1,-2 0-1,0 2 82,-1-2 0,9-5 1,-2-3 15,2-1 1,6-8-1,4-9 24,6-6 0,6-10 0,4-5 0,2-5-137,1-5 0,3-3 0,-3-2 0,4 1-323,0-1 1,1 1 0,-2 1 0,-1 1-113,-1 2 0,-6 9 0,1-1 0,-5 6-1697,-2 7 1252,-5 3 1,2 13 0,-7 1 0,0 5-272,-2 4 1,-5-2 0,1 7 866,-3 4 0,-6 4 0,-1 6 0</inkml:trace>
  <inkml:trace contextRef="#ctx0" brushRef="#br1" timeOffset="66">5978 6519 6923,'-6'0'2250,"-1"0"-1156,3 0-663,3 0 1,-6 0-1040,3 0-377,3 0-1588,-4 0 1591,5-5 982,0 3 0,-5-8 0,-2 3 0</inkml:trace>
  <inkml:trace contextRef="#ctx0" brushRef="#br1" timeOffset="67">5907 6425 8270,'-11'0'27,"-1"0"1,0-4 0,-1 0 356,-3 1 1,7-2 0,-3 1 0,2 0-39,-1-1 0,3 4 0,2-5-57,1 1 0,-3 2-964,4-4-610,0-1 0,8 0 0,1 1 1285,2 2 0,-5 1 0,9-1 0,-5-2 0</inkml:trace>
  <inkml:trace contextRef="#ctx0" brushRef="#br1" timeOffset="68">5695 6319 8011,'-8'-12'64,"0"0"0,4 4 0,-3 0 408,-3-1 0,4-1-546,-2-2 1,5 0-373,-1 0 0,2 6 0,-1 0-305,-1 1 0,-1 4 751,1-3 0,3 3 0,-4 1 0</inkml:trace>
  <inkml:trace contextRef="#ctx0" brushRef="#br1" timeOffset="69">5459 6165 8270,'-12'0'0,"1"0"0,-2 0 384,-3 0 0,1 0 0,-3-1-29,1-3 0,1 3 248,5-3-1804,4 3 0,3 1 1,8 0 684,4 0 1,2 0 515,2 0 0,0 0 0,0 0 0</inkml:trace>
  <inkml:trace contextRef="#ctx0" brushRef="#br1" timeOffset="70">5306 6177 7939,'-20'0'-3,"1"0"1,7 0 0,-3 0 0,1 0 317,1 0 1,4-1-1,1-2-536,-1-1 1,-2 0-274,-1 4 1,6-1 0,1-2 493,-1-1 0,0 1 0,-6 3 0</inkml:trace>
  <inkml:trace contextRef="#ctx0" brushRef="#br1" timeOffset="71">4999 6165 7906,'-22'0'0,"1"0"222,2 0 1,-1 0 0,-2 0 0,-1 0 42,0 0 0,6 0 0,-7 0 0,2 0-153,0 0 1,-2 0 0,2 0 0,1 0-179,1 0 0,6 0 0,-2 0 1,3 0-263,1 0 0,4 0 328,0 0 0,6 0 0,-4 0 0</inkml:trace>
  <inkml:trace contextRef="#ctx0" brushRef="#br1" timeOffset="72">4598 6130 7906,'-11'0'156,"-1"0"1,0 0 113,0 0 1,1 0-1,-1 0-173,0 0 1,4 0-1105,0 0 262,6 0 745,-4 0 0,1 0 0,-1 0 0</inkml:trace>
  <inkml:trace contextRef="#ctx0" brushRef="#br1" timeOffset="73">4174 6201 7906,'-24'0'-96,"5"0"0,-1 0 0,-1 0 85,-1 0 1,3 0 0,4 0 0,2 0 459,1 0 0,0-2-626,0-2 1,6-2-44,2-6 0,2 0-190,2 1 1,4 3-1,2 0 155,0-1 1,-3 2 254,1-1 0,-4 6 0,-4-2 14,-4 2 0,-3 6 0,0 2 0,-1-1-4,0 0 1,-4 4-1,-1-2 1,-1 1 199,-3-1 0,3 1 1,-2 3-1,-1-2 372,-1-1 0,2 0 1,2 2-1,-1-1-312,1-1 0,4-4 0,-2 4 0,3 0-151,1-2 197,6 0-1932,0-6-859,6 0 2475,0-6 0,6 0 0,0-6 0</inkml:trace>
  <inkml:trace contextRef="#ctx0" brushRef="#br1" timeOffset="74">3349 6260 7906,'-20'7'-136,"2"0"1,0-2-239,4-2 1,1 2-1,1-1 1,0 0 360,1 1 1,3-3-1,0 3 122,-1 0-109,3-4 0,-4 10 0,3-5 0</inkml:trace>
  <inkml:trace contextRef="#ctx0" brushRef="#br1" timeOffset="75">3172 6354 7541,'-12'0'-1401,"0"0"1602,0 0 0,0 0 1,2 1-1,1 2 1,1 1 50,-1-2 1,2 1-1,-1 0-549,-1 1 1,-1 1 296,-2-1 0,0 2 0,0 6 0</inkml:trace>
  <inkml:trace contextRef="#ctx0" brushRef="#br1" timeOffset="76">2889 6507 7457,'-12'8'0,"0"-1"-87,0-2 0,0 3 0,1-3 336,-1 1 0,0-2-438,0 4 1,6-4 0,0 3-94,1-2 0,4 0 0,-4-2 40,-1 1 1,5 5 241,-3-1 0,-2-3 0,-1 0 0</inkml:trace>
  <inkml:trace contextRef="#ctx0" brushRef="#br1" timeOffset="77">2629 6802 7902,'-4'8'-512,"0"0"0,-1-1 0,2 5 473,0 0 1,-3-1 0,4-2-39,-2-1 1,-5-1 109,1 5 0,1-5 0,1-2 32,0 0 1,-3-3 77,1 1 0,3-3 1,1-3 72,3-5 1,1 1 0,0-1 0,0-1-176,0-1 1,0-2 0,0 0 0,0 0-58,0 0 1,0-1 0,0-1 0,1-2 24,3 2 1,-3-1 0,3 1 103,-2-2 0,-1 1-35,3 3-27,-3 0 0,4 7-50,-5 5 0,-1 5 0,-3 7 0,-2 1 16,-1 3 1,-3-2 0,2 6-1,-3 1 92,-1 1 0,5 1 1,0 0-1,1-2 35,-1-2 1,4-4 0,-1 0-1,4-1-38,4-3 0,3-4 0,6-3 0,3-3-269,3-1 1,9-1-1,3-3 163,3-4 0,7-2 0,1-2 0</inkml:trace>
  <inkml:trace contextRef="#ctx0" brushRef="#br0" timeOffset="78">7358 7002 7807,'-29'12'671,"4"-4"1,-2-2 0,3 1 1608,4 0 1,3-5 0,6 2-1061,-1-3 0,6-1 1,6 0-590,7 0 1,7-3 0,3-1 0,3 0-168,5-2 1,0 5-1,6-4 1,2 1-1091,1 0 0,2-4 0,-1 4 1,0 0-624,1-1 1,-1 4-1,-1-3 1,-1 3 635,-2 1 1,-4 0 0,0 1 612,-2 3 0,-1 2 0,-1 6 0</inkml:trace>
  <inkml:trace contextRef="#ctx0" brushRef="#br0" timeOffset="79">7381 7250 7807,'-23'12'0,"-1"-1"1090,1 1 1,8 0 0,3-2-1,3 0 60,3-2 0,2-5 0,9 4 0,7-2-593,6-2 0,6-2 0,3-1-523,5 0 0,2 0 0,2 0 0,4-1 1,2-3-648,0-4 0,3 2 0,-3-1 0,2 0-2993,-1 1 3606,0-2 0,4-4 0,0 0 0</inkml:trace>
  <inkml:trace contextRef="#ctx0" brushRef="#br0" timeOffset="80">8443 6543 7265,'-12'0'1413,"4"0"0,0 0 1,0 1 384,2 3 1,-3 8-1,3 7 1,1 6-893,0 7 1,0 7 0,2 15 0,-2 8-748,1-26 1,1 0-1,1 2 1,0 0-1,-1 7 1,-2-1-1,1 1 1,-1 0-136,0 0 1,0-1 0,-1-8 0,0 0-1,-6 29 1,2-10-1529,2-10 1,1-13 0,5 1-1864,-2-7 1,1-10 3366,7-12 0,3 3 0,4-1 0</inkml:trace>
  <inkml:trace contextRef="#ctx0" brushRef="#br0" timeOffset="81">8726 7002 9952,'6'-5'9830,"-1"4"-6771,-5-4 0,-1 5-2471,-3 0 0,0 5 0,-6 1 0,-5 2-484,-2 0 1,2 1 0,-5 6 0,-1 0-105,-1 0 0,-3 3 0,-1 2 0,-2 2 0,2 2 0,1 0 0,3 3 0,1 1 0,1 3 0,6-5 0,-1 1 0,6-2-422,5-1 1,3-1-1,2 0 1,3-4 83,4-3 0,8-3 1,2-2-1,3-4-176,3-3 0,-2-2 0,8-2 0,0 0-390,0 0 1,-3-4 0,0-2-1,-1 0-2726,2-3 3630,-9-2 0,14-1 0,-8 1 0</inkml:trace>
  <inkml:trace contextRef="#ctx0" brushRef="#br0" timeOffset="82">9339 6448 7746,'-12'0'612,"4"-1"1,0-2 247,-1-1 1,-1 6 0,-1 6-1,2 3-267,1 5 0,6 8 1,-4 8-1,2 8-175,0 7 1,-5 13 0,5-23 0,0 1 0,-1 4-1,0 1-329,-1 2 0,0 2 0,0 0 0,0 0 1,1-2-1,0 0 0,0-2 0,1-2-603,-1-3 0,2-1 0,0 20 1,-1-7-1,4-12-745,4-9 0,3-13 0,6-6 0,3-3-124,3-5 1,5-7 1382,3-7 0,-2-5 0,4-6 0</inkml:trace>
  <inkml:trace contextRef="#ctx0" brushRef="#br0" timeOffset="83">9669 6955 7746,'0'-12'101,"0"4"0,-1 2 992,-3 1 0,-4 3 1,-6 9-1,-4 7-66,0 7 1,2 2-1,-3 8 1,-1 3-517,2 4 1,-3-1 0,5 2 0,2-1-649,1 1 0,6-6 0,3 0 0,4-6-122,4-4 1,8-9 0,7-2-1,4-7-132,0-4 1,1-3 0,-1-5-1,1-6 248,0-4 1,-1-4-1,0-5 1,-4-2 177,-3 2 0,-7-3 1,-2 1-1,-2-3 38,-3-1 0,0 7 0,-4 1 0,0 3-496,-2 3 0,-7 2 0,1 8 0,-4 4-193,-1 3 1,2 8-1,1 4 1,0 8 196,1 3 0,4 3 1,3 1-1,3 2 419,1-2 0,0-1 0,0-2 0</inkml:trace>
  <inkml:trace contextRef="#ctx0" brushRef="#br0" timeOffset="84">10058 7120 7746,'12'-27'588,"0"2"0,-2 1 709,-2 3 0,-3 6 0,-5-1-800,0 3 0,-6 6 0,-5 3 1,-3 3 658,-1 1 0,1 9 0,-2 4-724,-3 4 1,-4 3 0,-1 5 0,-1 1 0,0 3-176,2 1 0,4 1 0,-1 3-390,4-2 0,5-5 0,3-6 0,4-1 0,4 0-18,4-2 0,8-6 0,7-8 0,5-4-34,3-4 0,-2-3 0,3-5 0,-3-1-50,-2-2 1,1 0 0,-2-3-1,-2-1 241,-5 1 0,-1 4 0,-4-2 0,-2 3-46,-4 1 1,-3 0 0,-1 1 357,0-1 1,-1 5 0,-2 5-174,-1 4 0,-4 6 0,4 8 63,2 3 1,-3 8 0,1 3 0,1 2 0,0 8 135,0 4 0,0 7 0,-5 12 0,4-29 0,-1 0-117,0 3 0,-1 0 0,1-3 1,-1 0-1,0 0 0,0-1 1,-7 27 209,-3-6 1,2-11 0,-5 0 0,2-8-514,3-8 0,-1-14 0,0-3 1,-4-3-782,1-5 1,0 0 0,3-4-1,-2-3 364,-1-7 1,3-5-1,1-6 1,4-3-1463,2-6 1,5 3 0,-1-9 0,3 2 426,1 3 0,5-2 0,4 6 1528,6 2 0,3-5 0,6 7 0</inkml:trace>
  <inkml:trace contextRef="#ctx0" brushRef="#br0" timeOffset="85">10400 7262 7897,'-1'11'0,"-2"1"793,-1 0 0,-4 1 0,3 2 1,0 2 219,0 1 1,1-2 0,4 3 0,0 2-445,0 1 0,0 3 1,0 0-1,0 1-311,0 1 1,0-5-1,0 5 1,0-2 202,0-1 1,0-6 0,-2-2-14,-1-3 0,1-5-359,-2 0 1,3-11 0,1-1-130,0-5 1,4-7 0,1 1 0,2 0-78,2 2 0,1 0 0,2-1 1,0-2-373,0 1 1,0 4 0,-1 1-1,1 3 97,0-3 0,0 5 0,-1 1 457,1 3 1,0 1 0,-1 3 0,-2 3-100,-1 6 0,-6 4 1,2-1-1,-3 5 591,-1 2 1,-5 2 0,-3-2 0,-3-1-727,-5-1 0,3-5 0,-3 2 0,3-2-1326,1-5 0,0-6 1,1 0-1,0-4-2476,3-4 3971,3-7 0,5-13 0,0-6 0</inkml:trace>
  <inkml:trace contextRef="#ctx0" brushRef="#br0" timeOffset="86">10954 7097 8288,'-7'0'3887,"-1"0"-2348,-2 0 0,4 4-778,-2-1 1,5 0-1,0-7-541,1-4 0,7-4 1,3-2-1,3-2-241,1 2 1,1 1 0,1 1 0,3 0 63,1 1 1,-3 3 0,1 1 0,-2 2-278,2 2 0,-2 7 0,4 4 0,1 5 2,-1 7 1,2 1 0,3 10 0,1 3 410,0 4 1,-3 0 0,0 4 0,2 0 34,2 0 0,-3-8 1,6-1-613,-3-7 1,-2-5 0,1-9 0,-2-2 0,-1-2-478,-1-4 0,-10-3 1,2-2 115,-2-3 759,-4-3 0,4-4 0,-3-1 0</inkml:trace>
  <inkml:trace contextRef="#ctx0" brushRef="#br0" timeOffset="87">11049 7627 7746,'-12'4'903,"0"0"1,6-7-1,3-8 1,8-10 32,11-10 1,6-3-1,16-13 1,-15 21 0,0-1-657,2-3 0,1-1 1,2 0-1,0-1 0,3-2 1,0 0-1,1 0 0,0 0-344,1 1 1,0 2 0,-6 4-1,-1 2 1,1 2 0,-1 1-1,24-17-402,-2 5 1,-2 6 0,6-1 0</inkml:trace>
  <inkml:trace contextRef="#ctx0" brushRef="#br0" timeOffset="88">1568 8488 31305,'0'6'-9831,"1"-1"9249,3-5 1,-1 0 0,5 0 1278,1 0 1,-3-1-1,2-2 1,3 0-357,3 0 0,1 0 0,4 1 0,2-4-143,1 0 1,7 2 0,3-4-1,3-1-56,4-2 0,5 4 1,5-1-1,4 0-28,1 1 1,-2-3-1,6 3 1,2-1-114,0 1 0,3-1 0,0-3 1,-30 6-1,1 1 367,0 0 1,0 0-1,31-4 1,-28 3-1,0 0 1,-1 0-1,0 1-231,1 0 0,0 0 0,-3 1 0,-1-1 0,6 0 0,1-1 0,-1 2 0,1 0-176,-1 0 1,1 0 0,0-1 0,0 1 0,0 0 0,0 2 0,2-1 0,0 1 31,2 0 1,0 1 0,-4 0 0,0 0 0,4 0 0,1 0 0,-1 0 0,1 0 14,1 0 1,0 0 0,-5 0 0,-1 0-1,4 0 1,0 0 0,0 0 0,1 0 4,-1 0 0,1 0 0,1 0 1,1 0-1,0 0 0,0 0 0,1 0 1,0 0 12,1 0 0,-1 0 0,-3 0 0,0 0 1,7 0-1,0 0 0,-1 0 0,0 0-94,2 0 0,0 0 0,-2 0 0,-1 0 1,3 0-1,0 0 0,2 0 0,-1 0 98,0 0 0,1 0 0,-1 0 0,0 0 0,3 0 0,-1 0 0,1 0 0,0 0-19,1 0 1,-1 0 0,-6 0 0,1 0 0,6 0 0,0 0 0,-1 0 0,0 1-35,1 1 1,0 0 0,-5-1 0,0 1 0,3 1 0,0 0 0,1 0 0,0 1-7,-1-1 1,0 0 0,-1 0-1,0 1 1,1 0 0,0 1 0,1-2-1,-1 0-6,0 0 0,-1 0 1,-4 1-1,-1 0 1,6-2-1,1 1 1,-1-1-1,1 1-2,1-1 1,-1 1-1,-4 1 1,0 0-1,4-2 1,1 0-1,2 0 1,1-1 52,0-1 1,1 1 0,1-1 0,0 0 0,1 0 0,0 0 0,3 0 0,0 0-79,-21 0 0,0 0 0,0 0 0,16 0 0,1 0 0,-16 0 0,0 0 0,0 0 0,-2 0 0,1 0 0,0 0 165,1 0 0,-1 0 1,0 0-1,17-2 1,-2 0-1,4-1 1,-1 1-1,0-1 0,-1 1 43,-1-1 1,-1 0 0,-3 1 0,-1 0 0,1 2-1,-2 0 1,0 0 0,-2 0-146,1 0 0,-1 0 0,-7 0 0,-1 0 1,5 0-1,0 0 0,-2 0 0,-1 0 88,1 0 1,-1 0 0,-4 0 0,-1 0 0,2 0 0,0 0 0,2 0 0,-1 0-95,0 0 0,0 0 0,1 0 0,0 0 0,0 0 0,1 0 0,-1 0 0,0 0 16,0 0 1,-1 0-1,-4 0 1,0 0-1,3 0 1,0 0-1,-1 0 1,-1 0-19,0 0 1,0 0 0,-3 0 0,0 0 0,1 0 0,-1 0 0,-1 0-1,0 0-32,-2 0 1,-1 0 0,0 1 0,0 0 0,-1 0 0,0 0 0,-1 1 0,1 0 17,1 0 1,-1-1-1,29 0 1,-29 0-1,-1-1 1,0 2-1,1-1-4,-1 1 0,1 0 0,27 3 0,-28-3 0,1-1 0,0 1 0,1 0 11,-1-1 1,0 0 0,0 2 0,0 0 0,-2-1 0,1 0 0,-1-1-1,1 0 153,30 1 0,-4 1 0,4 1 0,-2 0-48,-5 2 0,-4-5 1,-1 3-1,-1-2-39,-1 2 1,-8-1-1,4 4 1,-3-1 119,-1 1 1,-6-3-1,1 2 1,1-1-189,-1-2 0,-4 2 1,-3-1-1,-1-1 262,-3-2 0,-1-1 0,-3 0 0,-1 0-188,-1 0 0,-2 0 0,3-1 0,-2-2-58,-2-1 0,-2-5 0,-3 1 0,0-2 0,0-2 0,-1-4 0,1 0 0,0-1-131,0-4 0,1 4 0,3-9 0,3-1-176,4-2 1,3-4-1,3-3 1,6-4 32,6-2 1,-3 6 0,10-10 0,1 3-51,-1 1 0,-10 6 0,3-3 1,-6-3-214,-6-2 1,-11-2 0,-5-3 0,0-6 30,1-4 1,-8-5 0,0 28 0,0 0 0,-1-1 0,-1 1 241,-1-1 0,1 0 1,-1 1-1,0-1 0,-1-4 1,-1-2-1,1-2 1,0-2 249,-1-2 0,0 0 1,2 4-1,1 0 0,-1-5 1,2-1-1,0-1 0,1-1 127,2 0 1,0-1-1,1 1 1,1 0 0,1-6-1,1 0 1,0 0 0,1 0-94,1-1 1,0 1-1,-1 4 1,0 1-1,1-6 1,1-2-1,-2 1 1,0-1-295,-1 0 1,-2 0 0,-3 5-1,-2 0 1,1-4 0,-2 0 0,0-1-1,-2-1 144,-2-1 1,-2 0 0,0 2 0,-2 0 0,-1 17-1,0 0 1,-1 0 0,0 0 0,-1 1 0,-1-1 155,0 0 1,-1 1 0,0 0 0,-2-17 0,0 1 0,2 14 0,1 0 0,0-1 0,0 2 0,0-1 0,0 1-8,-3-21 0,1 1 1,2 6-1,0 1 0,1-1 1,0-1-1,2 2 0,1 0 26,1 1 1,2 1 0,0 5 0,1 1 0,-1-2 0,2-1 0,-1 6 0,0 0-666,0 4 0,0 1 0,0 7 0,0 1 0,0-3 0,0 1 0,-2-25 620,-2 11 0,0 2 0,-7 4 0,-4-1 0</inkml:trace>
  <inkml:trace contextRef="#ctx0" brushRef="#br0" timeOffset="89">2441 8853 7736,'0'-8'915,"-2"0"296,-2-1 0,3 3 15,-3-2 0,1 6-699,-1 2 1,3 12 0,-3 12-1,2 9-151,-2 8 1,-3 11 0,-5 13-1,6-29 1,-1 1-400,-1 3 1,1 0 0,-1 2 0,1 1 0,-2 4 0,-2-1 0,1 0 0,0-1-407,-2-1 0,1-2 1,2-6-1,1-2 1,-5 25-1,5-12-822,3-13 0,2-12 0,7-7 0,4-6-857,3-5 2108,0-3 0,6-6 0,2-2 0</inkml:trace>
  <inkml:trace contextRef="#ctx0" brushRef="#br0" timeOffset="90">2759 9372 9959,'8'-11'3035,"-2"2"-1438,0 1 1,-3 4-224,-3-4 0,0 5-779,0-5 1,-1 5 0,-3-1-260,-4 3 1,1 6-1,-4 4 1,-3 6-178,-3 4 1,1 5-1,-4 3 1,-1 5-441,-1 2 1,2 3 0,2 1 0,2 2-356,6 2 1,3-4-1,7 0 1,3-5 33,5-6 1,6-12-1,14-7 1,3-6 403,3-2 0,-2-10 1,-2-6-1,0-6 333,0-6 1,-4-2-1,0-4 1,-5 0 127,-5-1 1,-7 6-1,-2-5 1,-2 4-213,-2 3 1,-7 6 0,-4 3 0,-4 1-53,-4 3 0,2 2 0,-4 4 0,1 5-684,2 6 1,-2 4-1,1 6 1,2 2-386,1 5 1,5 0-1,2 1 1,0 1 1069,4-1 0,6 5 0,2 4 0</inkml:trace>
  <inkml:trace contextRef="#ctx0" brushRef="#br0" timeOffset="91">3254 9501 7742,'5'-6'2126,"-3"-5"-397,2 4 1,-3 0-736,-1-1 1,-1 6 0,-3-2-349,-4 2 1,-3 8 0,-2 1-1,-1 4-270,-2 1 0,-4 5 1,3 1-1,0 2-261,0-1 0,0 1 0,3 2 1,-2-1-90,2-1 0,6-2 0,4 3 0,3-3-439,1-1 1,2-2 0,5-7 0,6-3 286,4 0 0,-1-5 0,3 0 1,2-6 261,2-5 0,-4-1 0,0-1 0,-2-1 32,-3-2 0,-1-5 0,-2 3 0,-3 0 135,-5 2 0,3-1 0,-2 0 0,-2 0-40,0 0 1,-2 5 0,0 4-183,0-1 0,-6 5-150,-2 4 0,2 5 1,-1 8-1,2 3 93,2 4 0,2 2 0,1 3 0,0 1 195,0 2 1,0 4 0,0 0 0,0 3 252,0 4 1,0 3 0,1 4-1,2 0 228,1 1 1,0-6 0,-5 5 0,-3-5-431,-4-3 1,-3-5-1,0-4 1,-1-3-358,0-4 1,-5-6 0,-1 0-1,-2-3-172,0-1 1,1-6 0,-5-2 0,2-4-1713,2-4 1,-2-3 0,2-8 0,-2-3-323,-2-5 1,5-3 0,0-9 2292,2 0 0,-4-11 0,3-3 0</inkml:trace>
  <inkml:trace contextRef="#ctx0" brushRef="#br0" timeOffset="92">3620 9737 8223,'0'-6'4464,"0"0"-1090,0 6 0,-4 2-3354,0 2 1,0-2 0,4 6 0,-1 1-57,-3 2 1,2 2 0,-2 1 0,2 3-21,-2 2 0,3-4 0,-3 5 0,1 1 156,-1 1 0,3-2 1,-3-2-1,1-1 108,-1-2 1,3-1 0,-3 0 717,3 2 283,1 0-848,0-10 0,0-2 0,1-8-264,3-3 1,-1-4 0,4-1-81,3 1 1,-4-1-1,2 0-377,1 0 0,2 2 1,1 1-1,-1 2 47,1 2 0,-4 1 0,0 4 0,1 0 226,1 0 1,2 0 0,0 1 0,0 3 264,0 4 1,-1 4-1,0 2 1,-2 3 269,-1 1 1,-1-2 0,2 4 0,-3-1 169,-1 0 0,-1-1 0,-4-3 0,0 0-487,0 0 1,-5-2 0,-3-1 0,-2-2-292,-2-2 0,-4 1 0,-1-5 1,-1 0-389,-3 1 1,-1-4 0,-2 3 0,1-2-917,-1-2 0,0 0 0,2 0 0,2-2 788,5-2-1,2-1 1,2-4 0,3 1-176,4-1 1,4 3 0,4-2 0,5-2-96,6 0 0,3-2 1,6 2 946,-1 2 0,6-8 0,1 3 0</inkml:trace>
  <inkml:trace contextRef="#ctx0" brushRef="#br0" timeOffset="93">4622 9277 13470,'-6'12'0,"2"1"981,2 3 0,1 8 0,-2 8 0,-2 6-514,-1 6 1,2 4-1,-4 4 1,0 5-252,1-1 1,-3-5 0,3-2 0,-1-7-54,1-7 0,4-12 0,-2 0 1,1-4 95,0 0 0,-1-10-87,1-1 1,2-7 0,-2-5-1,3-5 283,1-5 1,5-7 0,2-10 0,1-4-105,0-2 1,0-2-1,3-1 1,1-6-401,0-3 0,0 6 1,-2-7-1,-1-1-244,-1-1 0,0-1 0,4-3 214,0 0 1,-2 3 0,-2 13 0,-4 7-1,-3 5 439,-1 6 1,0 6 445,0 1 1,-1 7-598,-3 4 0,-3 8 1,-3 4-281,2 2 1,2 3 0,2 2 0,-3 2-123,1 1 0,-4-2 0,5 2 0,-1 1 61,-4-1 0,0 2 0,-2 3 0,-1 1-688,-3-1 1,3 1 0,-3-2 0,3 0-624,2 2 0,-1-7 0,1 5-272,3-3 1,-1-4 0,4-3 1714,-2 0 0,5 0 0,-3-1 0</inkml:trace>
  <inkml:trace contextRef="#ctx0" brushRef="#br0" timeOffset="94">4363 9926 7783,'-8'12'407,"0"-2"0,0-1 2526,1-1 1,2 0-1719,5 4 1,7-6 0,3 0 0,7-3-892,6 1 1,-1 0-1,8-5 1,0-3-582,0-4 0,3 2 1,4-2-1,1 0-508,0 1 765,-4-3 0,12 3 0,-4-4 0</inkml:trace>
  <inkml:trace contextRef="#ctx0" brushRef="#br0" timeOffset="95">5247 9360 8533,'0'12'0,"0"0"413,0-1 0,0-3 0,1-1 1,3-2-36,4-2 0,8-2 1,4-1-1,3 0-620,5 0 0,-2 0 0,4-1 1,0-2-2736,0-1 2977,-4-5 0,8 8 0,-3-5 0</inkml:trace>
  <inkml:trace contextRef="#ctx0" brushRef="#br0" timeOffset="96">5294 9619 7842,'-8'12'0,"2"0"1328,1 0 1,6-6 0,7-2 0,4-3-309,3-1 0,5 0 1,7 0-1,5 0-764,2 0 1,5-1-1,1-1-256,-2-2 0,9-6 0,1 4 0</inkml:trace>
  <inkml:trace contextRef="#ctx0" brushRef="#br0" timeOffset="97">6804 9230 7827,'0'-11'0,"-2"0"220,-2 3 1,-1-2 0,-5 3 0,-1 1 1311,-2 2 0,-5 4 1,-1 4-1,-2 5-399,-4 5 1,-3 6 0,-1 7-1,-4 6-307,0 5 0,5 1 0,-3 7 0,3 4-369,1 2 0,8 3 0,4 3 0,6-2-538,5-1 0,4-9 1,5-1-1,7-7-121,7-8 1,3-9 0,3-7 0,2-5-39,5-5 1,3-13 0,3-8 0,3-9 116,1-9 1,-3-3 0,4-10-1,-21 22 1,1-1 307,0-3 0,0-1 0,-2 0 1,-1 0-1,0-3 0,-2 1 1,-1-1-1,-1 1-85,-1 1 0,-2 0 0,5-27 0,-6-3 1,-7 5-154,-4 2 0,-3 15 0,-6 6 0,-8 12-225,-5 10 0,-9 12 0,-4 12 0,-5 8-725,-3 6 0,3 5 0,-3 9 1,1 3-3007,3 3 0,5 2 4009,2 3 0,-1 3 0,15-25 0,-1 1 0</inkml:trace>
  <inkml:trace contextRef="#ctx0" brushRef="#br0" timeOffset="98">2606 10645 7698,'0'-16'304,"0"0"1,-2 3 1288,-2 4 0,2 3 0,-5 4-676,2 2 0,-4 10 0,2 13 0,-2 10-59,-3 9 1,3 4 0,-7 11-1,2 6-671,6-29 0,0 0 0,1 2 0,0 0 0,-3 6 0,0 0 0,-1 2 1,0 1-102,-2 1 1,0-1 0,2-6-1,1 0 1,-1-1 0,-1-1-1,3-3 1,0 0-990,-5 26 0,6-14 1,4-8-1,3-11-2055,1-6 1,5-11 2957,3-3 0,7-4 0,4-3 0</inkml:trace>
  <inkml:trace contextRef="#ctx0" brushRef="#br0" timeOffset="99">2853 11223 7725,'-12'0'1138,"1"0"0,3 3 0,0 1 0,-1 0-41,-2 2 1,-2-4 0,-1 6 0,-2 3 299,2 3 1,-3 4-1,0 6-1012,-2-1 1,5 5-1,-2-1 1,4 0-1,4-2-618,5-2 1,1-1 0,5-2 0,3-6-215,6-4 1,8-6 0,1-8 0,4-6-42,2-4 0,6-10 1,-4-6-1,0-1-124,-2-1 1,-6 2-1,3-2 1,-7 1 238,-4 3 0,-7 4 0,-2 4 1,-4 2-67,-4 4 1,-6 3-1,-6 11 1,0 1 83,-1 3 1,4 8-1,-2 9 1,3 5-689,4 6 0,3-2 1043,5 1 0,0 1 0,0 3 0</inkml:trace>
  <inkml:trace contextRef="#ctx0" brushRef="#br0" timeOffset="100">3254 11281 9439,'11'-22'0,"-3"1"868,-5 2 0,3 0 1,-2 0-1,-2 3 475,0 3 1,-4 5-1,-3 1 1,-5 2 109,-5 3 0,-2 5 0,3 7 0,-3 4-919,-2 6 0,0 2 1,-5 3-1,0 2-445,1 5 0,1 2 0,1 1 0,2-1-221,2-2 0,5 0 0,6-5 1,1-5 50,2-5 1,3-5 0,5-4-1,6-4-53,3-3 0,7-8 0,-1-5 0,2-7 64,2-7 1,-2-1-1,-2-3 1,-5 1-281,-2 3 1,-1 1 0,-1 2 0,-2 1-197,-1 2 1,-6 3 302,2 5 1,-6 8 0,-4 8 0,1 11 7,0 5 0,-3 9 0,3 3 1,0 3 604,-1 4 0,2 3 0,4 7 0,0 1 673,0 1 0,0 5 1,0-2-1,-1-1-504,-3-2 0,2-3 0,-6-7 1,-1-4-484,-2-4 0,-6-15 1,-3-1-1,-2-5-643,-1-7 1,-1-3-1,2-8 1,-1-5-1139,0-8 1,6 1 0,-6-2 0,5-1 145,4-1 0,6-2 0,4 2 0,4 1 29,4 2 0,4 0 0,6 0 1550,2 3 0,10-8 0,-1-1 0</inkml:trace>
  <inkml:trace contextRef="#ctx0" brushRef="#br0" timeOffset="101">3549 11447 9818,'-5'-7'4370,"3"3"0,-2 8-3692,3 4 0,1 2 1,0 2-1,0 1 394,0 3 1,0-2 0,0 6 0,0 2-309,0 4 0,0 5 0,0 3 0,-1-2-751,-3 0 0,-1-1 0,-4 3 1,1-1-14,-1-2 0,-2-8 0,1-1 0,2-4 0,4-3 0,-3-7 0,6-8 0,-2-8 0,5-4 0,2-4 0,5-2 0,-1-4 0,2 1 0,2 1 0,0-1 0,1-4 0,1 0-224,2 3 0,0 5 1,-5-1-1,2 1-93,3 2 1,-3 3-1,3 5 1,-2 3 104,2 2 0,-3 4 1,3 2-1,-3 5 454,-1 5 1,-4 3-1,0 4 1,-1-1 266,0 1 1,-2-3-1,-5 0 1,0-1-510,0-2 0,-5-2 0,-3-1 0,-2 0-561,-2-1 1,-4-4 0,-1-2-1,-1-1-700,-3 0 1,-1 0 0,-2-5 0,0-3-203,1-4 0,3-3 0,2-2 1,1-3-974,2-3 0,7-3 0,5-3 2436,1-3 0,13 3 0,2-4 0</inkml:trace>
  <inkml:trace contextRef="#ctx0" brushRef="#br0" timeOffset="102">4339 10751 7803,'1'-20'0,"2"2"4475,1 1-3194,0 7 1,-4 6 0,-1 7 0,-2 5-352,-1 3 0,-1 6 0,2 3 0,-1 2-182,2 1 0,-1 6 0,0 3 0,-1 3-306,2 4 0,-3 3 0,-1 7 1,1 2-211,0 4 1,-4-2 0,2 2 0,-1 0-21,0-1 1,1-5 0,-4-10 0,3-5 99,4-8 0,-1-9-245,1-1 0,0-10 0,4-6 1,0-7-41,0-8 1,4 1-1,1-5 1,3 1-28,5 0 0,-1-2 0,5-2 0,-1 1-284,0 1 1,1 6 0,-2-2 0,4 4-204,-1 4 0,4-1 1,-3 5-1,0 2 174,1 0 0,-6 8 0,3 3 1,-1 4 274,0 3 1,0 5 0,-5-3 0,0 2 714,-3-1 1,1-3 0,-5 2-1,-3 1-235,-4-1 1,-4-4-1,-9 2 1,-4-3-443,-2-1 0,-4 0 0,-3-2 0,-4-1-114,0-1 0,1-5 0,-2 1 0,1-3-1222,1-1 0,10-1 1,0-2-1,5-2 345,6-2 0,5 0 0,6-5 0,2 0-609,6 0 1,5-1 0,11-1 0,1-2-373,2 2 1,0 1 1971,4 1 0,0 0 0,5 0 0</inkml:trace>
  <inkml:trace contextRef="#ctx0" brushRef="#br0" timeOffset="103">5047 10999 7803,'-12'0'1583,"-4"3"1,0 1 529,2-1 0,1 2 0,2 1-773,3 0 0,5-3 1,6 1-1085,5-3 0,4 0 0,3 2 0,2 1-788,1-2 1,2 0 0,3-2-1,1 0-877,-1 0 1,-2 0 0,0 0-1,2 0-1427,-3 0 1,0 0 2835,0 0 0,2 0 0,-4 0 0</inkml:trace>
  <inkml:trace contextRef="#ctx0" brushRef="#br0" timeOffset="104">5094 11105 7803,'-24'15'0,"1"1"1858,-1-2 0,6 0 0,2-4 124,3-2 0,6-2 0,5-3 0,4 1-611,6-1 0,4 2 0,4-1 1,5-2-1088,5 0 0,3-4 1,3 0-1,0-2-886,1 1 1,-3-2-1,0 1 1,-1 1 601,-3 2 0,4 1 0,0 0 0</inkml:trace>
  <inkml:trace contextRef="#ctx0" brushRef="#br0" timeOffset="105">6167 10845 7724,'-8'0'366,"0"0"595,-1 0 0,2 0 0,0 0-445,-3 0 0,4 6 0,-1 1 0,1 5-223,-1 4 1,5 2 0,-4 7 0,2 4-60,0 6 0,-3 2 1,1 6-1,1 3-36,0 4 0,-4-2 0,2 2 0,1-5-143,2-6 0,-2-6 0,2-3 0,2-3-17,1-4 196,1-5 1,0-13-1,0-6 1,1-10 198,3-7 1,-2-6 0,5-3 0,-2-5-260,-2-2 1,2 2 0,-1-2 0,0-4-101,1-3 1,-2 2 0,3-3 0,1 0-242,-1 0 1,-2-3 0,4-4 0,3-4 5,3 0 1,-1 7 0,3 0-1,-3 4 77,-1 4 1,0 7-1,-2 4 599,-2 6-173,-3 10 0,-9 11 0,-1 7 0,-2 5-187,-2 4 0,3-2 1,-2 5-1,-1-1-22,-2 0 1,-1 2 0,1 2 0,-1-1-76,0-1 1,0 0 0,0 2 0,1-1-156,-1-2 1,1 0-1,2 0 1,3-2-311,0 0 0,-1-3 0,3 1 0,0-3-2104,-2-4 0,5 2 763,-3-2 1,2-2 0,-1-1 1747,-1 0 0,0 2 0,4 4 0</inkml:trace>
  <inkml:trace contextRef="#ctx0" brushRef="#br0" timeOffset="106">5825 11482 7801,'-13'20'1111,"-3"-1"1,7-3-1,-2 2 130,5-1 0,3-5 1,8-5-1,7-2-407,7-3 1,8-4-1,6-3 1,6-2-1103,8-2 0,-1-2 0,7 1 0,3 1 268,3 1 0,-1 5 0,6-2 0</inkml:trace>
  <inkml:trace contextRef="#ctx0" brushRef="#br0" timeOffset="107">8207 8983 7725,'0'-12'1022,"0"0"1,-4 4 0,-1 2-279,-2 1 1,3 2 0,-4 9 0,0 10-338,2 10 1,-5 15 0,5 10 0,-2 15 64,4-28 1,0 3-1,0 7 1,0 3-1,-1 10 1,-2 5 0,3-17-1,1 2 1,-1 1-283,0 4 1,0 2 0,0 1 0,-1-1 0,-1 1 0,0 0 0,0 7 0,0 0 0,0 1 0,1-15 0,-1 0 0,1-1 0,0 1-338,-1 1 1,0 1 0,0-1 0,0-2 0,0 11 0,1-2 0,-1 0 0,-1 3 0,-1 1 0,1-2 0,0-4 0,0-2-1,0 0 10,-1-3 1,1 0 0,-1-2 0,3-4 0,-1-1 0,0 0-1,-1 4 1,0 0 0,-1 0 0,1-2 0,1-1 0,-1 0-158,-2 20 1,0-3 0,2-8 0,0-2 0,-1-1 0,0-2 0,2-3 0,0-2-615,2-4 0,0-1 0,-5 22 0,5-7 0,0-13-2698,-1-11 3606,4-17 0,1 1 0,6-9 0</inkml:trace>
  <inkml:trace contextRef="#ctx0" brushRef="#br0" timeOffset="108">9480 8829 7747,'0'-18'698,"0"2"570,0 3 1,0 2-196,0-1 0,0 7-584,0 5 0,0 6 0,0 11 0,0 7 207,0 6 1,-5 6-1,-1 8 1,-2 8-503,0 8 1,4-27 0,0 1 0,-2 2 0,-1 1 0,0 2 0,-1 1-389,1 3 0,-1-1 1,-2-3-1,0-1 1,2 4-1,2 0 1,0-4-1,0-1-754,-3 28 0,2-16 1,-1-8-1,4-7-843,3-10 1,2-9 1790,3-11 0,3-8 0,5-3 0</inkml:trace>
  <inkml:trace contextRef="#ctx0" brushRef="#br0" timeOffset="109">9752 9266 12935,'-12'-4'854,"0"0"0,0 4 1,-1 5-1,-1 3-503,-2 5 0,-5 0 0,3 7 0,-2 2-179,0 4 0,6 2 1,-2 4-1,3 3-546,1-3 0,6-3 1,2 0-1,3-3-19,1-4 1,10-7-1,4-3 1,6-7 90,4-4 0,-3-6 0,6-4 0,-2-6 164,-1-4 1,-1-4 0,-2 0 0,-2-1 2,-4 1 0,-8-2 1,3 0-1,-3-1-48,-5-1 1,0 9 0,-4-4 0,-1 4-18,-5 3 1,1 3 0,-1 4-1,-1 5-240,-1 1 1,2 4-1,0 3 1,0 5-713,1 5 1152,2 6 0,0-3 0,-2 6 0</inkml:trace>
  <inkml:trace contextRef="#ctx0" brushRef="#br0" timeOffset="110">10117 9395 7781,'7'-11'409,"-3"-1"0,-3-1 1207,-1-3 1,0 7-1,0-3 1,0 1-575,0 1 1,-4-2-1,-1 2 1,-2 1-588,-2 1 1,-1 5 0,-2-1 0,-1 3-259,-3 1 1,-1 5 0,-4 4 0,1 6-297,-1 4 1,-1 5 0,0 2-1,2 3-428,4 1 1,5-2-1,3 0 1,4-1-116,3-5 1,2-3 0,3 0-1,5-6 323,5-4 1,2-6 0,6-1 0,3-4 605,0-6 0,-4-3 0,-3-2 0,1-1-73,-1-2 0,-3-4 1,-1 3-1,-4 0-12,-2 0 1,-4 0 0,3 3-316,-2-2 0,-2 2 80,-7 6 1,1 4 0,-5 8 0,0 5-88,2 6 1,-5 4-1,5 9 1,-2 3 266,0 3 0,4 3 1,-2 1-1,-1 2 391,0 2 1,1 0 0,-3 3-1,1-2-90,-1 2 1,-2-9-1,-2-2 1,-1-4-308,-2-3 0,-5-2 0,3-5 0,-2-2-628,0-7 1,1-3 0,-4 0 0,2-4-794,2-3 0,3-1 0,-2-1 177,1-3 0,2-3 0,7-4 0,5-1 293,1 0 0,4-4 0,1-1 0,7 0 810,4 0 0,4-4 0,6 3 0</inkml:trace>
  <inkml:trace contextRef="#ctx0" brushRef="#br0" timeOffset="111">10329 9619 17645,'0'12'0,"0"0"615,0 0 0,0-1 1,0 3-351,0 1 0,0 0 0,0 4 1,-1 1-1,-2 0-152,0-1 0,-3 1 1,4 2-1,-2-2-81,1-4 0,0-3 0,1-2 31,-2 1-138,0-5 1,5-7 0,2-9-72,1-6 1,5 2 0,-1-3-1,2 2-218,2-2 0,1 3 1,2-3-1,0 3 173,0 2 0,-2 0 0,-1 3 0,1 3-24,3 0 1,-6 3 0,4-1 313,1 1 1,-1 7 0,-3 3 0,-3 3 491,-4 1 0,-3 3 1,-1 1-1,0 0 41,0 1 0,0-3 0,-1 4-552,-3 0 0,-4 1 0,-7-3 0,-2-2 0,-1-1-330,-3-1 1,-1 0 0,-1-2 0,2 0-440,2-3 1,-1-4 0,-2 1-1,1-3-570,1-1 0,8-5 0,-1-4 0,3-4 751,5-3 1,2-5 0,4 1 507,3-2 0,8-7 0,6-1 0</inkml:trace>
  <inkml:trace contextRef="#ctx0" brushRef="#br0" timeOffset="112">11190 8888 7698,'-12'0'1929,"1"0"-544,-1 0 0,1 6 0,3 2 0,3 3-672,0 5 0,4 2 1,-3 7-1,2 4-160,2 6 1,-1 3 0,-1 7 0,-4 2-161,0 2 0,2-4 0,-3 5 1,1-4-86,-1-3 1,3-9-1,-4 0 1,0-5-37,2-7 0,1-7 1,3-9-55,-2 0 1,3-8 0,-3-6 0,4-3 17,4-5 1,-1 2-1,5-6 1,1-1-72,1-1 1,3-2 0,2 1-694,1-1 0,-1 4 0,-2 2 0,2 1 1,2 3-290,1 0 1,-2 7-1,2 0 1,-1 2 283,-2 2 0,2 3 1,-2 5-1,0 7 249,-2 7 1,-5 3 0,-2 3-1,0 1 899,-4 1 1,0 2 0,-4-1-1,-2 2 366,-4 0 1,-7 3 0,-5-6 0,-4 1-970,-3 1 1,1-6 0,-4 2 0,-1-5-426,1-3 1,4-3 0,-1-5 0,3-2-256,4-2 1,3-6-1,6-7 1,0-3-1101,3 0 0,-1-6 0,5-2 1,1 0 538,2-1 0,2 0 1229,3-3 0,8-6 0,7-1 0</inkml:trace>
  <inkml:trace contextRef="#ctx0" brushRef="#br0" timeOffset="113">11532 8924 7720,'-8'0'-219,"0"0"1953,-1 0 1,-1 0-546,-2 0 0,5-2 1,4-1-22,1-5 0,4 1 1,1 1-1,5-1-788,3 1 0,-3-1 1,0-2-1,1 2-360,1 2 0,2 0 0,0 2 1,0-1 56,-1 2 0,1 0 0,0 2 0,0 2-273,0 2 0,-1 2 0,1 6 0,0 1-596,0 3 0,-1 2 0,1 6 1,0-1 343,0 1 0,0-1 0,-2 0 0,-1-2-451,-1-2 0,0-4 0,2 0 0,0-2 219,-2-1 1,-5-5-1,5-5 680,1-4 0,-3-5 0,-1-5 0</inkml:trace>
  <inkml:trace contextRef="#ctx0" brushRef="#br0" timeOffset="114">11615 9101 7732,'0'-8'0,"0"0"1739,0-1 1,2-7 0,5-2 0,7-3-940,7-3 1,2-2 0,8-9 0,2-1-1027,1 1 0,1 3 0,-1 2 0,-2 1-957,-5 3 0,-7 12 1,-4 6 1182,-3 5 0,-2 9 0,1 0 0</inkml:trace>
  <inkml:trace contextRef="#ctx0" brushRef="#br0" timeOffset="115">12240 9254 7692,'-12'0'0,"0"0"0,0 4 2778,1 0 1,5 0 0,6-4-1593,7 0 1,9 0 0,3 0-1,3 0-925,2 0 0,4-2 0,0 0 0,1-2-967,0 1 1,0 2 0,-4 1 0,0 1-131,-3 3 0,-1-1 0,1 3 0,-2 1-896,-4-1 0,-3-3 0,-2 2 1732,1 0 0,0-3 0,0 3 0</inkml:trace>
  <inkml:trace contextRef="#ctx0" brushRef="#br0" timeOffset="116">12251 9537 10226,'8'4'8584,"2"0"-7549,3-2 1,1 0-1,8-2 1,5 0-1727,1 0 0,4 0 0,3 0 0,1 1-1974,-1 3 2665,0-3 0,6 15 0,1-3 0</inkml:trace>
  <inkml:trace contextRef="#ctx0" brushRef="#br0" timeOffset="117">10932 8832 7834,'1'-10'90,"2"0"1,-2 3-1,3 0 1,-3 0 429,-1-2 1,3 2 0,0 0 249,0-1 0,-2-1 300,-1-1 0,0 3 1179,0 0-1531,0 0 0,-1 2 0,-3 3-396,-2 4 0,-3 5 1,-2 6-1,0 4-59,-3 2 0,2 7 0,-5 5 0,-1 7-194,-1 9 0,-3 2 1,11-19-1,0 1 0,-2 2 1,1 1-181,-1 2 1,0 1-1,1-2 1,1 0 0,0 0-1,0 1 1,1-2-1,1 1-234,2-2 0,1-1 0,-1 22 0,4-4 0,2-8-198,1-9 0,4-8 1,4-2-1,4-4-100,5-2 1,0-5 0,1 2 0,3-3-255,0-1 1,0 0 0,5-1 896,-1-2 0,7 7 0,0-3 0</inkml:trace>
  <inkml:trace contextRef="#ctx0" brushRef="#br0" timeOffset="118">12122 8670 7822,'-5'4'472,"0"-2"1,4 4 184,-2-1 0,2 2 1,-3 0-104,3 2 1,4 1 0,2 2 0,1 1 111,2 4 0,-3 5 0,1 4 1,-1 7-87,1 5 0,-4 3 0,2 8 0,-3 7-323,-1-25 0,0 0 0,-2-1 1,-2 1-1,0 4 0,-1 0 0,-1 0 1,-1-1-160,-1 2 0,0-2 0,0-4 0,-1-1 0,-1 2 0,0-1 0,-1-1 0,0-1-339,-13 22 0,2-7 0,-4-2 0,0-2-959,0-4 0,0-5 0,-2 4 1200,5-2 0,1-4 0,2 0 0,0 1 0,-1-2 0</inkml:trace>
  <inkml:trace contextRef="#ctx0" brushRef="#br0" timeOffset="119">9211 10053 6903,'2'-9'2178,"0"1"-1902,1 2 1,5 3-1,-2-1 1,2-1-611,2-1 0,-1 0 0,7 0 0,1 1-456,2-1 0,0-1 790,8-3 0,5 0 0,4 0 0</inkml:trace>
  <inkml:trace contextRef="#ctx0" brushRef="#br0" timeOffset="120">10046 9819 7873,'-1'-9'843,"-3"3"1,0-3-1101,-3 2 0,3 1 0,5 0 196,2 2 1,4-1 0,7 3-256,2-1 0,8-5 0,3 2 0,3-1 0,1 1 316,3-2 0,3-1 0,3-2 0</inkml:trace>
  <inkml:trace contextRef="#ctx0" brushRef="#br0" timeOffset="121">10647 9606 7945,'-4'-10'-271,"1"-1"0,-1 5 347,4-1 0,1 1 0,3-1 0,4 3-250,4-1 1,4 4 0,4-3 0,2 0-189,2 1 0,2-4 0,4 3 362,1-2 0,4-1 0,1-3 0</inkml:trace>
  <inkml:trace contextRef="#ctx0" brushRef="#br0" timeOffset="122">11084 9463 8230,'0'-7'1416,"0"1"-1230,0-2 1,4 2-1,1 0 1,3 2-220,3 2 1,3-3-1,0 2 1,3 1-38,2 0 1,-2 2-1,0 0 1,0 0-637,-1 0 0,2 0 1,-5 0 705,0 0 0,2 5 0,1 1 0</inkml:trace>
  <inkml:trace contextRef="#ctx0" brushRef="#br0" timeOffset="123">13364 9504 7804,'-7'-10'381,"1"1"0,-1 1 990,1 1 0,-3 4 0,2-3 0,-1 0 92,2 1 1,-3-2 0,3-3-889,0 0 0,3-2 0,6 0 1,5-3-78,5-1 1,0-2-1,6-4 1,4-2-407,2 1 1,1 2-1,2 2 1,-2 2-114,-1 3 1,-1 4-1,-4 3 1,-1 5 29,-2 4 1,3 9-1,-5 10 1,1 6-219,-2 6 0,-2 1 0,1 4 0,1 3 40,2 1 0,1-6 0,2 2 0,1-3-281,0-2 1,-2-7-1,5 2 1,-4-4-266,-2-5 1,-5-5 0,2-2-1,-3-3-9,-1-2 1,-3-5-1,0 2 724,1-3 0,1-1 0,1 0 0</inkml:trace>
  <inkml:trace contextRef="#ctx0" brushRef="#br0" timeOffset="124">13598 9779 7772,'-10'-9'675,"1"4"0,2-7 0,5-3 486,4-3 1,11-6 0,9-11-1,11-6-875,-12 19 0,0-2 0,-1-1 0,2-1 1,4 0-1,1 0 0,0 0 0,0 0-81,1 1 1,0 0-1,-5 5 1,-1 1 0,19-16-1,-10 10-205,-8 11 0,-8 8 0,-1 6 0</inkml:trace>
  <inkml:trace contextRef="#ctx0" brushRef="#br0" timeOffset="125">9680 10521 7846,'-5'-9'944,"-1"2"1,0 1 954,-1 1 0,3 1 0,-2 2-507,-2-2 1,-1 2 0,-1 5-771,-1 4 0,5 7 0,0 1 1,0 4-230,1 1 0,2 0 0,-1 10 0,0 2 146,1 4 1,-4 2 0,3 6-1,-2 5-323,-2 4 0,-1 0 1,-1 3-1,0 1-154,0 0 0,-1-10 1,2-3-1,1-7 108,2-2 1,2-11 0,-1-1 86,0-6-21,2-8 0,3-9 0,1-8-174,2-5 1,3 1 0,4-4 0,0-1-166,0-2 0,2 4 0,0-5 0,3 1-209,1 0 0,-2 2 0,4 1 0,3 0-27,0 0 1,-4 7 0,6 0-1,0 3 69,-2 4 0,2 1 0,-2 3 0,1 5 335,-3 7 1,-4 4-1,0 3 1,1 3 693,0 3 0,-8 2 0,-1 1 0,-5-1-560,-2 2 0,-5-6 0,-2 4 0,-6-2-199,-4-1 0,-3-7 0,-4 2 0,-3-2 0,-5-4 0,-1-2 0,2-3 0,-3-2 0,-1-1 0,1-5 0,-1 1 0,2-7-53,4-6 0,5-1 0,0-6 0,4-1-1001,3-2 1,7 3 0,6 2 0,4 0 139,4 3 0,1 0 1,7 3-1,0 1-378,2 1 1,5 5 0,0-1 0,5 1-2011,2-2 0,-2 3 3302,3-2 0,0-3 0,3 0 0</inkml:trace>
  <inkml:trace contextRef="#ctx0" brushRef="#br0" timeOffset="126">10209 10349 9659,'-10'0'3480,"3"0"-2633,0 0 0,5 1 0,-3 2 0,2 5-430,0 4 1,-4 5 0,2 7 0,1 4-382,-1 5 0,-3 4 0,1 6 0,0 1-14,0-1 0,-2 3 0,2-4 0,-1-4-1487,1-3 1,3-11-1,4-1 1,0-7 186,0-4 1,1-7 0,2-2-1,5-6 1278,5-4 0,-2-6 0,8-7 0,-3-6 0</inkml:trace>
  <inkml:trace contextRef="#ctx0" brushRef="#br0" timeOffset="127">10372 10623 8409,'-7'6'2549,"0"-3"-1904,-1-2 1,0 1-1,0 0 1,2 2 662,-2 2 1,-1-3 0,-2 4-1055,1 1 1,1 1-1,1 1 1,3 0-573,0 1 1,-2-1 0,4 0 0,1 0 171,1 0 0,2 1 0,2-2 0,4-2-673,2 0 0,2-4 1,2 0-1,1-2 399,2-1 1,-3-4 0,1-2 319,1 0 1,-5-3-1,2 2 1,-6-2-1,0-2-107,0-3 0,-4 3 0,1-2 1,-2 1-83,-1 2 1,0 0-1,-1 1 1,-1 1-114,-1 1 1,-5 5-1,1 0-177,-2 4 1,0 0 0,2 5 578,4 1 0,-3 5 0,0 3 0</inkml:trace>
  <inkml:trace contextRef="#ctx0" brushRef="#br0" timeOffset="128">10616 10664 9541,'-6'-1'2248,"3"-3"1,-2 2-1,1-3-1742,-2 0 0,3 2 1,-4 3-479,-1 0 1,-1 1-1,-1 2-135,0 4 1,1 2 0,1 1 0,2 0-374,2 0 1,0 1-1,4-1 1,0 0 185,0 0 0,0-3 0,0 0 0,1 0 333,3-2 0,1 3 0,6-5 0,-1 0-15,0-2 0,0-1 0,0-1 179,0-3 1,0 2 0,-3-5 26,0-1 0,-1-1 1,1-1-1,-3 1-102,1 2 1,-4-2-168,2 3 0,-3 1 44,-3 2 0,2 3 0,-4 3 1,2 4-115,-1 2 1,0 4-1,2 2 1,-2 1 371,2 2 1,0 1 0,-1 2 0,0-1 107,1 0 1,1 1-1,0-1 1,-2-1-482,0-2 1,-2-1 0,2-4-419,-4 2 0,-2-2 0,-1-5 0,0-3-287,0-3 1,-2-1 0,0-1 0,-3-2-182,-1 0 1,4-5-1,-2 1 1,3-1-1056,1 2 2051,4-4 0,-3 5 0,3-5 0</inkml:trace>
  <inkml:trace contextRef="#ctx0" brushRef="#br0" timeOffset="129">10809 10756 7868,'0'6'4065,"0"1"-3143,0-5 0,0 4-110,0-3 1,0 0-407,0 3 1,0 1-1,-1 3-218,-2 1 1,2-1-1,-3 0 1,3 0 33,1 0 0,-3 0 0,-1 1-57,2-1 0,1 0 0,0-1 172,-2-2 1,1-2-205,-1-1 1,3-4-305,3 0 0,0-5 0,2-5 0,1 1-88,0 2 0,-1-2 0,3 2 0,-1-2 23,1-1 0,1 0-96,1 0 0,0 4 0,0 3 470,1 2 1,-2 2 0,-1 2 142,-2 4 1,-3 2 0,0 1 0,-2 0-67,-1 1 0,0-1 0,-1 0 1,-2 0-192,-4 0 1,-2 0 0,-1 1 0,-1-2-512,1-3 1,0 2 0,0-4 0,0-1-424,0 2 1,-1-4 0,1 2 0,0-2-1117,0-1 0,4-4 1037,3-3 0,2-2 0,2 0 989,2 2 0,7-6 0,6 1 0</inkml:trace>
  <inkml:trace contextRef="#ctx0" brushRef="#br0" timeOffset="130">11094 10593 7767,'-12'3'1473,"2"0"-103,1 0 1,1-1-509,1 1 0,2-3-495,5 0 1,2-3-1,0-5 1,2 1 89,2-1 0,1-1 1,3 0-1,0 1-298,0 2 0,-3 0 0,0-2 0,1 2-138,1 2 1,1-1-1,0 3 1,0-1-62,1 0 1,-1 3-1,0 4 1,0 3-110,0 2 0,1 5 0,-1 3 1,0 3-295,0 0 1,4 1 0,-1 1 0,0 0-156,-2 1 1,-1-5 0,-1 3 0,-1-7-1196,-1-2 0,-4-2 1338,4 0 0,-5-6 1,2-5 454,-3-8 0,-1-5 0,0-7 0</inkml:trace>
  <inkml:trace contextRef="#ctx0" brushRef="#br0" timeOffset="131">11166 10735 7576,'-6'-4'598,"3"-3"0,1-2 0,4-1 0,1-2 65,4-1 0,6-4 0,4-6 0,3-2-649,0-1 0,0 4 0,-1-2 0,-2 4-1588,-3 3 0,-4 5 1574,-3 6 0,-3 3 0,-4-1 0</inkml:trace>
  <inkml:trace contextRef="#ctx0" brushRef="#br0" timeOffset="132">10799 10654 7965,'0'7'988,"0"-1"1,0-2 0,0 3-796,0 0 1,0-1 0,0 1 0,0 1-515,0 1 1,0-2 0,0-1 320,0 2 0,5 1 0,0 2 0</inkml:trace>
  <inkml:trace contextRef="#ctx0" brushRef="#br0" timeOffset="133">9425 11570 7876,'5'-11'-322,"-3"5"-84,5-1 1,-4 5 405,4-2 0,0-2 0,3 1 0</inkml:trace>
  <inkml:trace contextRef="#ctx0" brushRef="#br0" timeOffset="134">9517 11539 7876,'-10'0'897,"-1"0"1,5 0-642,-1 0 0,5-1-548,-2-3 0,8 2 1,2-3-1,3-1-287,2 0 1,0 1 0,1-3 578,2 1 0,4 0 0,-2-3 0</inkml:trace>
  <inkml:trace contextRef="#ctx0" brushRef="#br0" timeOffset="135">9700 11366 7880,'4'-6'1989,"-2"1"-1018,1 1 0,-3 3-316,-3-2 0,1 1-1026,-1-2-346,2 3 0,4-5 1,2 4-1,1-1 29,1 0 1,2-1-1,3-1 1,0 0 168,2-3 1,4 1 518,-1-3 0,2 2 0,1-7 0</inkml:trace>
  <inkml:trace contextRef="#ctx0" brushRef="#br0" timeOffset="136">9914 11193 7217,'-1'6'2206,"-3"-3"1,2-2-1969,-5-1 0,5-1-980,-2-2 0,4 0 1,4-3-274,3-2 0,2 2 1015,1-1 0,5 1 0,0-5 0</inkml:trace>
  <inkml:trace contextRef="#ctx0" brushRef="#br0" timeOffset="137">10148 10990 7880,'-4'-11'1715,"1"1"0,-4 3-1338,4 1-1211,-5 3 0,8-1-11,0 4 1,4-4 0,7 1-611,-1 1 1455,0 1 0,5-4 0,1-1 0</inkml:trace>
  <inkml:trace contextRef="#ctx0" brushRef="#br0" timeOffset="138">10270 10878 7880,'0'-7'483,"0"0"0,0 4 1828,0-4-1850,0 5 1,0-4-721,0 3 1,1 0 0,2-2 0,4 0-91,2 3 1,1-3-1,1 1 1,-1-1-686,0 1 1,1-4 1033,3 1 0,-3-2 0,4-1 0</inkml:trace>
  <inkml:trace contextRef="#ctx0" brushRef="#br0" timeOffset="139">10423 10735 7374,'-11'0'321,"5"0"1212,-1 0-1181,0 0 0,1-1-341,3-2 1,6 0 0,4-2-134,2 0 1,0 1 0,-1 1 0,-1-1 42,1-2 1,1 4 0,1-3 0,0 1-449,0-3 0,1 2 1,-1-2-1,0 0 286,0 1 0,0-2 0,-1 4 1,-1-1 182,-1 1 1,-3-3 0,1 2 6,0 0 51,-2 3 0,-3-3 0,0 5 0</inkml:trace>
  <inkml:trace contextRef="#ctx0" brushRef="#br0" timeOffset="140">11817 10939 8349,'-10'-7'0,"0"1"1189,0 2 0,-1-3 0,2 2 1398,2 0-2523,3 2 1,5-1 0,2 4 0,4 0-123,2 0 0,2-1 0,0-1 0,1-2-314,2 2 0,4 1 0,-2 1 0,1 0-761,0 0 1,-4 0 0,3 0 0,0 0 1132,0 0 0,1 0 0,3 0 0</inkml:trace>
  <inkml:trace contextRef="#ctx0" brushRef="#br0" timeOffset="141">11868 11071 7941,'-10'4'599,"0"2"1,-1 1 176,1 0 0,5-4 1,0 3 243,1-2 1,4 0-1,0-3-829,5 2 1,4-2-1,1 3-642,1-3 0,7-1 0,2 0 0,3-1 0,2-2-2259,2 0 2710,2-5 0,11 2 0,2-4 0</inkml:trace>
  <inkml:trace contextRef="#ctx0" brushRef="#br0" timeOffset="142">12815 10867 7907,'-11'5'318,"1"2"0,-1 2 1195,-3 1 1,5 0 0,-3 0 333,-1 0 0,4-4-1370,3-2 1,9-6 0,3-3-1,6-7-224,4-2 0,1-3 0,3-4 0,1 1-160,-1 0 1,0-4-1,-1 0 1,1 2-56,0 0 1,-5 3 0,5 1 0,-1 2-171,1 1 0,-3 2 1,-1 4-1,1 2-73,-1 4 1,2 4-1,-4 5 1,0 9 76,0 7 0,-2 4 1,2 5-1,0 4 30,-1 6 0,2 1 0,-2 4 0,1-2-212,2-4 0,0-1 1,2-7-1,-2-4-259,-1-3 0,1-13 0,-2 0 0,-2-5-151,0-5 0,-5-2 1,-2-3-1,1-4-1505,0-2 2225,0-1 0,0-5 0,-1-1 0</inkml:trace>
  <inkml:trace contextRef="#ctx0" brushRef="#br0" timeOffset="143">13028 11234 7845,'0'-15'678,"5"3"0,3-6 0,4-5 274,5-6 0,9-9 0,-10 15 0,2-1 0,3-4 1,1 0-556,2-3 1,1 0 0,1 0 0,0 0 0,-1 0 0,1 0 0,-1 2 0,-1 1-320,0 2 0,-1 1 0,16-14 1,0 4-79,-11 9 0,-3 2 0,-9 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47:26.315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4161 4753 9076,'-5'0'1911,"-1"1"-1449,3 1 100,0-1 77,3 3-353,0-4-360,4 0 1,-2 0 159,4 0 1,-5 1-1,3 1 364,0 1 0,-3 1-49,2-1 1,-2-2 474,-1 5-422,0-4 1,-1 2 158,-2-4-549,-2-4 1,0 0-91,-1-1 212,4 1-221,-2 0 0,5 3-4,2-2 0,-1 2 0,3 0-1301,-2-2 0,0 1 1340,-3-3 0,4 3 0,1-2 0</inkml:trace>
  <inkml:trace contextRef="#ctx0" brushRef="#br0" timeOffset="1">7413 4512 7831,'-5'0'1253,"-1"0"-1,-1 0 1,1 1 951,0 2-1922,2-2 0,5 6 0,2-4 0,3-1-124,1-1 0,3-1 0,0 0 0,3 1-287,0 1 1,-2-1-1,4 2 1,0-2-599,1-1 1,-1 0 0,-1 0 0,1 0-17,1 0 1,1 0-1,0 0 1,-2 0 742,-1 0 0,-3 4 0,1 1 0</inkml:trace>
  <inkml:trace contextRef="#ctx0" brushRef="#br0" timeOffset="2">7491 4675 7851,'-9'9'0,"0"0"1522,1-1-703,3 1 0,5-5 0,7-1 0,2-2 0,3-1 0,3 0 0,-1 0 0,3 0-132,0 0 0,1-3 0,1 1 1,2-1-1781,1-1 1,-5 3 0,2-2 751,0 2 0,8-3 0,-1 0 1</inkml:trace>
  <inkml:trace contextRef="#ctx0" brushRef="#br0" timeOffset="3">8306 4272 7853,'-6'0'1073,"0"0"-254,0 0 0,-2 1 0,0 2 0,2 5 0,0 5 0,1 2 0,-1 9 0,0 4-244,-1 5 1,0 6 0,-1 6 0,1 1-358,2-1 0,2-4 1,-2-3-1,1-2-1038,2-3 1,1-7 0,1-2 0,0-4-2458,0-4 2612,0-8 1,4 7 0,1-6 0</inkml:trace>
  <inkml:trace contextRef="#ctx0" brushRef="#br0" timeOffset="4">8469 4555 11284,'-8'1'1454,"3"2"0,1 3-1144,0 1 1,3 6 0,-3 2 0,1 4-220,0 4 1,-3 6-1,1 0 1,-1 1-49,1-2 1,3-7-1,-2 2 1,1-5-250,0-3 279,0-7 0,4-5 1,1-7-1,2-4-17,1-6 1,0-2 0,5-1 0,0-1 21,2-2 0,0 1 0,-1-3 0,1 1-211,1 2 0,-1 1 1,2 1-1,0 2-107,0 1 1,-1 3-1,-2 1 111,0 3 1,1 3 0,-4 4-1,0 1 1,-2 3 179,0 5 0,-4 3 0,1 4 1,-2 1 56,-1 0 0,0-1 1,0 6-1,0-1-454,0-2 1,-1-1 0,-1-1 0,-1-1-1294,1-1 1,1-3 1416,1-3 0,0-1 0,0 1 1</inkml:trace>
  <inkml:trace contextRef="#ctx0" brushRef="#br0" timeOffset="5">9138 4204 7791,'-1'-5'1638,"-2"2"0,1-1-546,-3 1 0,-1 1 0,-3 5-273,1 3 0,-4 5 0,0 4 0,-1 2 0,-3 3 0,2 6 0,-2 5 0,-2 4-363,0 5 0,-1 2 0,9-17 0,1 0 0,-1 0 0,-1 0-595,2 0 1,-1 0 0,-5 21-1,3-2 1,2-5-682,5-5 1,4-8 0,2-2 0,1-2-1,4-3 1,2-7 0,0-4 0,2-1-1,1-2 1,3-1 0,2-4 0,0 0 388,1 0 1,2-4 0,7-1-1</inkml:trace>
  <inkml:trace contextRef="#ctx0" brushRef="#br0" timeOffset="6">9224 4547 8133,'-5'1'1638,"2"2"0,1-2-587,0 1 1,0 2-394,-4-1 0,3 0 706,-3-3-1058,4 0 1,-1-1 0,4-3-233,1-4 1,2 1-1,3-4 1,-1 1 0,0 0 0,2-2 0,1 1 0,-1 0-134,1 2 1,-2 0 0,0 1 0,-1 2-145,0 0 0,2 4 0,1-1 167,-1 2 0,1 5 0,-2 2 1,0 1 52,-1 2 1,0 3 0,2 2 0,1 0 15,-1 0 0,-2 1 1,0 1-1,-1-1-119,0-1 0,3 0 0,-3 0 1,0-2-386,1 1 1,-1-4 0,1 3-594,0-3 0,-3-4 0,3-2 493,0-2 0,1-2 0,0-2-249,-1-3 1,-4 0 0,3-1 0,-1 1 764,-2 0 0,3-2 0,-1-1 0</inkml:trace>
  <inkml:trace contextRef="#ctx0" brushRef="#br0" timeOffset="7">9267 4701 7804,'-9'4'0,"1"2"413,-1 1 1,3-2 87,1-2 1,4-3 9,1-3 0,4-6 0,5-5 0,3-3-172,2-3 1,3 0-1,2-5 1,2-2-224,1-3 1,1 1 0,3-1 0,-2 0-82,-1 3 1,-2 3 0,-4 2 0,0 2-661,-3 4 0,-3 5 0,-4 7-2652,-1 0 2923,-4 1 0,1 7 0,-3 0 0</inkml:trace>
  <inkml:trace contextRef="#ctx0" brushRef="#br0" timeOffset="8">9696 4032 7855,'-9'0'0,"2"1"150,1 2 1,-2-2 0,3 2 3125,-3-2-1638,3-1 0,2 0-1317,6 0 0,-1-3 0,4-1 0,1 0-96,0 0 1,2-1-1,-1 2 1,2 1-354,1 1 0,-3-2 1,2 0-1,1 1 8,-2 1 1,-2 1 0,-1 0 0,1 1 12,0 2 1,-1-1 0,0 3 0,-1 0 181,0-1 1,-1 2 0,-4 3 0,0-1 89,0 1 1,0-1-1,-1 0 1,-2 0 199,-3 0 1,-1-4-1,-2 5 1,1-3-282,-1-1 0,0 2 0,1-3 0,-1-1-288,1 1 1,-1-1-1,0-3 41,1 0 0,2 0-38,0 0 0,5-1 0,-1-1 0,4-2-14,3 0 1,0 2-1,1-1 1,0 2 87,2 1 1,1 0 0,-1 0 101,1 0 0,-1 3 1,0 1-1,-1 0 94,-2 3 0,0 1 1,1 0-1,-3 1 270,-2-1 1,-1 1-1,0-1 1,0 1-584,0 0 1,-3-1 0,-1 1 0,-1-1-400,-1 1 1,-2-3 0,-1-1-1,1 1 45,-1-1 0,1 0 598,-1-3 0,0 3 0,1 4 0</inkml:trace>
  <inkml:trace contextRef="#ctx0" brushRef="#br0" timeOffset="9">9953 3955 7855,'-3'8'819,"1"1"0,-1-2 0,3 0 0,0 4 0,0 1 0,4 4 0,1 6 0,4 7-273,2 6 0,2 3 0,-6-14 0,1 0 0,-1 0 0,-1 1-91,1 0 1,-1 0 0,5 22-1,-7-22 1,0 0 0,2 23-187,-4-3 0,-2-5 0,-2-5 1,-5-4-122,-4-2 0,-2-7 1,-4 3-1,-1-3-826,-2-3 1,2-4 0,-2-2 0,1 0-962,2-3 1,3-4 818,0-3 1,-1-2 0,-2-1 0</inkml:trace>
  <inkml:trace contextRef="#ctx0" brushRef="#br0" timeOffset="10">10417 4178 7969,'-9'0'330,"1"1"1,-1 2-10,0 2 1,2 4 0,1 2 0,3 5 400,2 3 1,-2 4 0,1 5-1,0 4-764,1 1 0,1-2 1,-1 0-1,-1-1-661,-1-3 1,0-4 0,3-4-665,0-4 1367,0-6 0,-4-5 0,-1-4 0</inkml:trace>
  <inkml:trace contextRef="#ctx0" brushRef="#br0" timeOffset="11">10219 4358 10313,'9'0'1638,"1"0"0,5-1-819,5-2 0,7 2 0,6-2 0,3 2-812,4 1 0,-1 0 0,-1 0 1,-2 1-8,-6 2 0,-2 6 0,-3 4 0</inkml:trace>
  <inkml:trace contextRef="#ctx0" brushRef="#br0" timeOffset="12">11198 3981 9775,'-9'1'377,"0"1"1,4 3-1,-1 5 259,-1 1 1,3 2 0,-2 7-1,0 2-258,1 7 1,-1 10-1,2 5 1,0 2-1,2-22 1,-1 0-274,1 2 0,-1-1 1,-2 22-1,1-22 0,-1 0 1,-3 23-559,-1-4 1,0-9 0,2-6-1,0-3-968,1-5 0,5-5-225,-2-1 1646,2-9 0,5 6 0,0-8 0</inkml:trace>
  <inkml:trace contextRef="#ctx0" brushRef="#br0" timeOffset="13">11292 4332 7801,'-6'6'0,"1"0"1,-1 0 818,1 2 0,-2 1 0,4-1 0,-2 2 273,-2 1 0,2 0 0,1 3-508,0 1 1,-3 4-1,2 1 1,1-1 0,0-2-397,0-2 1,3 0 0,-2-4 107,2 0-154,1-2 1,4-8 0,1-3-1,0-6-177,1-3 0,1-3 1,3-3-1,3-1-366,0-2 0,-1 1 1,2-4 48,1-1 1,0 3-1,1 1 1,-2 3-1,0 3-392,0 2 0,-2 4 629,-3 2 1,-2 10-1,-1 7 211,-3 4 1,-5 6 0,-2 3 0,-1 3 0,0 1-263,0-4 0,-2 2 1,4-5-810,1-2 0,1 3 1,1-8 974,0-1 0,8-3 0,2-1 0</inkml:trace>
  <inkml:trace contextRef="#ctx0" brushRef="#br0" timeOffset="14">11944 3903 8473,'0'-8'3276,"-1"2"-2457,-2 0 0,-1 9 0,-6 3 0,0 6 0,-2 5 0,-1 4 0,-1 5 0,-3 5-273,-1 2 0,-5 10 0,11-20 0,-1 1 0,-1 2 0,-1 1-137,-2 2 1,0 1-1,3-2 1,-1 0-1,-2 5 1,1-1 0,0-1-1,1-1-83,1 1 1,0-2-1,4-6 1,1 0 0,-4 22-1,5-7-1146,6-7 1,2-7 0,2 0 0,4-5-274,2-6 1,3-2 0,2-3 272,0-3 1,5-1 0,4-4 0</inkml:trace>
  <inkml:trace contextRef="#ctx0" brushRef="#br0" timeOffset="15">11987 4229 8838,'-8'6'0,"2"0"819,0 0 0,3 3 0,-2 2 0,2 1 0,1 1 0,1-1 0,1 2 0,0 1 0,0 1 0,4-1 0,1-2 0,3-1-518,0-1 0,5-2 0,0-4 0,1-2-609,1-2 0,-1-2 0,3-2 0,0-3 36,1-5 0,-3-2 0,0-4 0,1-1-8,0 1 1,-5 0 0,0 0 0,-1 0 461,-1 0 0,-2 3 1,0 3 196,-1 1 1,-5 7-1,-1 3 4,-1 4 1,-9 9 0,0 4 0,-2 6 79,-3 4 1,-2 2-1,-2 4 1,-2 4-306,-1 4 1,2-1 0,9-19 0,0 1 0,-9 20-730,4-4 0,2-7 0,7-4-522,1-3 1,3-5 0,7-11-2185,4-4 2457,1-11 1,7-6 0,-2-9 0</inkml:trace>
  <inkml:trace contextRef="#ctx0" brushRef="#br0" timeOffset="16">12373 4418 7783,'-8'3'3276,"-1"0"-2457,4 3 0,3-5 0,7 1 0,5-4 0,2-3 0,3 0 0,4 0 0,1 0-875,-1 1 1,0 1 0,-2-2-1,-1 1-48,-2 2 0,2 0 0,-2 0 104,-1 0 0,3-1 0,-2 3 0</inkml:trace>
  <inkml:trace contextRef="#ctx0" brushRef="#br0" timeOffset="17">12897 4135 7823,'0'9'209,"0"-1"0,-3 1 1,-1 0-1,-1 3 610,-2 2 0,3 0 0,-2 3 0,-1 5 0,0 5 0,-5 5 0,1 4 0,-1 1-478,0-1 0,2-2 0,0-3 0,3-4-1980,4-4 1,2-7 545,1-2 1,1-7 0,1-5 645,1-4 0,8-7 0,-2-4 1</inkml:trace>
  <inkml:trace contextRef="#ctx0" brushRef="#br0" timeOffset="18">13025 3989 7823,'6'-7'819,"0"1"0,-3 2 0,2 6 0,2 3 273,1 3 0,0 10 0,1 3-546,-1 6 0,0 4 0,-2 9 0,-3 3 0,-3-18 0,1 1-137,-1 1 1,0 1-1,-1-2 1,1 1-1,-2 2 1,1 0 0,-2-2-1,0 0 246,-1-1 0,0-1 1,-5 17-1,-2-1 0,-1-3-1416,-1-5 1,2-10 0,0-2-60,1-4 1,1 0 0,-2-4 0,0-2-274,0-1 1,5-4 0,1-7 475,1-2 0,1-9 1,3-6-1</inkml:trace>
  <inkml:trace contextRef="#ctx0" brushRef="#br0" timeOffset="19">13317 3809 7786,'-9'-5'1638,"1"-2"0,0 5-546,3-4 0,5 4 0,5-1-273,3 2 0,-2 1 0,-1 0 0,2 0-104,1 0 1,0 0 0,1 0 0,-1 1-758,1 2 0,-3-1 0,-1 4 0,2 0-143,1 2 1,-4-2 0,0-1 0,-1 2 57,0 1 0,0 1 0,-3 2 0,0 0 199,0 0 1,-4-2 0,-2 0-1,-1-1 27,-2 1 1,1-1-1,-1-2 1,0-1 404,1-1 1,-1 2 0,2-3 0,0 1 311,1 0 1,3-1-655,-2-3 1,4 3 0,2 0 0,5-2-195,5 0 0,4 0 0,-1 1 0,3 2-788,0 1 1,0 1 0,0 2 0,0 1-2458,0-1 2457,-3 1 1,-2 3 0,-3 2 0</inkml:trace>
  <inkml:trace contextRef="#ctx0" brushRef="#br1" timeOffset="20">9722 3912 7754,'0'-6'-254,"0"1"573,0 3 1,0-3 69,0 2-153,0 2-1909,0-3 1673,-4 4 0,3 0 0,-3 0 0</inkml:trace>
  <inkml:trace contextRef="#ctx0" brushRef="#br1" timeOffset="21">9722 3860 7197,'-4'-8'106,"2"3"1,-3 1 298,1 1 0,-1 1 1,1-3-537,-1 1 1,2 0-454,-3 1 1,4 2-383,-4-1 966,4 1 0,-2 1 0,4 0 0</inkml:trace>
  <inkml:trace contextRef="#ctx0" brushRef="#br1" timeOffset="22">9644 3800 7908,'-7'-1'0,"0"0"-68,1-2 0,1-1 0,-4 2 220,1-1 1,-1-1 0,0 2-242,1 0 1,2-1-416,0 3 1,3 0-347,-2 0 850,3 0 0,-2 0 0,4 0 0</inkml:trace>
  <inkml:trace contextRef="#ctx0" brushRef="#br1" timeOffset="23">9516 3766 6236,'-9'-6'348,"1"1"0,-1 3 0,0-2 0,1 1 57,-1 0 0,1-1 0,-2 3-368,-1-2 0,1 0 1,-1 3-303,1 0 1,4 0 0,1 0-1205,-2 0 660,3 0 809,0 0 0,4 0 0,0 0 0</inkml:trace>
  <inkml:trace contextRef="#ctx0" brushRef="#br1" timeOffset="24">9215 3732 7908,'-12'0'5,"2"0"1,-1 0 0,1-1 140,2-2 0,2 2 0,0-2 1,0 2-6,-2 1 1,2-3-1,1 1-727,-2 0 0,2 1-780,0 1 1366,-1 3 0,1-2 0,-3 7 0,4-3 0</inkml:trace>
  <inkml:trace contextRef="#ctx0" brushRef="#br1" timeOffset="25">8924 3740 7908,'-15'0'-89,"1"0"1,4 1 0,-2 1-1,2 1 54,-2-1 0,3-1 0,-3-1 0,3 1-76,0 2 1,3-2 0,1 2 0,-2-2-43,-1-1 0,4 0-122,1 3 0,1-2 275,-1 2 0,2-6 0,-3-1 0</inkml:trace>
  <inkml:trace contextRef="#ctx0" brushRef="#br1" timeOffset="26">8640 3758 7912,'-13'3'-74,"-2"-1"1,2 4 0,0 0 43,-2-2 1,2 4 0,-1-2-1,1 1 8,-1 2 0,4 0 0,-1-2 0,1 0-79,1-1 1,1-1-1,0 4 1,2-1 121,0 1 0,3-3 0,-2 0 0,0 0-239,1 2 1,1-2 0,-2-1 0,0 1 124,1-1 0,1 1 0,-2-2 0,0 0 47,0 0 0,0 2 0,-4-3 0,0 2 46,1 2 0,-1-2 0,1 0 0,-2 2 0,-1 1 0,1 0 0,-2 0 0,0-2 0,1 0 0,-3 0 0,1 2 0,1 1 0,-1 0 0,-1-1 0,2 1 0,-1-1 0,1 1 0,0 0 1,1-1-1,0 1 8,0-1 1,2 1 0,0-2 0,0 0 71,1-1 0,2-1 0,1 1 224,2 0-30,-4 0-123,6-2 0,-4-1 0,3-6-47,-1-2 0,1-3 0,2 0-89,0-1 1,0 0-83,0 1 1,0-1 66,0 1 0,0-1 0,0 1 0</inkml:trace>
  <inkml:trace contextRef="#ctx0" brushRef="#br1" timeOffset="27">13154 3655 7924,'-1'-5'0,"-1"1"0,-1 0 0,-3 2 0,0-3 51,-2-2 0,3 3 0,0 0 0,0 1 97,0 1 1,2-1 0,-1 2 0,-1-1-537,0-1 388,3 0 0,-5-1 0,2 0 0</inkml:trace>
  <inkml:trace contextRef="#ctx0" brushRef="#br1" timeOffset="28">12948 3509 7924,'-17'-4'0,"3"2"0,0-3 0,1 1 112,0-1 0,2 2 0,0-2 0,1 0-269,2 1 0,2 2 0,1-2-672,1 0 829,1 3 0,0-3 0,-2 4 0</inkml:trace>
  <inkml:trace contextRef="#ctx0" brushRef="#br1" timeOffset="29">12579 3432 7924,'-22'-4'-111,"-3"2"0,3-3 110,1 1 0,-3 0 0,4 3 0,1-3 0,0 0 238,-1 0 0,4 0 0,-1 2 1,2 0-612,1 0 1,2 1 0,4 1-850,-1 0 1223,4 0 0,-2 0 0,2 0 0</inkml:trace>
  <inkml:trace contextRef="#ctx0" brushRef="#br1" timeOffset="30">11833 3466 7924,'-26'5'70,"0"-1"0,1-2 0,2 2 49,3 1 0,5-3 0,2 1-1009,0-2 757,6-1-959,3 3 1092,4-2 0,0 3 0,-4 0 0,-1 1 0</inkml:trace>
  <inkml:trace contextRef="#ctx0" brushRef="#br1" timeOffset="31">11541 3543 7017,'-20'4'-173,"0"2"1,5-2 0,-4 2 0,0 0 308,1-1 0,-3 2 0,1-1 0,-1 2-9,-3 0 0,7 1 0,-6-1 0,1 1-1,1-1 0,0 1 0,5 0 0,1-1-441,1 1 1,2-1 0,0 1 0,1-1 314,4 1 0,0 0 0,-1-1 0</inkml:trace>
  <inkml:trace contextRef="#ctx0" brushRef="#br1" timeOffset="32">10914 3886 7924,'-4'-5'0,"0"0"0,1 0 338,0 0 0,0-1 1,3-3-134,0-2 0,0 1 0,1-2-255,2-1 0,2 3 0,2-4 0,0 2 0,-1 1 8,1 2 1,-3 0 0,1 1-372,-1-1-69,3 4 1,-7 2 0,0 4-1,-5 1 353,-3 4 1,-4 5-1,-3 0 1,-1 1 64,-1 0 1,2-2 0,-1 5 0,-2 0 127,-1 1 1,4-2-1,3-2 1,1-1-118,4 1 1,4 0-1,1-2 1,5-1 3,5-1 1,6-4 0,7 0 0,4 0 104,6-2-56,-2-1 0,5-1 0,-4 0 0</inkml:trace>
  <inkml:trace contextRef="#ctx0" brushRef="#br1" timeOffset="33">7988 4135 8108,'-16'6'0,"1"-2"178,1 0 1,3 2 0,0-3 411,1-1 1,6-1 457,4-1 1,4-1 0,5-2-793,-1-3 1,4-1-1,0-2 1,0 0-177,1 1 1,2-2 0,-1 0-1,3-3 149,0 0 0,-3 3 0,-1-2 0,0 3-918,-3 0 0,0 0 448,-2 1 0,-4 3 1,-5 4 245,-6 6 0,-6 4 0,-5 10 0,-1 0 0,-1 2-8,1 1 0,1-2 0,1 1 0,0 0-88,-1-1 0,8-2 0,2-2 0,4-1-541,2-1 1,5-3-1,7-1 1,7-2 631,8-2 0,8-4 0,6 1 0</inkml:trace>
  <inkml:trace contextRef="#ctx0" brushRef="#br0" timeOffset="34">13858 4289 7928,'-13'0'819,"-1"0"0,1 0 0,-1 0 0,2 0 273,1 0 0,5 0 0,1-1-273,1-1 0,5 0 0,5-4 0,2 0-206,4 1 1,1-1 0,5 2 0,1 0-889,1 0 0,4-1 0,-3 2 0,0 1-44,-1 1 0,-1 1 0,4 0 0,-2 0-774,0 0 1,-3 0 0,2 0 272,-2 0 1,-1 4 0,1 1 0</inkml:trace>
  <inkml:trace contextRef="#ctx0" brushRef="#br0" timeOffset="35">13858 4392 7928,'-9'1'0,"0"1"0,1 2 1092,-1 1 0,4-3 0,0 1-273,1 1 0,3-3 0,6 2 0,4-2-418,4-1 1,2 0-1,4 0 1,3 0-1495,3 0 1,-1 0 0,5 0 820,1 0 1,0 0-1,5 0 1</inkml:trace>
  <inkml:trace contextRef="#ctx0" brushRef="#br0" timeOffset="36">14561 4075 7928,'-8'-4'407,"-1"0"1,1-2-1,0 0 685,2-1 0,1 0 0,4-2-273,1 0 0,3 0 0,10-2 0,4 0 0,5 1 0,0 0 0,1 2 0,0 3 0,2 2 0,1 2 0,-1 1 0,-2 0-454,-3 0 1,-2 7 0,-2 2 0,-1 3-685,0 4 0,-8-3 1,1 1-1,-3 2 381,-4 0 0,0-2 1,-1-1-1,-1 1 412,-1-1 1,-7-1 0,-5 1 0,-2-1-159,-2-1 1,-3-1 0,-1 1 0,-3 0-155,-1 0 1,3-5 0,1 0 0,1 0-132,2-1 1,4-2-1,2-3-257,0 0 1,6 0-1,7-1-137,5-1 1,7 1 0,2-2 0,2 2 136,1 1 0,1 0 0,2 0 1,1 1 113,0 2 0,-1 4 0,-1 6 0,-3 1 359,-2 4 0,-3 0 0,-1 5 1,-3 1 767,-4 1 1,-3 1 0,-4 1-714,-5-1 0,-4 0 0,-7-5 0,-3 0 0,-2 0-302,-1-2 0,-2-1 0,-2-3 0,0-2-22,-3 0 1,7-3-1,1-4 1,3-3-799,3-2 1,5-2 0,3-2 0,4-4-1,5-3 1,8-5 0,6-5 0,4-3-2458,4-1 2457,2 2 1,7-7 0,2 2 0</inkml:trace>
  <inkml:trace contextRef="#ctx0" brushRef="#br0" timeOffset="37">15153 3903 7928,'-8'13'1092,"-2"-3"0,1 5 0,-2 1-273,1 3 0,2 4 0,-3 5 0,0 6-273,0 5 0,-1 4 0,5-18 0,-1 2 0,0 1 0,0 0-78,0 1 0,1-1 0,-1-2 0,0 0 0,1-1 0,-1-1 0,-5 18 170,1-5 0,8-12 1,-4-3-1,3-5-1731,3-6 1,2-5 0,3-4 272,3-4 1,5-11 0,3-5 0</inkml:trace>
  <inkml:trace contextRef="#ctx0" brushRef="#br0" timeOffset="38">15282 4247 7928,'-1'11'0,"-2"1"819,-2 2 0,0-2 0,-1 3 0,-1 2 0,0 2 0,-2-1 0,1 6 0,-2 1 0,-1 2 0,1-8 0,-1 2 0,2-3 819,3-3 0,0-3-1274,3-1 1,1-9 0,5-6 0,2-5-679,3-6 0,2-2 1,0-2-235,2-1 1,3-5 0,-2 1-1,1 1 1,0 1-273,-2 3 1,1 1 0,-3 2 0,2 0-1,2 2 1,-4 6 0,2 1 0,-3 2 544,0 3 1,-1 6 0,0 5 0,-1 7 134,-2 3 1,0 5 0,2-2 0,-2 3 429,-1 1 0,-1-4 0,-1-2 1,2-2-692,1-1 1,0-4 0,1-2-1,1-4 139,2-5 262,0-1 0,11-8 0,-2-3 0</inkml:trace>
  <inkml:trace contextRef="#ctx0" brushRef="#br0" timeOffset="39">15703 4298 7928,'-21'-4'102,"5"2"1,0-3 0,4 1 716,4-1 0,3 2 0,5-3 0,1 0 0,2-2 0,5-1 0,4-2 0,1 0 0,-1 0 0,2 2 0,-1 0 0,0 0 0,2 1 0,-1 3 0,-1 2 0,0 2-607,1 1 1,-1 1 0,1 2-1,-1 4-673,-1 3 0,-1 4 0,3 3 0,1 1-359,1 2 1,2-2 0,2 2 0,0-1-1,-1 1 1,2-2 0,-1 2 0,-1-2-820,-1-1 1,-5-3 1425,-1-3 1,-3 3 0,0-1 0</inkml:trace>
  <inkml:trace contextRef="#ctx0" brushRef="#br0" timeOffset="40">15797 4547 7928,'-8'-1'344,"2"-2"1,1-3 358,1-1 0,1-3 1,3-2-1,2-5 116,4-5 0,5-7 0,11-3 0,6-6-576,-12 17 0,0 0 0,1-1 1,0 0-1,2-2 0,1 1 1,-2 1-1,1 0-1063,-2 2 1,-1 1 0,14-10 0,-8 8 603,-5 4 1,0 1 0,-4 3-1</inkml:trace>
  <inkml:trace contextRef="#ctx0" brushRef="#br0" timeOffset="41">16535 4161 7964,'0'-9'1638,"0"1"0,0 2-609,0 0 1,-3 5-1,-1 2-929,-1 7 0,3 4 1,-4 6-1,0 1-348,1 1 0,-2 4 0,2-1 1,-1 2-435,1 1 0,3-5 0,-1-1 0,1-1-249,-1-2 931,2-4 0,-7-1 0,4-3 0</inkml:trace>
  <inkml:trace contextRef="#ctx0" brushRef="#br0" timeOffset="42">16372 4221 8344,'-9'0'1638,"1"0"0,5 0-906,6 0 0,3 0 0,11 0 0,2 0-1393,2 0 1,-1 0 0,3 0-1,0 0-978,2 0 1,-1 0 1544,2 0 0,-2 0 1,5 0-1</inkml:trace>
  <inkml:trace contextRef="#ctx0" brushRef="#br0" timeOffset="43">17050 4161 7964,'-9'0'1638,"3"0"0,1 0-819,-2 0 0,0-1 0,2-2 0,2-3 0,2-1 0,1-3 0,1-1 0,3-5 0,4-3 0,2 1 0,4-2 0,2 1-318,3-1 1,-1 2-1,2-1 1,-1 4-664,-2 3 0,0 4 1,-1 2-1,-2 3-246,-2 2 1,-3 2 0,0 2 0,-1 4 42,-3 3 1,2 7-1,-4 6 1,0 2 251,0 1 0,-2 0 0,1 3 0,-3 2 488,-1 3-1,-6 0 1,0-1 0,-3 0 301,-3-2 1,0-3-1,-3 0 1,-1-5-165,-2-3 0,4-4 1,-4-4-1,-1-1-313,0-4 1,-4-3 0,3 1 0,-1-1-305,0-3 1,7-1 0,0-1-1,2-4-132,4-3 0,4 1 0,3-7 0,3 1 0,3-1 0,3 4 0,4-1 1,3 1 125,0 1 1,2 2 0,2 1 0,1 3 37,2 2 1,-4 1-1,3 0 1,1 1-661,1 2 0,-1 5 0,1 4 1,-1 1-88,-1 3 1,-2-1 0,5 0 0,-1-1-1,-2-2 1,3-1 0,0-2 0</inkml:trace>
  <inkml:trace contextRef="#ctx0" brushRef="#br0" timeOffset="44">17573 3938 7964,'-8'4'162,"0"1"1,1 4 656,2 2 0,0 1 0,-1 4 0,2 4 273,0 4 0,3 4 0,-5 10-546,-1 5 0,0 3 0,2-21 0,0 0 0,-6 21 0,-3-1-361,1-3 0,-2-9 0,3-2 0,2-6-1338,0-5 0,4-6-146,1-3 0,4-6 1299,1-5 0,4-7 0,4-7 0</inkml:trace>
  <inkml:trace contextRef="#ctx0" brushRef="#br0" timeOffset="45">17685 4264 7964,'-9'3'587,"3"2"0,1 4 0,-2 0 232,-1 3 0,0-2 0,0 4 0,1-1 0,-2 0 0,4-1 0,-4 1 0,0 0 0,2 1 0,5-4 0,-2 1 0,1-4 22,0-1 1,1-5-1145,5-1 1,2-5 0,3-5 0,2-3-201,1 0 1,0-1-1,2-3 1,0-1 85,1 1 0,-1 3 1,2 1-1,0 0 208,0 3 1,-2 0-1,1 2 1,-2 0 471,-1 2 1,-2 3-1,-1 6 1,-3 4-55,-2 3 1,-2 7 0,-2 4 0,-2 1-355,-2 1 0,-4 2 0,-1 0 1,-2-1-676,2-1 1,0-7 0,2 0 0,0-2-2458,2 0 3059,2-8 1,4 2 0,0-8 0</inkml:trace>
  <inkml:trace contextRef="#ctx0" brushRef="#br0" timeOffset="46">18277 3955 7697,'-4'-13'1638,"3"6"0,-3-4-546,0 1 0,3 0 0,-5 5-273,-1 2 0,2 2 0,0 3 0,-3 3 0,-2 7 0,-2 5 0,-4 5 0,-4 6-273,-4 4 0,-5 4 0,12-15 0,-1 1 0,0 0 0,-1 1-405,-1 1 1,1 1-1,1-2 1,0 0-1,-4 4 1,1 0 0,1-1-1,1 0-467,2-1 0,1 0 0,-6 17 0,7-8 0,5-3-767,5-4 1,4-6 0,5-1 436,4-2 1,4-5-1,4-1 1,0-3 0,2-1-165,0-2 1,3-2 0,-1-5 0,0-3 47,1-5 1,1-7 0,4-6 0</inkml:trace>
  <inkml:trace contextRef="#ctx0" brushRef="#br0" timeOffset="47">18234 4238 7755,'-9'0'1274,"4"0"-228,-1 0 0,0 1 0,-1 2-408,1 2 0,2 4 0,5 2 0,2 4-57,3 1 1,-1-2 0,3 1 0,1-1-369,1-1 1,3 0-1,1-6 1,0-1-322,0-3 1,0-2 0,1-1 0,-2-1-37,0-2 0,1-2 0,-2-3 0,1-2 19,-1-1 0,0 0 0,-4-2 0,1 0 377,-1 3 1,-3 3 148,-2 2 0,-3 4 0,-3 2-2,-3 6 0,-2 6 0,-3 4 0,-2 1-31,-3 2 0,0 3 0,-4 4 1,2 3-952,1 0 1,0-2 0,1 1 0,1-4-1057,4-2 1,2-2 818,4-4 1,6-7 0,6-5 0,6-7-1,3-7 1,-1-7 0,6-6 0</inkml:trace>
  <inkml:trace contextRef="#ctx0" brushRef="#br0" timeOffset="48">18577 4375 7755,'-8'0'797,"-1"0"1,0 0 0,1 0 840,-1 0 0,4 0-626,-1 0 0,8 0 1,1 0-358,3 0 0,6 0 1,0 0-1,1 0 0,3 1 164,0 2 0,1-2 0,-1 2 0,0-2-1084,-2-1 0,-4 0 0,3 1 0,-2 1-828,1 0 1,0 1 0,-2-3 272,2 0 1,3 4 0,-1 1 0</inkml:trace>
  <inkml:trace contextRef="#ctx0" brushRef="#br0" timeOffset="49">19101 4332 7813,'0'-4'1092,"-1"1"0,-2 6 0,-3 2-273,-2 3 0,0 1 0,-1 3 0,0 2 0,-3 2 0,2 1 0,-4 1 0,1 0 0,0 2 0,2-2 0,0 2 0,1-3-1912,2-3 1,0-1 0,1-6-1,2-1 1,4-3 0,1-7 272,4-4 1,4-3 0,1-5 0,-1-3-2458,1-2 2822,-1 2 1,5-6 0,0 3 0</inkml:trace>
  <inkml:trace contextRef="#ctx0" brushRef="#br0" timeOffset="50">19109 4084 7813,'5'-9'1091,"-1"0"-584,0 1 0,-3 2 1,5 1 311,1 1 0,1 2 0,3 2 0,1 1 0,2 1 0,1 4 0,3 6 0,1 3 0,0 4 0,-5 7 0,2 5 0,-2 3 0,-1 4 0,-6-1 0,-1 4 0,-5 2-609,-4 0 1,-6-3 0,-6 1-1,-3-4-340,-2-4 1,-4-6 0,1-1 0,-2 0-477,0-2 1,2-6 0,1-1 0,0-1-215,0-4 1,3-4 0,0 3 0,3-3 617,1-3 1,1-3 0,-3 2 0</inkml:trace>
  <inkml:trace contextRef="#ctx0" brushRef="#br0" timeOffset="51">6915 8096 7796,'-11'0'349,"0"0"0,0 0 380,-1 0 0,3-1 0,0-2 0,2 0 2328,-2 0 371,4 2-2860,0 1 1,6 0-1,3 0 1,3 0-98,3 0 0,3 1 1,0 2-1,3 0-700,1 0 1,-2-2 0,4-1 0,0 0-523,2 0 0,-2 0 1,-2 0-1,0 0-320,0 0 0,-2-1 1,2-2-1,-1-1-4474,-2-3 5545,-7 5 0,8-8 0,-3 4 0</inkml:trace>
  <inkml:trace contextRef="#ctx0" brushRef="#br0" timeOffset="52">6937 8151 7867,'-16'12'1371,"2"-1"0,-2 0 1,3 0 549,3 0 1,6-4-886,1 1 0,1-5 1,4 3-1,1-1-705,5-2 1,2-2-1,1-1 1,1 0-1024,3 0 0,-2 0 0,6 0 0,0 0-2953,2 0 3645,1 0 0,0-5 0,1-1 0</inkml:trace>
  <inkml:trace contextRef="#ctx0" brushRef="#br0" timeOffset="53">8110 7245 7826,'0'-11'238,"-2"1"1,0 1 717,-2 2 0,0 3 1,3-3 3161,-2-2-2990,1 4 0,-3 3-825,5 9 1,0 7-1,-1 11 1,-1 6-12,-2 5 1,-5 9 0,2 9-1,-3 6-514,5-27 0,-1 0 1,1-2-1,-1 2 1,0 1-1,0 2 1,-1-3-1,0 1-693,0 0 0,0-1 0,-5 24 0,6-5 0,0-9-2864,0-11 3779,4-6 0,-3-9 0,5-1 0</inkml:trace>
  <inkml:trace contextRef="#ctx0" brushRef="#br0" timeOffset="54">8209 7510 8572,'-1'11'693,"-3"0"1,3 0 0,-3 0 0,2 0 365,-2 0 0,3 2 1,-3 0-1,3 3-517,1 1 0,-1-1 0,-2 4 1,0 1-188,0-1 0,2-1 0,0 2 0,-2-2-291,0-5 1,-1-1-1,4-2-155,0 0 1,0-6 98,0-5 0,4-5 0,0-8 1,3-1-146,1-5 1,2 1 0,1-3 0,0-2-15,0-1 1,-2 1-1,-1 1 1,2 0-109,-1-1 0,0 5 0,2 2 0,0 3 198,0 3 1,-4 2 0,0 1 142,2 3 1,-4 13 0,-1 6-1,-3 4 46,-1 3 1,0 5 0,0 2 0,0-1-633,0-2 1,0-3 0,0-1 0,0-1-1014,0-2 1,0-3-1,0-5-2312,0 0 3829,0-5 0,5-11 0,1-7 0</inkml:trace>
  <inkml:trace contextRef="#ctx0" brushRef="#br0" timeOffset="55">9216 6681 7915,'0'-8'2698,"0"1"0,-1 1-1885,-3-2 0,2 3 0,-6 5 290,0 0 1,-2 6 0,-1 6-1,-2 6 93,-1 7 0,-4 0 0,-4 9 0,0 5-576,0 6 1,-1 7-1,10-23 1,1 1-1,-1 3 1,-1 0-621,0 5 0,0 0 0,1 1 0,1 0 0,-1 6 0,-1 1 0,1 0 0,0 0-61,0 1 1,0-1 0,2-4 0,2 0 0,1-1 0,1-1 0,1-2 0,1-1 60,1-3 0,0 0 0,-1 21 0,7-5 0,1-7-1567,5-6 0,5-7 0,3-6 0,1-3-2107,3-2 1,1-10 3673,1 2 0,0 1 0,0-1 0,1-3 0</inkml:trace>
  <inkml:trace contextRef="#ctx0" brushRef="#br0" timeOffset="56">9360 7057 7904,'-14'4'0,"2"3"3260,2-1-2043,1-1 1,3-7 0,4-1 0,4-5-745,6-1 0,2-3 0,1 1-176,0 0 1,3-3-1,2-2 1,0 0-1,0 0-192,-2 2 1,-1-2 0,1 1 0,1 1-122,-2-2 1,-1 3 0,0 0 0,-1 3-197,0 3 1,-4 1 0,0-1-77,2 7 0,-3 10 0,0 9 0,-1 3-125,-2 4 1,2-1-1,0 7 1,-1 3-282,1-1 0,4 2 0,-2-3 0,3-1-109,1-4 1,-2-9 0,1 0 0,2-4 28,0-5 1,1-6 0,-4-2-1,1-4 774,1-6 0,-2-7 0,7-2 0</inkml:trace>
  <inkml:trace contextRef="#ctx0" brushRef="#br0" timeOffset="57">9481 7256 7904,'-9'1'0,"0"1"258,2 2 1,4-2-1,-1-6 1642,3-8 1,7-1-1,5-9 1,7-6-1368,3-7 1,6 0 0,2-6-1,3-1-825,1-1 1,0 6-1,-2 3 1,-3 1-1439,-2 2 0,-5 9 1730,5 0 0,-3 2 0,-1-2 0</inkml:trace>
  <inkml:trace contextRef="#ctx0" brushRef="#br0" timeOffset="58">10057 6437 13061,'-6'-7'4223,"2"-1"-3828,3 6 1,2-3-423,3 5 1,-2 0 0,4 1 0,0 2-279,0 0 0,1 2 1,1-2-1,0 1-89,0-2 1,2 3 0,1 0 206,0 1 0,-3-4 0,-2 3 203,-1 0 0,0-2 1,-3 4 326,2 2 1,-1-3 0,-3 1-61,0 2 0,-5-1 0,-1 1 0,-1-3 73,0-1 1,-1 2 0,-2-2-1,2 0-145,0 0 0,1 3 0,-3-4 1,2 1-291,0 0 1,4 0-620,-3-1 445,5-3 0,5 0-129,8-4 0,3-5 0,-3 5 0,0 0 295,0 2 1,0 1 0,-1 1 376,-3 3 0,2-2 1,-5 6-369,-2 0 1,-1-2 0,-1 2 0,-1 0-614,-3 2 1,-2 1 0,-5-1 0,0-1 245,0-2 1,0 0 0,0 3-1,0-1-3826,0-2 4271,0 1 0,-5 3 0,-1 0 0</inkml:trace>
  <inkml:trace contextRef="#ctx0" brushRef="#br0" timeOffset="59">10101 6891 7904,'-11'11'639,"0"0"888,0-5 1,6-4-1,5-8 1,6-6-912,4-4 0,6-2 0,2-6 1,3 0-480,1-2 1,0-5 0,1 3 0,0-2-493,3 1 1,-7 4 0,4-1 0,-4 3-197,-2 1 1,-1 8 0,-5 5-1,0 1-2383,1 2 0,-6 5 2934,-3 1 0,-1 5 0,-2 6 0</inkml:trace>
  <inkml:trace contextRef="#ctx0" brushRef="#br0" timeOffset="60">10322 6791 7904,'0'-7'2319,"0"-1"0,1 6 646,3-2-1087,-3 3-1314,4 1 1,-5 1 0,-1 2-452,-3 0 1,3 6-261,-3-2 1,2 2 0,0 0-408,-2-2 1,0-3-928,4 3-252,0-5 0,5 3 539,2-5 1,0 0 0,0 0 1193,2 0 0,5 0 0,4 0 0</inkml:trace>
  <inkml:trace contextRef="#ctx0" brushRef="#br0" timeOffset="61">10466 6692 7904,'-1'-7'0,"-2"3"3686,0-1-1503,-1-2 0,4 3 1,1 4-1,2 7-1750,0 6 0,1 5 0,-4 5 1,0 2-1582,0 0 1,0 6 0,0-3 0,0 1 326,0-4 821,0-1 0,0 3 0,0 1 0</inkml:trace>
  <inkml:trace contextRef="#ctx0" brushRef="#br0" timeOffset="62">11141 6658 7928,'0'-11'1326,"-4"0"0,-1 0 305,-1 0 0,2 1 0,-3 3-540,-1 3 1,-2 3 0,-1 2-1,0 4 23,-1 6 1,-3 6 0,-4 9 0,-2 5-389,-1 5 1,-1 2 0,-2 7 0,-2 8-522,13-24 1,0 1 0,1 0 0,0 1 0,-1 5 0,1 0-491,1-2 0,1-1 0,-1 2 1,1 0-1,-1 27 0,4-4 1,1-3-1497,5-6 1,2-11 0,4-7 0,4-7 214,6-6 1,-2-5 0,3-3 0,-2-3-1679,2-3 3244,-3-3 0,14-6 0,-2-1 0</inkml:trace>
  <inkml:trace contextRef="#ctx0" brushRef="#br0" timeOffset="63">11174 7123 7838,'-7'0'3197,"-1"0"-1578,0 0 1,2 4-500,-2-1 0,6 0 0,-2-7 0,3-3-557,1-3 1,1-1 0,2 0 0,3-2-666,4-1 0,-2 0 0,7-4 0,-2-2-38,2-1 0,-1 3 0,3 1 15,-1 1 1,-1 2 0,-4 5 0,0 3 0,0 1-222,0 3 1,-1 2 0,-2 5 0,0 6 19,0 6 1,-2 5 0,1 4 0,-1 4 105,0 1 0,1 3 0,4-1 0,-1-1-171,-2-3 0,1-2 0,-1-6 0,2-1-275,1-2 0,0-9 0,0-2 0,0-4-1699,0-3 2365,0-5 0,0-6 0,0-6 0</inkml:trace>
  <inkml:trace contextRef="#ctx0" brushRef="#br0" timeOffset="64">11285 7344 7611,'-10'5'0,"1"1"2020,2 0 1,4-2-989,0-8 1,8-8 0,6-9 0,7-6-349,7-5 1,-1 0 0,6-8-1,1-2-1088,1-1 0,-3 2 1,-1 2-1705,-1 1 0,-2 2 2108,-7 7 0,3-3 0,-3 4 0</inkml:trace>
  <inkml:trace contextRef="#ctx0" brushRef="#br0" timeOffset="65">11816 6647 8269,'-4'-7'1634,"0"0"0,1 3 61,3-3 0,1-1-1231,3-3 0,-2 5 0,5 2 0,1 2-184,-2-2 1,4 3 0,-3-3-172,3 3 0,1 1 0,0 0-257,0 0 1,-3 4 0,-2 1-26,-1 1 1,-2 1 0,-3 4 434,0 0 0,0 0 0,-1-1 0,-3-1 75,-3-2 0,1 0 0,-1 5 0,-2-1-96,-1 0 1,-1-4 0,0 0-449,0 2 1,0 0-1,0-1 1,1 0-615,3 0 1,-2-2 183,5 2 1,2-2 0,7 1-218,6-3 1,0-3 0,4-1 0,-2 0-1135,2 0 1988,-3 0 0,14 5 0,-3 1 0</inkml:trace>
  <inkml:trace contextRef="#ctx0" brushRef="#br0" timeOffset="66">12092 6824 7935,'0'6'938,"-3"1"0,-1-4 0,0 5 1217,-1 1 0,4 7 0,-4 3 0,2 4-1308,-1 7 0,-1 0 0,3 11 0,-3 1-874,-2 1 1,4-8-1,-3-3 1,1-3-1757,2-5 0,2-5 1,0-6-4652,-3-4 6434,3-4 0,-9-10 0,4-1 0</inkml:trace>
  <inkml:trace contextRef="#ctx0" brushRef="#br0" timeOffset="67">11915 7023 8700,'0'7'2966,"3"-1"1,3-4 0,6 2-1897,4-2 1,3-1 0,3-1-1688,0 0 1,4 0 0,0 0-1,-1 0 1,1-1 616,0-2 0,0-4 0,-4-4 0</inkml:trace>
  <inkml:trace contextRef="#ctx0" brushRef="#br0" timeOffset="68">12513 6791 7848,'-11'16'1346,"0"-2"0,0 3 0,1 1-702,2 3 0,0 0 0,3 9 0,0 1 435,0 5 1,0 0-1,3 2 1,-2-3-2044,2-3 0,0-7 1,2-3-1,2-6-3081,1-4 4045,3-5 0,5-7 0,0-7 0</inkml:trace>
  <inkml:trace contextRef="#ctx0" brushRef="#br0" timeOffset="69">12634 6537 7892,'4'11'0,"0"0"1697,-2 0 0,4 5 1,2 4-1,2 5 1,1 11-711,0 11 1,0 10-1,-5-21 1,-1 1-1,0 1 1,0 1-878,-1 1 1,-1-1-1,0-2 1,-1 0-1,-2-4 1,0 0-1,0 26-482,0-7 1,-5-18 0,-2-1 0,-3-8-471,-1-7 0,0-3 0,0-8-4736,0-3 5578,0-3 0,0-15 0,-1-5 0</inkml:trace>
  <inkml:trace contextRef="#ctx0" brushRef="#br0" timeOffset="70">13110 6216 13925,'0'11'1300,"0"0"0,0 1 0,0 2 1,0 2-1463,0 1 0,-1 2 0,-1 3 0,-2 0-1218,1 0 1,-2 0 0,1 0 0,-1 0 1379,0 0 0,-4 0 0,3 1 0</inkml:trace>
  <inkml:trace contextRef="#ctx0" brushRef="#br0" timeOffset="71">13022 6725 7967,'-6'-13'5041,"4"0"-3756,8-2 0,3-6 1,10 0-1,0-4-1580,2-4 1,1 4 0,0-4 0,2 1-949,2 0 0,-7 7 0,2 1 1243,-4 7 0,-2-6 0,-4 7 0</inkml:trace>
  <inkml:trace contextRef="#ctx0" brushRef="#br0" timeOffset="72">13287 6603 8756,'1'-11'2231,"3"0"0,-3 4 0,4 0-932,0 3 0,-2-4 1,3 3-1,0 0-592,0 0 0,-2 2 0,3 3-898,2 0 0,1 0 1,1 0-268,0 0 1,-1 1 0,-2 3-1,-2 3 204,-1 3 1,-1 1-1,-4 0 288,0 0 0,0 0 0,0 0 0,-1 0 68,-3 0 0,-2 0 0,-5 0 0,0 0-162,0 1 0,0-1 1,0 0-1,-1-2-115,1-1 1,0 2-1,0-3 1,0 3 187,0 1 1,4-5 0,1-1 297,1 0 1,2-4 0,7 3 0,5-3-141,4-1 0,1-4 1,4-1-1,2-1-995,1-2 0,0 3 0,-2 1 0,-2 3-1410,-1 1 1,-1 0 0,-4 0 2233,0 0 0,-5 10 0,-1 2 0</inkml:trace>
  <inkml:trace contextRef="#ctx0" brushRef="#br0" timeOffset="73">9304 7654 9450,'2'-6'1629,"1"2"1,3-1 0,6 1-1,-1 2 1,1 1-878,3 1 0,2 0 0,5 0 0,1 0-98,3 0 0,4 0 0,5 0 0,3 0-374,2 0 1,2 0-1,3 0 1,2 0-183,-1 0 0,-1 0 1,5 0-1,-1 0-23,-2 0 1,-5 0 0,-3 0 0,0 0 143,1 0 1,-3 0 0,1-2 0,-3 0-33,-3-2 0,-1-3 1,2 2-1,2 0 4,2 0 1,-5-3 0,2 1-1,0 1-298,1 3 0,-3-4 1,5 1-1,-3 0 168,-1 2 0,0 0 0,1-1-71,-1-1 1,2 3-1,1-2 1,-3 1-1,2 1-8,-1 0 1,-1 2-1,5 1 1,-1 0 72,-1 0 1,-3 0-1,7 0 1,-2 0-15,-3 0 1,-3 0 0,-1 0 0,2 0-90,2 0 0,-6 0 0,5 0 0,1 0-112,-1 0 0,-4 0 0,5 0 1,2 0 101,1 0 0,-4 0 0,1 0 0,2 0-252,1 0 1,-1 0-1,1 0 1,-1 0 122,-1 0 1,-8-1 0,5-2-1,-1 0-127,0 0 1,-2 2 0,-3 1 0,0 0 110,1 0 0,-5 0 1,9 0-1,-2 0-99,-2 0 1,-2 0 0,2 0 0,1 0 116,-1 0 0,-2 0 0,1 0 0,-2 0 100,0 0 0,-3 0 0,6 0 1,1 0 298,-1 0 1,-2 0 0,3 0-1,2 0-201,1 0 0,1-4 0,-1-1 1,-1 0-354,-2 1 1,0-1 0,0 2 0,-3 0-709,-3 0 1,-4 1 0,-1-1-1,1-1-1393,-2 2 1,-5-3 2440,-4 1 0,-6-4 0,3 2 0</inkml:trace>
  <inkml:trace contextRef="#ctx0" brushRef="#br0" timeOffset="74">10610 7753 8554,'5'-6'1939,"-4"1"1,3 6-967,-8 3 0,2 2 1,-6 5-1,0 2-396,-2 1 0,-1 1 0,0 6 1,-2 4-553,-1 2 1,0 0 0,-3 5-1,0 5 121,-1 4 0,5 1 0,-2 5 0,4-4-1306,4-3 0,2-4 0,5 0 0,0-4-67,0-3 0,1-8 1,3-1-1,3-6-120,3-4 1,2-2 1346,3-1 0,-3 3 0,4-4 0</inkml:trace>
  <inkml:trace contextRef="#ctx0" brushRef="#br0" timeOffset="75">10776 8052 8974,'0'-7'1357,"0"-1"1,4 5-1,0-4-1131,3 2 1,-4 1 0,5 1 69,0-1 1,2 1-1,1 3-119,0 0 0,0 0 1,0 0-112,0 0 1,-3 3 0,-2 2 151,-1 1 1,-1 2 35,-4 3 0,0 0-187,0 0 1,-4-4 0,-1 0-1,0-1-156,0 0 1,-4-4-1,2 3-36,-3 0 0,3-4 63,0 3-108,4 2 198,-2-5 0,10 4 41,2-5 1,3 0 0,0 2 109,-3 1 0,2 0 0,-4 4-78,1 2 1,-3 0 0,0 3-202,-1-1 0,-7 0 0,-3 0 0,-2 0-635,-1 0 1,-1-1 0,-1-2-1,-3 0-479,-2 0 1,5-2 0,-3 1-1700,0-3 2913,4 0 0,-4-4 0,5 0 0</inkml:trace>
  <inkml:trace contextRef="#ctx0" brushRef="#br0" timeOffset="76">11163 8041 8165,'-7'4'797,"-1"-1"0,5 1 1,-4-3 75,3 3 1,0-2 0,4 6-554,0 0 1,5 1-1,2-1 1,3 0-490,1 0 1,1 6-1,2 1 1,2-2-58,1 0 0,-3-2 0,2 0 0,-2 0-561,1 0 1,0 0-1,-4-1 1,-1-2 786,-3 0 0,3-6 0,-4 3 0</inkml:trace>
  <inkml:trace contextRef="#ctx0" brushRef="#br0" timeOffset="77">11141 8273 8550,'7'-5'1232,"1"-2"1,0-3-881,2-1 0,6-5 0,3-4 0,1-4-287,3-6 1,0 3 0,0 1 0,1 3-975,-3 1 0,-10 8 0,0 3 909,-2 2 0,1 4 0,1 0 0</inkml:trace>
  <inkml:trace contextRef="#ctx0" brushRef="#br0" timeOffset="78">11705 7897 8542,'-11'0'2423,"1"1"-2136,3 3 1,-2 2 0,6 5 0,0 2-332,2 1 0,1 0 0,0 4 0,0 2-396,0 1 1,0 0 0,0-2-1,0-1 440,0-3 0,-5 0 0,-1-4 0</inkml:trace>
  <inkml:trace contextRef="#ctx0" brushRef="#br0" timeOffset="79">11539 8030 7822,'8'0'1466,"-1"0"0,-3 0 1,3 0-1,2 0-1056,0 0 0,3 0 0,0 0 0,3 0-775,3 0 1,0 0 0,2 0 0,1 0-2906,-1 0 3270,-1 0 0,8-5 0,2-1 0</inkml:trace>
  <inkml:trace contextRef="#ctx0" brushRef="#br0" timeOffset="80">12048 7864 8533,'-11'0'3156,"4"0"-1797,-1 0 0,6-1-661,-2-3 0,3 2-497,1-6 0,5 4 0,2-2 0,3 0-266,1 0 1,-3 2 0,-1-2-77,1 1 0,2 2 0,1 3 0,0 0-31,1 0 0,-3 1 0,0 1 0,-3 3 0,0 1 83,0 3 0,-3 2 0,1 3 1,-3 0 196,-1 0 0,0 2 1,0 0-1,-1 1 300,-3 3 1,-2-3-1,-5 0 1,-2-1-164,-1-2 0,0 2 0,-3-2 0,0 0-173,-1-2 0,4-5 0,-4 1 1,1-1-466,0-1 0,7-1 16,-1-5 1,7-1 240,1-3 0,10 2 0,4-4 378,2 1 0,4 1 0,1 4 1,3 0-1,1 0-201,0 0 1,0 0 0,1 1 0,-1 2-790,0 0 0,-4 6 1,-1-2-1,1 3-692,-1 1 1,-6-3 0,1-1 1439,-2 2 0,7-4 0,-4 0 0</inkml:trace>
  <inkml:trace contextRef="#ctx0" brushRef="#br0" timeOffset="81">12402 7698 7689,'5'-6'1887,"2"2"0,0 4 0,-1 4-1249,-1 3 0,2 9 0,-2 6 1,0 7-236,0 3 1,-2 6 0,-3 2-1,0 3 12,0 1 0,0 2 1,0-1-1,-1 0-172,-2-6 0,-2-3 0,-4-4-602,2-3 0,-1-2 0,-2-6 0,2-3 1,0-3-858,0-3 1,2-4 0,-2-2-2594,0-1 3809,-2-1 0,-1-14 0,0-3 0</inkml:trace>
  <inkml:trace contextRef="#ctx0" brushRef="#br0" timeOffset="82">12734 7587 8102,'0'11'1766,"0"-4"1,0 2-1430,0-1 0,0 2 1,0 1 7,0 0 0,0-4 1,0 1 115,0 0 1,0-2-72,0 2-614,0-1 1,1 3 267,3-3 1,-2-2 0,6-5 135,0 0 0,-1 0-50,0 0 0,0 0-57,4 0 1,-3 4-1,-2 1 1,-1 1-24,-3 2 1,0-1 0,-1 0-1,1 2 147,2 0 0,0 3 0,-4-1 0,0 0 117,0 0 1,-2-4-1,0 0-373,-2 2 0,-4 0 0,0-1-443,-2 0 0,-1-6 0,0 2 1,0-2-1008,0 2 0,0-3 0,0 2 974,0-6 1,4-3-1,0-5 1,2 0-733,3 0 1,1-4 1266,1 0 0,0-4 0,0 1 0</inkml:trace>
  <inkml:trace contextRef="#ctx0" brushRef="#br0" timeOffset="83">12745 7643 7835,'-10'7'3558,"3"0"0,3-4-3051,8 1 1,-2-3 0,7-2 0,2-2-613,3-1 1,2 0 0,-3 1 0,3-2-597,1-1 0,2 4 0,2-2 1,-2 1-3309,0 0 4009,-6 2 0,8-9 0,-4 4 0</inkml:trace>
  <inkml:trace contextRef="#ctx0" brushRef="#br0" timeOffset="84">13984 6349 7835,'-11'0'2205,"0"0"1,5 6 0,2 5-1115,3 6 1,2 8 0,3 8 0,5 16-827,-3-17 1,1 2 0,1 5-1,1 1 1,2 11 0,0 2 0,0 5-1,-1 1-168,-3-16 1,-1 0 0,0 0 0,-1 0 0,0-1 0,0 0 0,-2 0 0,-1 1 0,0 0-319,0 18 1,0-1 0,-4-2 0,-1-3 0,-2-7 0,-1-2 0,-2-3 0,-2-1 0,0-3 0,-1 0 126,1-2 0,-2-1 0,0-7 0,-1-1 0,0 2 0,0-2 0,-13 25-113,-1-3 0,2-7 1,-3 0-1,0-4-192,-1-7 0,5-4 0,-1-7 1,3-2 69,0 0 329,7-11 0,-12 6 0,12-10 0,3-1 0</inkml:trace>
  <inkml:trace contextRef="#ctx0" brushRef="#br0" timeOffset="85">10444 7189 7765,'-6'-5'1680,"-3"3"-1019,5-5 1,0 4-262,0-1 1,3 2 471,-3-2-558,3 3 1,2-4-480,3 5 0,-2 0-966,5 0 1,-3 0 1130,4 0 0,-1 0 0,4 0 0</inkml:trace>
  <inkml:trace contextRef="#ctx0" brushRef="#br0" timeOffset="86">7390 9125 7854,'-11'0'0,"-1"0"1251,-3 0 0,7 0 1,-3 0 1667,1 0 1,5-1-2425,1-3 0,8-2 0,3-5 0,4 0-560,4 0 1,2 3 0,7 1 0,0-1-528,2 2 0,4-2 0,-5 4 0,1 0-1127,1-1 1,-3 4-1,1-3 1719,-1 3 0,3 1 0,1 0 0</inkml:trace>
  <inkml:trace contextRef="#ctx0" brushRef="#br0" timeOffset="87">7413 9224 7780,'-23'11'1886,"5"-1"1,1-1 1672,1-2-2959,6-4 0,11 2 0,10-5 0,6-2-966,4-1 1,6 0-1,3-4 1,3-1-2340,4 2 2705,-3-4 0,14 4 0,-2-5 0</inkml:trace>
  <inkml:trace contextRef="#ctx0" brushRef="#br0" timeOffset="88">8331 8738 7820,'-11'1'1422,"0"3"1,1-2 0,1 5 0,2 2-335,-2 1 0,3 7 0,-1 5 0,-1 9-615,2 8 0,-4 8 0,3 12 0,2-27 0,0 0-355,0 2 0,-1 1 1,1-2-1,-1 0 0,1 1 1,-1 1-1,0-1 1,1 1-365,-1-2 1,1 0 0,-3 20 0,2 0 0,1-12-1408,3-7 0,1-9 0,1 0 0,0-5-1548,0-6 3201,5-6 0,1 2 0,5-4 0</inkml:trace>
  <inkml:trace contextRef="#ctx0" brushRef="#br0" timeOffset="89">8464 9302 7790,'-2'12'0,"-1"2"988,-5 0 0,2 1 1,0-4-1,0 1 630,0 3 0,0 1 1,-3 4-1,3-2-1165,1 2 0,-2-3 0,3 0 0,0 0-107,-1 1 0,4-7 1,-3 2-157,3 1 1,2-6-284,3-4 0,2-5 1,4-5-1,0-7-110,1-3 1,-1-2 0,7-4 0,0-1-238,0-3 0,2 1 1,2-3-1,-2 1-152,0 2 1,-4 6 0,2 1-1,0 2 298,0 3 0,-3 2 0,0 5 257,-1 6 1,-7 10-1,-2 9 1,-3 6 22,-1 4 1,-5 3 0,-1 1-1,-2-1-575,1-2 0,5 1 0,-3-7 0,1-2-3151,0-2 3740,1-7 0,3 3 0,0-5 0</inkml:trace>
  <inkml:trace contextRef="#ctx0" brushRef="#br0" timeOffset="90">9393 8649 8858,'7'-5'1267,"1"-2"0,-2-3 0,2 0 0,-1 2 598,-3 0 1,0 5 566,-4-5 0,0 7 1,-1 2-1504,-3 9 0,-6 4 0,-6 8 1,-2 5-930,-5 3 0,-2 10 0,-7 3 0,-4 6 0,17-23 0,0 2 0,-1 3 0,0 1 0,-2 4 0,0 3 0,-1 1 0,0 1 0,-1 3 0,0 0 0,4-1 0,2-1 0,-1 1 0,1 0 0,2-3 0,3-1-7,2-4 1,2-2-1,0 26 1,9-11-1,8-3-2143,5-6 1,3-11-1,4 2 1,-2-6-967,2-2 0,1-7 3116,1 0 0,5-5 0,1 6 0</inkml:trace>
  <inkml:trace contextRef="#ctx0" brushRef="#br0" timeOffset="91">9515 9379 7707,'-8'-1'3599,"1"-3"0,4 2-2921,0-6 0,1 1 1,2-4-1,2-1-415,1-3 0,4 1 0,4-4 1,1-3-58,3-3 1,-2 0-1,4-2 1,1 3-364,-1 1 0,-4 5 1,2 3-1,-3 6-201,-1 4 1,0 3-1,1 2 1,-3 4 57,-1 6 1,2 6 0,-4 8 0,1 3 84,1 4 1,-2 0 0,2 7 0,0-1-52,0-2 1,2-2 0,2-1-1,2-1-228,1-2 0,-1-7 1,-3-7-1,2-2 26,1-4 0,-1-7 0,2-2 0,-3-5-367,-1-7 1,0-4 834,0 0 0,5-7 0,1-6 0</inkml:trace>
  <inkml:trace contextRef="#ctx0" brushRef="#br0" timeOffset="92">9625 9611 9804,'-6'-5'1666,"2"-2"0,9-9 0,6-7-1227,7-9 1,7-7 0,5-9-1,3-4-756,-14 25 1,-1 0 0,14-23 0,2 2 0,-2 5-131,-5 6 0,-3 1 1,-6 13 446,-3 6 0,2-4 0,0 8 0</inkml:trace>
  <inkml:trace contextRef="#ctx0" brushRef="#br0" timeOffset="93">10256 8605 9012,'-11'0'3990,"3"0"-3225,1 0 1,3 0-1,-2-1-266,1-3 1,3 3-259,6-3 1,2 3 0,5 1-147,0 0 0,-4 0 0,1 0 0,0 0 2,2 0 0,1 0 0,0 0 0,0 0-211,0 0 0,0 1 0,0 2-304,0 0 0,0 2 1,1-2 302,-1 0 0,-5 2 0,-1-2 518,0 0 1,-4 2-121,3-1 0,-8 1 1,-4 3-163,-1 0 1,1-6-1,1 3 1,-2-1-83,-1 0 0,-1-1 0,0-1-164,0 1 1,4-2-1,-1 3-593,0-3 381,3 4 1,0-2 0,6 3 311,3-1 1,-2 2 0,6-2 109,0 1 0,-1-2 0,-1 3 39,-1 2 0,-2 1 0,-3 1-512,0 0 1,-3 0 0,-2 0 0,-1 0-506,-3 0 0,-1-1 0,-1-1 0,1-2-1858,3 1 2751,-3-3 0,4 5 0,-5-4 0</inkml:trace>
  <inkml:trace contextRef="#ctx0" brushRef="#br0" timeOffset="94">10289 9103 8179,'-10'7'0,"2"-1"3097,0-1-2216,6-1 0,-2-9 0,8-4 0,4-4-416,6-6 0,4-5 1,7-3-1,3-2-386,4-1 1,-1-3 0,6-3-1,-3-1-690,-1 1 1,-3 11 0,-2 2-1,-2 5 253,-5 4 1,-4 3 357,-6 8 0,0 6 0,0-1 0</inkml:trace>
  <inkml:trace contextRef="#ctx0" brushRef="#br0" timeOffset="95">10599 8981 7259,'0'-7'2099,"-1"0"3321,-3 3-3423,3 0-1206,-4 4-583,0 0 0,2 4 0,-3 0-210,1 3 0,2 0 0,1 3-749,-1-3 0,1 3 60,-1-3 1,3-2-232,3-1 0,2-2 0,4 1-227,-2 1 1,1-1-1,3-3 1149,0 0 0,0 0 0,0 0 0</inkml:trace>
  <inkml:trace contextRef="#ctx0" brushRef="#br0" timeOffset="96">10732 8915 7750,'0'-8'3611,"0"1"1,-2 4-2525,-1 0 1,1 3 0,-1 5 0,2 6-862,1 6 1,-4 4 0,0 1 0,0 0-998,0 0 1,2 0-1,-1-1 1,0-1-745,-1-2 0,3-3 1515,-2 3 0,1-4 0,2 2 0</inkml:trace>
  <inkml:trace contextRef="#ctx0" brushRef="#br0" timeOffset="97">11274 8815 7746,'-11'1'1041,"0"3"0,0 1 1,-1 5-1,1 0 237,0 2 1,-2 8 0,-4 2 0,-6 6-627,0 4 1,-5 11-1,-2 5 1,14-21 0,-1 1-519,-1 3 0,-1 1 1,2-1-1,0 2 1,-1 3-1,0 0 1,2 0-1,0 1-168,1-1 1,1 0-1,3-5 1,2 0-1,-8 29 1,7-6-915,6-9 0,9-8 0,6-10 1,7-2-1109,2-4 0,4-10 1,2-1 2055,3-4 0,8-3 0,2-3 0</inkml:trace>
  <inkml:trace contextRef="#ctx0" brushRef="#br0" timeOffset="98">11218 9412 9358,'-23'8'0,"-2"-2"1674,0-1 0,2-2 1,6-3-509,1 0 0,6-1 0,7-2 1,4-6-688,6-5 1,3-4-1,11-7 1,4-3-362,2-4 0,-1 5 0,3-6 0,2 2-94,1 3 1,-4 2 0,-2 8 0,-3 3-205,-1 3 0,-4 7 1,-4 5-1,-1 7-158,-2 7 1,0 4 0,-1 8 0,-2 3 121,0 3 0,-1 6 0,3 2-351,-3-1 0,3 2 0,-3-7 0,2-2 0,1-1-748,1-3 0,-5-6 0,7-7 0,1-4 1315,-2-4 0,1-2 0,-2-5 0</inkml:trace>
  <inkml:trace contextRef="#ctx0" brushRef="#br0" timeOffset="99">11373 9634 7772,'-11'6'1973,"0"-3"1,5-3 0,4-5-1,4-6-1052,5-6 0,9-11 0,6-8 0,7-8-1254,3-5 0,1 1 1,0-2-1,2 0-469,1 4 0,-5 0 1,1 4 801,-4 6 0,3-6 0,-3 7 0</inkml:trace>
  <inkml:trace contextRef="#ctx0" brushRef="#br0" timeOffset="100">11893 8815 10230,'-11'0'2414,"5"-5"1,2 0 0,8-3-2042,3 0 0,0 6 0,0-2 0,2 3-284,0 1 0,2 0 1,0 0-240,1 0 0,-1 0 0,0 0-514,0 0 1,-4 0-1,-1 1 129,-1 3 1,-1-2-1,-4 6 264,0 0 1,0-2 0,0 2 56,0 0 0,-4-1 0,-1-1 0,-1 0 476,-2 0 0,1-2 1,0 3-1,-2 0-175,0 0 0,-3-1 0,3-3 0,0 4-424,2-1 0,4 0 0,-2-4 0,2 3-473,-1 1 718,0-3 0,9 5 0,3-4-563,1-1 0,2-2 0,0 0 655,1 3 0,4 2 0,1 5 0</inkml:trace>
  <inkml:trace contextRef="#ctx0" brushRef="#br0" timeOffset="101">12269 9158 8813,'-11'12'0,"0"2"320,0 0 1,0 6-1,0-3 113,0 1 1,1 2 0,3-1 0,2 2 0,1 1-516,1 0 1,-1-4 0,4 0-3431,0-2 3512,0-7 0,0 1 0,0-4 0</inkml:trace>
  <inkml:trace contextRef="#ctx0" brushRef="#br0" timeOffset="102">12048 9280 11947,'11'0'1074,"1"0"1,3 0-899,4 0 0,3 0 0,4 0 0,4-2-1644,6-1 1,-2 0 1467,3-4 0,-2-1 0,-2-3 0</inkml:trace>
  <inkml:trace contextRef="#ctx0" brushRef="#br0" timeOffset="103">12557 9025 7761,'-4'11'709,"-1"0"1,1 2-171,-1 1 1,-4 1 0,3 8 207,0 8 1,-4 5 0,1 7 0,-3 0 0,-2 2-610,5 1 0,-1-6 0,5-5 0,0-7-1603,0-6 0,3-12 1465,5-3 0,3-9 0,5-4 0</inkml:trace>
  <inkml:trace contextRef="#ctx0" brushRef="#br0" timeOffset="104">12701 8693 8578,'0'8'2024,"1"-2"0,2 0-1259,0 0 1,6 3 0,-2 6 0,4 5 35,4 9 1,2 4-1,5 14 1,1 7-677,-12-25 0,0 1 0,-2 1 1,-1 2-1,-1 0 0,-1 0 1,-1 0-1,-1-1-133,0 30 0,-8-15 0,-3 3 0,-4-6 92,-4-6 1,-2-10 0,-6-4-1,1-2-1395,0-3 1,0-3-1,1 2 1,1-4 1310,2-4 0,5 1 0,-3-5 0</inkml:trace>
  <inkml:trace contextRef="#ctx0" brushRef="#br0" timeOffset="105">13077 8516 10901,'-7'0'1626,"1"2"1,1 3-1497,2 6 0,-2 0 0,2 5 0,0 0-510,2 2 1,0-1 0,-2 2 0,-1-1 52,2-1 1,1 3 0,1-5 326,0-2 0,-5 0 0,-1-2 0</inkml:trace>
  <inkml:trace contextRef="#ctx0" brushRef="#br0" timeOffset="106">13022 8870 7805,'-8'0'1466,"1"0"1,1-1 0,-2-3 0,5-3-911,2-3 1,5-1 0,5-1-1,3-3-433,3-3 1,5-1 0,-3-2 0,1-1-1036,1 3 1,-4-3 0,3 4 911,2 1 0,1-4 0,1 4 0</inkml:trace>
  <inkml:trace contextRef="#ctx0" brushRef="#br0" timeOffset="107">13265 8793 7792,'-1'6'1225,"-2"-1"-676,0 0 0,-2-4 0,2 4 1054,0 0 1,0-4-1215,7 3 0,-2-3 0,6-1-125,0 0 0,-2 0 0,2 0-34,0 0 0,-1 1 1,0 2 241,2 1-688,-4-1 1,-1 2 180,-4 2 1,-1 3 0,-2 1 34,-5 0 0,2-3 0,-3-1 0,-2 2-106,-2 1 1,2 1-1,3-1 1,0-2 43,-2-1 0,3 0 0,0 1 0,2 0-91,3 0 0,1-2 1,2 1-1,3-3 125,3-1 0,3-1 0,1 1 0,1 0-491,3 0 0,-1-2 0,3-1 0,0 0-1393,0 0 1,-2 0 1911,3 0 0,1 0 0,3 0 0</inkml:trace>
  <inkml:trace contextRef="#ctx0" brushRef="#br0" timeOffset="108">13697 8461 7254,'-5'-11'-165,"3"4"0,-2-1 3082,-1 0 1,3 4-2061,-1 4 1,3 10-1,2 10 1,3 4 465,1 6 0,-2 4 0,2 7 0,0 9-1171,0 10 0,-4-28 1,0 1-1,1 4 0,0 1 1,0 1-1,-1 0-225,0 0 0,-1 0 0,-1-2 0,1 0 0,-1 2 0,0 0 0,-1-3 0,1 0-73,-2-3 0,0-2 0,-4 19 0,-5-9 0,-2-7-131,-1-5 1,0-9 0,-3 3-1,0-7-1049,-1-4 1,4-2-1,-5-3 1,1-3-2591,1-3 3916,1-6 0,-5-6 0,-3-6 0</inkml:trace>
  <inkml:trace contextRef="#ctx0" brushRef="#br0" timeOffset="109">14283 8937 7762,'-16'7'0,"-1"0"3756,0 2 0,1-4-1451,4-1 0,9-3 0,6-2-1288,11-3 1,7-2 0,5-5 0,3 0-915,3 0 0,1 0 1,1 0-1,-1 0-934,0-1 0,-2 3 1,-1 0-1,2 3-3732,-1 1 4563,0-4 0,2 3 0,0-5 0</inkml:trace>
  <inkml:trace contextRef="#ctx0" brushRef="#br0" timeOffset="110">15411 8472 7781,'-11'0'972,"0"0"1,0 0 522,0 0 1,0 5-1,0 4 1,1 5-844,3 9 0,-3 6 1,3 12-1,-3 9-437,-1 10 1,5-27-1,-1 1 1,0 4-1,0 1 1,-2 2-1,-1 0-316,0 2 0,-1-1 0,2-6 0,1-1 0,1 1 0,-1 0 0,-4 23-1134,1-14 1,5-17-1,2-1 1,3-4-852,1-7 0,1-8 0,3-4 2086,3-3 0,3-11 0,1-2 0</inkml:trace>
  <inkml:trace contextRef="#ctx0" brushRef="#br0" timeOffset="111">15544 8948 8833,'-5'21'0,"-2"0"1000,-3 1 1,-1-3 0,0 7 0,0-1 171,0 1 0,0-2 0,0 4 0,1-1-315,2-2 0,2-7 0,4-3-786,-2-3 1,5-5 0,7-5 131,2-4 1,1-6-1,0-6 1,1-5-194,3-2 0,-2-2 1,6-3-1,0-3-728,2-3 1,-2 0 0,-1 2 0,2 3 47,1 0 0,1 4 1,0-2-1,0 5 171,0 6 0,-3 6 1,-2 5-1,-2 4 234,-6 6 1,1 12 0,-6 14-1,-2 6 206,0 4 1,-7-1-1,-1 0-492,-1 0 1,-2-3 0,2-8 0,1-3-2780,3-1 3330,1-11 0,2-16 0,0-12 0</inkml:trace>
  <inkml:trace contextRef="#ctx0" brushRef="#br0" timeOffset="112">16496 8328 7730,'-2'-7'2420,"-1"1"-525,-5 1 1,-2 1 0,-1 4 0,0 0-1125,0 0 1,-1 10 0,-3 5 0,-3 6-157,-3 5 1,-2 8 0,-2 10-1,-3 9-342,12-23 0,0 2 1,0 1-1,1 2 1,-3 5-1,-1 0 1,2 2-1,0 0-472,0 2 0,1-1 0,1-4 0,2-1 0,2 2 0,2-1 0,2-4 0,1-1-985,1 24 1,5-13-1,4-13 1,5-7 409,4-6 1,1-10 0,3-2-1056,-1-4 0,4-4 0,-1-4 1829,6-6 0,-2-15 0,4-9 0</inkml:trace>
  <inkml:trace contextRef="#ctx0" brushRef="#br0" timeOffset="113">16562 8716 7730,'-15'0'0,"0"-2"2455,2-1 0,1 0 1,2-4-1245,2-2 0,4 3 1,5-1-1,4-2-1225,6-1 1,5-1 0,6 0 0,0 1-240,0 3 1,0-2 0,-1 6 0,-1 0-448,-2 2 1,-3 1 0,2 0 0,0 1 62,1 3 0,-5 2 0,1 5 0,-4 1 397,-3 3 1,-3 1 0,2 3 0,-1-4 120,-3 1 1,-2 0 0,-4 3 0,-2-3 635,0 0 0,-5-4 0,1 3 1,-5-3 128,-2-1 0,-1-1 0,-4-1 0,0-3-270,-1-1 0,5-2 0,0-3 0,-1 0-347,2 0 0,1 0 0,6-1-122,3-3 1,2-2 0,6-5-11,3 0 1,3 1 0,7 2-1,0 2-151,0 1 0,2 1 0,-1 4 0,-1 1-52,2 3 0,-2 2 0,3 5 0,-1 1 266,-2 3 0,-6 2 0,-2 6 0,-1 0-39,-2 3 0,-2-2 1,-4 5-1,-3 0-15,-5 3 0,-7-6 0,1 2 0,-2-6-806,1-3 1,-1-6 0,-3 1 0,1-6-1026,3-4 0,2-4 1925,5-4 0,5-7 0,1-6 0</inkml:trace>
  <inkml:trace contextRef="#ctx0" brushRef="#br0" timeOffset="114">17093 8859 7730,'-4'15'1032,"1"0"0,-5 0 0,5-4 0,0 0 3,2 0 1,6 0 0,2-1 0,3-2-650,1 0 0,5-5 0,1 5 1,2-1-350,-1-1 0,-3 3 1,2-4-1,0 0-665,1 0 1,-5-1 0,2-1 0,-3 1-2761,-1-2 0,-3 1 3388,-1 0 0,0-2 0,4 4 0</inkml:trace>
  <inkml:trace contextRef="#ctx0" brushRef="#br0" timeOffset="115">17049 9147 7730,'-6'-5'625,"1"3"1,5-6 0,0 0 553,0-2 1,6-6 0,5-3 0,7-3-787,7-4 1,3 2 0,5-6 0,2 0-1537,2-2 1,-3 1-1,3 1 1,-5 2 1142,-6 5 0,0 2 0,-9-1 0</inkml:trace>
  <inkml:trace contextRef="#ctx0" brushRef="#br0" timeOffset="116">17923 8704 7730,'-6'5'1067,"-4"3"0,2 5 0,-1 3-8,-2 1 0,-1 3 1,1 6-1,-1 3-657,-3 3 0,3 5 1,-3 0-1,3-1-1256,1-2 0,5-8 0,2-3 0,3-2-1554,1-5 1,-1-7 2407,-3-6 0,-2-1 0,-5-2 0</inkml:trace>
  <inkml:trace contextRef="#ctx0" brushRef="#br0" timeOffset="117">17679 8859 7730,'-6'0'2783,"6"-3"0,8-1 1,3 1-2101,3 2 1,4 1 0,4 0-1,1 0-1466,3 0 1,2 1 0,5 2 0,1 1-1824,-1-2 0,0-1 2606,0-1 0,0 5 0,1 1 0</inkml:trace>
  <inkml:trace contextRef="#ctx0" brushRef="#br0" timeOffset="118">18277 8727 11595,'0'-11'3582,"0"-1"-1988,0 1 0,0 4-959,0 0 1,1 4-618,3 0 1,2 1 0,4 4-415,-3 1 1,3 2 0,-4 4 0,1-2 198,1 2 0,-4 1 0,2 1 1,-1 0 53,-3 0 1,0 0 0,1 0-1,1 0 61,-2 0 0,-2 0 1,-4 0-1,-3 0 184,-3 0 1,-2 1 0,-3 3-1,-3 2-187,-3 1 0,2-1 0,1-4 0,0 3 15,0 2 0,-1-5 1,5 2-1,3-3-274,2-1 1,7 0-1,0-1 252,4-3 0,8-2 1,6-3-1,0 0-115,0 2 0,3 1 1,-1-3-1,0 3-709,1 1 1,-6-2-1,3 2 1,0-1-1362,2-3 2277,-2 0 0,10-2 0,-2 0 0</inkml:trace>
  <inkml:trace contextRef="#ctx0" brushRef="#br0" timeOffset="119">18675 8472 7730,'-6'5'3013,"2"4"-1732,3 4 1,2 2 0,3 6 0,5 5-595,4 4 0,4 9 0,4 11 0,-1 9-600,-10-26 1,-2 1 0,-1 0 0,-1 1 0,0 5-1,-1 1 1,-2 0 0,-1-2 64,-1-1 1,-1-2 0,-3-3-1,0-1 1,-7 23 0,-5-8 192,-2-10 1,-3-15 0,-4-3-634,-2-6 0,0-3 0,4-3 0,0-3 0,1-3-616,2-1 0,0-10 1,5-4-1,3-7 904,3-5 0,0-2 0,-3-6 0</inkml:trace>
  <inkml:trace contextRef="#ctx0" brushRef="#br0" timeOffset="120">18952 8174 8735,'0'11'3000,"0"0"-1673,0 0 1,0 0-1,0 0-860,0 0 1,0 0 0,0 0-152,0 0 1,0 0-1,0 0-57,0 0 0,0-3-239,0-1-686,0-4 0,5 1 1,2-4 237,3 0 0,-3 0 1,1 0 346,0 0 1,2 0 0,0 2 0,-2 0-48,0 2 1,-6 4 0,3-1 444,0-1 0,-4 4 1,3-2-1,-3 4 0,-1 3 326,0-1 1,-1-2 0,-3-1 0,-3 0-637,-3 0 0,-1-3 0,0-2 0,-1 0-105,-3 0 1,1-4-1,-3 2 1,1-3-699,3-1 0,-3 0 0,1 0 0,1-1-2776,2-3 0,5 1 3572,-1-8 0,6 2 0,-3-7 0</inkml:trace>
  <inkml:trace contextRef="#ctx0" brushRef="#br0" timeOffset="121">18907 8207 13580,'16'-6'627,"3"2"1,12-2-1,7 0 1,8-2-968,10 1 1,0 1-1,5-3 340,-5 2 0,-3-5 0,-9-6 0</inkml:trace>
  <inkml:trace contextRef="#ctx0" brushRef="#br0" timeOffset="122">7324 10563 7758,'-11'11'3065,"0"-4"2618,0 0-5164,5-4 0,7 2 0,9-5 0,5-1-380,2-3 0,1 3 0,4-3 1,0 1-851,1 0 1,-1 2 0,0-3 0,0 3 724,0 1 0,0 0-14,0 0 0,0 5 0,1 1 0</inkml:trace>
  <inkml:trace contextRef="#ctx0" brushRef="#br0" timeOffset="123">7390 10784 7755,'-20'3'0,"0"1"3703,1-1 0,10 2-2544,-2-2 1,12 0 0,2-7 0,7-3-1217,5-3 0,3 2 1,7 1-1,3-2 429,4 0-372,-1-2 0,12-5 0,-4-2 0</inkml:trace>
  <inkml:trace contextRef="#ctx0" brushRef="#br0" timeOffset="124">8419 10142 7841,'-7'0'2068,"0"0"-1483,-2 0 1,0 5 0,1 4 0,0 6 696,0 7 1,2 7 0,-2 12-964,0 7 0,-1 12 1,4-27-1,0 0 1,1 1-1,0 1 1,-1 1-1,0 1-440,0-2 0,1 0 0,0-3 1,0-1-1,-6 25 0,2-8-177,5-8 0,1-13 0,2-1 0,0-9 298,0-4 0,0-7 0,0-1 0</inkml:trace>
  <inkml:trace contextRef="#ctx0" brushRef="#br0" timeOffset="125">8630 10397 8448,'-10'11'0,"1"1"1001,2 3 0,3-2 1,-3 6-1,-1 0-411,2 2 0,-2 1 0,3 1 0,0 0 442,0 3 0,-3-2 1,3 3-1,1-2-533,-1-4 0,1-5 0,4 1 0,-1-1-75,-3-3-288,3-5 1,-4-5 0,6-7 0,3-6-213,3-4 0,3-7 1,1 0-1,0-4-139,0-4 0,4 7 0,1-2 0,0-1-107,0 2 1,4-1 0,-3 3 0,1 2 74,1 0 1,-1 6-1,3-1 1,-1 6 169,-2 4 1,-4 9-1,-1 6 1,-3 7 383,-3 7 0,0 0 0,0 4 0,-3 2-343,-3 1 0,-1 1 0,0-1 0,0-1-1620,0-2 0,0-8 0,0 0 1656,0-4 0,0 3 0,0-3 0</inkml:trace>
  <inkml:trace contextRef="#ctx0" brushRef="#br0" timeOffset="126">9415 10607 7848,'-12'11'103,"-2"-1"0,-1-2 1769,2 0 1,4-2-755,2 1 1,1-3-1,0-8-47,6-3 1,5-7 0,6 0 0,0-1-722,0-1 1,0 0 0,0-4 0,0 2-266,0-2 1,4-1-1,0 0 1,-2 2-231,-1 0 1,-1 4 0,2-2 0,-1 1-101,-1 3 1,3 0-1,-7 4 1,3 1-19,1 5 0,-4 3 1,1 3-1,0 6 125,2 4 0,-3 6 0,1 7 0,0 4 57,2 6 1,1 0 0,0 2 0,0-1-366,0-2 1,2-8-1,0 3 1,3-6-536,2-2 0,-4-8 0,3-4 0,1-4-2836,-1-4 3817,-4-5 0,13-3 0,-2-5 0</inkml:trace>
  <inkml:trace contextRef="#ctx0" brushRef="#br0" timeOffset="127">9559 10784 7848,'-19'11'2203,"1"0"1,4-5-294,0-2 0,6-8 1,5-3-1133,1-3 1,12-10-1,5-4 1,5-6 0,4-7-597,6-5 1,0 3 0,10-8 0,-1-1-517,-19 24 0,0-1 0,20-21 0,2-1 1,-4 5-2245,-5 5 0,-6 8 0,0 4 2578,-3 6 0,0 3 0,-7 5 0</inkml:trace>
  <inkml:trace contextRef="#ctx0" brushRef="#br0" timeOffset="128">10223 9799 7864,'-11'0'1887,"0"0"1,-1 0-141,1 0 1137,5 0-2466,1 0 0,7 0 0,1-1 0,5-1-347,1-2 1,3 0-1,-1 4-174,0 0-1,0 0 1,0 0 0,0 0-38,0 0 1,-4 0 0,1 0 0,0 0-43,2 0 0,-3 4 1,1 0-1,-1-1 229,-1 2 0,3-2 526,-5 4 1,-1 1-173,-3 3 1,-1 0 0,-3 0-237,-3 0 1,-3-4 0,-1-1 0,0 0-264,0 1 0,4-5 0,-1 2 0,1-2-170,1 2 0,-4-3-613,3 3 241,2 2 1,1-4 397,8 6 0,2-5 0,5 4 139,0-2 1,-4 2 0,-1-2 0,1 1-115,-1 3 0,-4-3 0,2 1 0,-3 2-323,-1 1 0,0 4 0,-1 1 0,-2 0-156,0 1 0,-6-4 0,2 3 0,-3-3-1777,-1-1 2474,0-5 0,0 9 0,0-3 0</inkml:trace>
  <inkml:trace contextRef="#ctx0" brushRef="#br0" timeOffset="129">10212 10286 8507,'-11'0'2228,"4"0"0,2-5 0,8-3 1,3-6-1848,5-4 1,9-7 0,1-2-1,5-1-430,2-3 0,1 3 0,4-2 0,1 1-659,-1 0 0,-4 2 1,-2 7-1,-2 1-774,-4 4 1,-6 8 0,-1 3 1481,-1 3 0,-2 1 0,0 0 0</inkml:trace>
  <inkml:trace contextRef="#ctx0" brushRef="#br0" timeOffset="130">10521 10164 11230,'-6'0'1489,"-4"0"0,8 0 0,-4 2 0,0 1-1361,0 5 1,3-2 0,-1 1-457,3 2 1,0-1 0,-2 1-378,0-2 0,-1 1 264,4 3 1,5-5-1,2-2-776,3-3 0,-2-1 1,-1 0 1216,2 0 0,5 5 0,4 1 0</inkml:trace>
  <inkml:trace contextRef="#ctx0" brushRef="#br0" timeOffset="131">10676 10109 10477,'0'-6'4607,"0"15"1,0 10-4449,0 7 0,-5 4 0,-1 4-1815,0 3 0,-3 1 0,6 4 1656,0-2 0,-3 1 0,0 3 0</inkml:trace>
  <inkml:trace contextRef="#ctx0" brushRef="#br0" timeOffset="132">11351 10264 7813,'-11'18'508,"0"1"163,0 0 0,0 2 0,0 3 0,0 0 0,0 5-2,0 3 1,1 2 0,1 8 0,2-3-1075,-2-1 1,3-5-1,0-4 1,1-2-1029,3-3 0,-3-5 0,0-5-701,-1-1 2134,3-7 0,-7 4 0,4-4 0</inkml:trace>
  <inkml:trace contextRef="#ctx0" brushRef="#br0" timeOffset="133">11130 10507 7813,'1'6'2457,"3"-2"1,7-4-1,7-2 1,3-3-2312,1-1 0,7 2 0,3-2 0,6 0-4833,5-1 4687,-6 5 0,20-3 0,-5 5 0</inkml:trace>
  <inkml:trace contextRef="#ctx0" brushRef="#br0" timeOffset="134">12336 10164 7795,'-11'21'0,"1"-1"0,1-2 910,2 2 1,0 3 0,-5 6 0,1 5 127,0 4 0,0 0 0,1 5 0,2 4-1087,0 2 1,2-6-1,-1-1 1,3-5 191,3-5 1,1-10-3417,0 0 1,6-9 3272,5-1 0,5-16 0,6-8 0</inkml:trace>
  <inkml:trace contextRef="#ctx0" brushRef="#br0" timeOffset="135">12502 10419 7795,'-11'18'0,"0"1"0,1-5 0,1 5 0,2 0 1376,-2 2 0,3-2 0,0-2 578,1-1 1,1-1 0,4-4-1250,0 0 0,0-6 0,2-4-571,1-3 1,3-8-1,5-1 1,0-7-244,1-2 0,0-3 0,1 1 0,3 0-73,2 0 0,-4 0 1,4 1-1,-1 1-498,0 2 0,-4 4 1,3 0-1,-1 1 502,0 2 0,0 5 0,-5 5 1,-2 6 64,-1 6 1,-4 9-1,1 2 1,-3 6 91,-1 4 1,0 1 0,0-1 0,0-1-859,0-2 0,0-4 1,0-1-1,0-3-1152,0-2 0,1-11 2031,3 0 0,2-6 0,5-2 0</inkml:trace>
  <inkml:trace contextRef="#ctx0" brushRef="#br0" timeOffset="136">13343 9766 8529,'4'-6'5230,"-4"1"-3599,0 5 1,-2 5 0,-8 4 0,-2 4-346,0 6 0,-7 3 0,-2 5 0,-6 7-746,-5 9 0,0 8 0,12-22 0,-2 2 0,0 2 1,0 1-541,-1 4 0,0 1 0,0 0 0,1 0 0,3 3 0,0 0 0,1-1 0,2-1-72,1-2 0,1 0 1,4-3-1,1-1 1,-5 25-1,6-5-2024,4-7 1,9-14 0,6-4 0,6-4 1355,4-3 0,2-8 0,2-5 0,2-2 740,1-5 0,2-6 0,3-2 0</inkml:trace>
  <inkml:trace contextRef="#ctx0" brushRef="#br0" timeOffset="137">13298 10441 7765,'-14'4'0,"-1"-1"0,1 0 0,2 2 0,2-3 2085,3-3 1,2 0-1,5-7 1,1 0-1189,3-2 1,2-2 0,5-2 0,1-1-696,3 2 1,-1-1 0,4 1 0,2-2-312,1 1 1,-3 3 0,0 3 0,1 2-64,-2 1 1,0 1-1,-3 5 1,2 3-321,1 3 0,-3 8 0,0 5 1,-1 4 223,-2 6 1,1 1-1,0-1 1,2 0-532,-1 0 0,-3-6 1,6-2-1,-1-2 136,0-3 1,-1-2-1,-3-8 663,0-3 0,1-3 0,-1-1 0</inkml:trace>
  <inkml:trace contextRef="#ctx0" brushRef="#br0" timeOffset="138">13464 10651 7875,'-7'0'0,"-1"0"1721,0 0 0,-1-1 0,2-3 0,4-6-448,6-7 1,9-4 0,10-12 0,8-6-1691,5-7 1,1 4-1,3-1 1,0 2-639,-4-2 1,0 9 0,-5-1 1054,-4 5 0,0 5 0,-9 2 0</inkml:trace>
  <inkml:trace contextRef="#ctx0" brushRef="#br0" timeOffset="139">13984 9866 7875,'-7'0'3364,"-1"0"1,1 0-1729,-4 0 0,4 0 283,-1 0-1456,6 0 0,6 0-682,7 0 0,2 0 0,-1 0 0,2 0 166,1 0 1,-3 1-1,-2 1-232,2 2 0,0 1 1,-3-2-1,-3 1 181,-1 3 1,-1-4 0,-4 5 179,0 0 0,0 2 0,-1 1 6,-3 0 1,-2 0 0,-5 0 0,0 0-183,-1 0 0,1-3 0,0-1 0,0 1-784,0-2 1,0 4-11,0-3 1,6-2 92,5-1 0,9-3 0,6-1 0,-2 0-159,-1 0 1,3 1 0,0 1-1,0 3 960,1 1 0,1 2 0,5 3 0</inkml:trace>
  <inkml:trace contextRef="#ctx0" brushRef="#br0" timeOffset="140">14272 10109 7875,'-16'6'205,"4"4"1,-3-3 1014,3 3 0,0 5 0,1 2 0,0 3 1,2 6-176,1 4 0,-2 2 1,3 8-1,-2-1-1156,2 0 0,2-7 1,5 0-1,0-3-1061,0-5 1,0-5-3945,0-5 5116,-5-6 0,-1-3 0,-5-5 0</inkml:trace>
  <inkml:trace contextRef="#ctx0" brushRef="#br0" timeOffset="141">14006 10430 8214,'11'5'1717,"2"-4"1,0 3-1,3-3-1618,1-1 0,3 0 0,6 0 0,3 0-1608,3 0 1509,2 0 0,4-10 0,1-2 0</inkml:trace>
  <inkml:trace contextRef="#ctx0" brushRef="#br0" timeOffset="142">14571 10076 8206,'-8'13'0,"1"1"979,-2-1 1,3 2-1,-1 9 1,-1 3-149,2 6 1,-2 4 0,4 8 0,0 6-546,-1 0 0,4 1 0,-3-2 1,2-6-795,-2-6 0,3-8 0,-3-5 0,4-7-1477,4-7 0,-2-5 1,5-8 1984,-2-6 0,8-9 0,-1-11 0</inkml:trace>
  <inkml:trace contextRef="#ctx0" brushRef="#br0" timeOffset="143">14748 9766 7786,'3'8'1205,"1"-1"0,0 0-314,1 0 1,-3 4 0,5-2 0,2 6 659,1 2 1,5 7 0,1 8 0,1 8-1014,2 12 1,-1 6 0,-9-25 0,-1 1 0,0 2 0,-1 1-456,-2 0 1,-1-1-1,0 0 1,-1 0-1,-3-2 1,0 0 0,-1-1-1,0-2 94,-2 27 1,-3-16-1,-6 2 1,0-8-474,-3-7 1,3-2 0,-4-6 0,1-2-2072,1-5 1,-5-3 0,4-3 2366,2-4 0,-9-3 0,-2-1 0</inkml:trace>
  <inkml:trace contextRef="#ctx0" brushRef="#br0" timeOffset="144">15068 9600 8136,'11'0'599,"-4"2"0,-4 1 1,-1 6-48,-2 4 1,-2 5-1,-1 5 1,-5 3-558,-2 3 1,-1 3 0,0 0-1,0-1-3187,0-2 3192,5-4 0,-4 2 0,4-5 0</inkml:trace>
  <inkml:trace contextRef="#ctx0" brushRef="#br0" timeOffset="145">15091 9999 7862,'-11'0'3960,"4"-2"-3335,4-1 1,6-8 0,6-9 0,4-5-787,6-4 0,7-3 1,2-1-1,2-1-516,-1 1 0,-3 4 0,2 1 0,-1 1 677,-2 2 0,-2 6 0,-1 4 0</inkml:trace>
  <inkml:trace contextRef="#ctx0" brushRef="#br0" timeOffset="146">15312 9943 8245,'-11'0'5824,"0"0"-5411,5 0 0,6-5 0,7-1 0,4-1-484,4-1 1,-3 6 0,4-3-1,-1 1-25,0 1 1,1-1 0,-2 4 79,5 0 0,-7 0 1,-1 1-1,-2 3-113,-3 3 0,0-1 0,-4 2 0,2 0 383,-1 2 0,-2 1 0,-2 0-45,-3 0 1,-2 2-1,-7 0 1,0 2-1,-3-2-219,-1 0 0,2-2 1,-2 0-1,0 0-244,-1 0 0,5-4 0,-2-1 0,3-1-550,1-2 405,5-2 1,7-1 0,9-1 0,6-3-155,5-3 0,-2 1 0,7-2 1,-1 1 552,0 1 0,4-4 0,4 4 0</inkml:trace>
  <inkml:trace contextRef="#ctx0" brushRef="#br0" timeOffset="147">15898 10397 7781,'-11'0'4215,"0"0"0,6 3-3501,5 1 1,6 0 0,10-4 0,6-2-990,7-1 0,4 0 1,3-3-1,3 1-1541,4 3 0,1-3 0,10 0 1816,3-1 0,-26 2 0,0 0 0,31-7 0</inkml:trace>
  <inkml:trace contextRef="#ctx0" brushRef="#br0" timeOffset="148">16993 9833 8113,'0'17'662,"-1"4"1,-1-3-1,-2 5 184,2 7 0,-5 2 1,0 12-1,-4 8-574,-4 8 1,9-28-1,-1 0 1,-2 4-1,-1 0 1,1 0-1,-1-2-437,-1-1 0,1 0 1,-1-2-1,1-1 1,-9 23-1,5-5-724,1-8 0,4-8 0,1-5 0,4-3-1129,3-7 2018,1-4 0,0-6 0,0-3 0</inkml:trace>
  <inkml:trace contextRef="#ctx0" brushRef="#br0" timeOffset="149">17126 10352 7781,'-18'16'689,"1"2"1,1 0 259,2 0 0,2 1 0,-1 3 1,1 0 331,1 0 0,-1-3 0,8-2-883,2-1 1,2-3 0,5-6-525,6-7 0,1-7 0,6-7 0,2-5-12,1-2 0,1-2 0,0-2 0,2 0-404,1 0 1,0 0 0,2 2-1,-1 0 43,-2 2 0,-6 5 0,4-1 0,-3 2 63,-1 5 1,-2 5 0,-7 9 0,-1 6 133,-4 7 0,-3 3 0,-2 9 0,-3 3 134,-4 4 1,-5-2 0,-2 3 0,0-3-264,-1 0 0,8-6 1,-2-4-1,3-5 431,0-8 0,5-5 0,-3-6 0</inkml:trace>
  <inkml:trace contextRef="#ctx0" brushRef="#br0" timeOffset="150">18011 9943 8752,'-17'4'1659,"2"0"1,2 0 0,-1 0 0,-2 4-544,-1 1 0,-1 4 0,-6 1 0,-2 5-639,-3 2 0,-4 7 0,-3 6 1,-1 9-215,2 8 0,17-23 0,0 0 1,1 2-1,1 1 0,0 0 0,1 1-430,2 0 1,1 0 0,1 26 0,4-4-1,7-7-915,7-5 0,7-14 0,11-1 0,2-6-518,1-9 1,3-4 0,3-8 0,3-4-2303,2-7 3902,-6-3 0,10-28 0,-9 2 0</inkml:trace>
  <inkml:trace contextRef="#ctx0" brushRef="#br0" timeOffset="151">18111 10142 7781,'-6'-1'3057,"1"-1"-2014,0-2 1,4-1-1,-2 3-398,6-2 1,3-4-1,6 4 1,3-1-403,3 0 1,3-3-1,1 5 1,0 0-699,1 2 0,-5 1 0,-1 1 179,-1 3 0,3 1 0,-6 3 0,-2 0 1,-3 2 320,-3 3 1,-2-1 0,-3 3 0,-1-3 295,-3 0 0,-3 2 0,-7 1 0,-3 0 26,-4 1 1,2-4-1,-8 3 1,0-2-57,-3 2 0,2-6 0,-1 2 0,2-3 618,3-2 1,2-1 0,3-5-303,5 0 1,6-1-1,6-3-923,4-3 1,9 1 0,8 0 0,2 0 337,1-1 0,1 5 0,0-2-785,0 3 0,5 1 0,-7 0 1,0 1-1,-3 4 342,-2 6 0,-1 2 0,-5 4 0,-3 0 569,-3 0 1,-3 2-1,-2 3 1,-3 0 266,-3 0 1,-4 0 0,-4 0 0,-4 0-766,-2 1 0,-1-5 0,1-2 0,2-3-965,0-3 0,5-2 0,-4-1-805,2-3 0,7-9 1,5-6 2099,3-6 0,10-9 0,4-3 0</inkml:trace>
  <inkml:trace contextRef="#ctx0" brushRef="#br0" timeOffset="152">18553 10275 10390,'0'11'926,"0"0"0,-3-2 0,-1 2 55,2 5 0,2 0 0,3 1 0,3 0-681,1 0 0,4-2 0,-2 4 0,5-1-945,-1-1 0,3 3 0,-1-7 1,0-2-818,1-2 1,-6-3 0,3 2-70,1-5 0,-6-3 1,-4-3 1530,-3-5 0,-10-7 0,-4-2 0</inkml:trace>
  <inkml:trace contextRef="#ctx0" brushRef="#br0" timeOffset="153">18476 10529 7781,'-7'7'1101,"-1"-4"0,7-2 0,1-2 1,7-4-258,7-6 1,4-5 0,8-5 0,2 0-970,1-1 1,3 3-1,-4-7 1,1 1-1559,1 0 0,-5 5 1683,0-2 0,-1 2 0,-2-2 0</inkml:trace>
  <inkml:trace contextRef="#ctx0" brushRef="#br0" timeOffset="154">19195 10164 8354,'-11'0'1159,"4"5"0,-1 4 0,0 6-392,-2 7 0,-1 6 0,0 9 0,0 2-843,0 1 1,1 1 0,1-5 0,3-4-1522,1-5 0,3-10 1343,5-6 1,-1-6 0,1-9 253,-2-3 0,-1-13 0,0-3 0</inkml:trace>
  <inkml:trace contextRef="#ctx0" brushRef="#br0" timeOffset="155">19007 10341 7781,'5'7'0,"-3"-3"1483,6-4 0,-1 0 1,5 0-1,3 0-1572,4 0 1,2 0-1,1 0 1,1 0-1508,3 0 0,-2-1 0,5-1 1596,-2-2 0,3-5 0,-1 3 0</inkml:trace>
  <inkml:trace contextRef="#ctx0" brushRef="#br0" timeOffset="156">19549 10187 7781,'-11'-8'874,"0"1"0,4 3 0,0-3 557,3-2 1,0-1 0,5-1-966,3 0 0,6 0 1,4 1-1,1 2-427,1 0 0,-2 5 0,3-4 0,0 3-3,0 1 1,0 2 0,2 1 0,-4 0-211,-3 0 1,-1 1 0,0 3 0,-1 4 293,-3 6 0,-1 1 0,-3 4 0,1 3 371,-2 2 1,-6-2 0,-3 6 0,-3 0-26,-1 1 1,-5-4-1,-4 4 1,-4-1-304,-6 0 0,2-3 0,0-1 0,0-3-299,-1-2 1,5-6-1,-2 2 1,4-3-749,3-1 780,8-4 1,8-3-1,6-4 1,5 0 162,1 0 1,4 0 0,0 0 0,3 0 179,1 0 0,2 0 0,3 0 0,1 0-596,3 0 0,-2 0 0,0 0 0,-2 0-810,0 0 1,-6 0 0,6 0 0,-1 0-353,0 0 1,-2 0 1518,-1 0 0,1-9 0,3-4 0</inkml:trace>
  <inkml:trace contextRef="#ctx0" brushRef="#br0" timeOffset="157">20124 9866 14458,'0'11'1527,"0"0"0,0 1-993,0 3 1,5 2-1,3 6 1,3 5-200,4 5 1,-3 6 0,3 8-1,-3 3 104,-1 4 0,-5-1 0,-2 4 0,-3-6-192,-1-3 0,-1-9 1,-3 3-1,-5-5-241,-4-5 1,-1-9-1,-4 1-418,-2-3 0,-1 2 1,-1-5-1,0 2 0,0-2-466,0-3 1,5-4-1,2-2 1,3-3-1168,1-1 1,4-6 0,4-8-1,3-4-659,3-6 2704,4-7 0,4-7 0,0-6 0</inkml:trace>
  <inkml:trace contextRef="#ctx0" brushRef="#br0" timeOffset="158">20423 9755 7781,'6'-5'2175,"0"4"11,-2-3 0,-3 4-1775,3 4 0,-3 2 0,-2 5 0,-1 0-11,-2 0 1,-1 4-1,2 0-248,0-2 1,-1 0-1,3-1 1,-2 1-93,0 2 1,-2 0 0,2-4-1,0 0-75,0 0 0,2-3-476,1-1 0,1-5 1,2 1 76,0-6 1,6 1-1,-2-5 1,3-1 385,1 2 1,-3-4-1,-1 4 1,0-1 430,0-1 0,2 6-246,-1-2 0,0 4 0,1 3 0,-3 2 157,-1 1 0,-1 2 0,-3 6 1,1 1-162,2-2 0,1 3 1,-3 0-1,2 0-354,-1 0 1,-2-1 0,-1-4-1,0 1-584,0 3 0,-5-7 0,-2 2 0,-3-2-520,-1-2 0,-4-4 1,-1 2-1,-1-3 71,-3-1 0,3 0 1234,-2 0 0,1-5 0,-4-1 0</inkml:trace>
  <inkml:trace contextRef="#ctx0" brushRef="#br0" timeOffset="159">20368 9822 7781,'7'-2'2609,"1"0"-894,0-2 1,4-1-1,6 2 1,7-5-2114,10-2 1,4-1 0,14 0 397,0 0 0,8 0 0,-4 0 0</inkml:trace>
  <inkml:trace contextRef="#ctx0" brushRef="#br1" timeOffset="160">10167 9943 9288,'-11'0'0,"0"0"563,0 0 1,0 0-1,0 0-388,0 0 1,0 0-489,0 0 0,3 0 0,2 1-351,1 3 0,3-3-983,6 3 1647,2-3 0,5-6 0,0-1 0</inkml:trace>
  <inkml:trace contextRef="#ctx0" brushRef="#br1" timeOffset="161">10079 9877 8058,'-15'-1'-44,"0"-2"1,1-1-26,-2 2 0,3 1 0,-3 1 1,2 1 660,-1 3 1,0-3-1,4 3-583,0-3 1,1 0-220,3 3 1,3-4 209,8 0 0,2-5 0,5-6 0</inkml:trace>
  <inkml:trace contextRef="#ctx0" brushRef="#br1" timeOffset="162">9614 9888 7860,'-26'0'-219,"1"0"0,0 0 1,-3 0-1,4-1 328,5-3 0,5 3 0,-1-4 0,3 1 276,1 0 1,5-4-398,2 0 1,3 2 0,2 0 0,3 0-232,3 0 0,2 2 1,-1-2-1,-1 0 243,-2 0 0,3-2 0,-2-3 0</inkml:trace>
  <inkml:trace contextRef="#ctx0" brushRef="#br1" timeOffset="163">9116 9822 8058,'-48'9'0,"3"0"0,1-3 134,2-1 0,4 4 1,-2-3-1,2 1 147,3 1 0,5-6 0,6 2 0,3-3-849,2-1 212,6 0 0,3-1 1,10-2-1,6-3 29,4-4 1,2 2 0,2-7 0,0 3 326,0 1 0,-2 3 0,-1 2 0,-1 0 0,-2 0 0,-5 3-21,-6 0 0,-9 3 1,-6 3-1,-3 5 29,-1 1 0,-6 4 0,-3 0 0,-3 2 197,-2-1 1,3-2 0,-7-1-1,1 0 260,0 0 1,6 0 0,-1-1 0,4-1-316,3-2 1,8-1-1,-2 3 1,4-3-259,3-1 1,6 0 12,1-2 0,4 3-487,-1 6 1,4-1 0,3 0 115,1 0 1,3-4 0,-3 0 465,-2 2 0,-1-3 0,-1 2 0,-1-1 0,-3 4 0,-3 0 0,0 0 0,-3 0 0,-4 1-13,-2 3 1,1-1-1,-3 3 1,0 0 118,0 0 0,-1-3 0,4 1 0,1-3 161,2-1 0,2-4-24,3 1 0,2-7 0,5-1 1,0-6-43,0-4 0,0-2 0,0-2 1,1-2-88,3-1 0,-3-1 1,4-3-1,-1 1-245,-1 2 0,1 4 0,-3-1 0,2 3-137,1 1 1,-1 0-1,-2 1-550,3 3 675,-3 2 1,3 10 0,-6 2 138,-2 3 1,-5 1 0,2 1 0,-3 2-1,0 2 172,3 1 1,-3-2-1,4 2 1,0 0-217,2 0 0,3-3 0,3 1 0,7-3 48,9-1 0,8 5 0,7 1 0</inkml:trace>
  <inkml:trace contextRef="#ctx0" brushRef="#br1" timeOffset="164">15201 9755 8059,'-1'-7'113,"-3"1"1,-2 0 131,0-1 1,-4 4 0,3-3 0,-3 1 171,-1 2 0,0 2 0,-1 1 0,-2-1-154,-1-3 0,4 3 0,4-3 0,-2 3-479,-1 1 0,3 0-1142,0 0 0,4-1 729,-1-3 0,8 2 0,2-6 0,2 1 629,-1 1 0,0-9 0,5 3 0</inkml:trace>
  <inkml:trace contextRef="#ctx0" brushRef="#br1" timeOffset="165">14781 9567 8059,'-31'-5'59,"-2"-2"0,6 1 1,-5-2-1,5 0 220,6-2 1,0-1 0,6 0-1,2 0-28,0 0 0,2 3 0,0 2-632,0 1 1,5 0-1581,2 2 1280,3 1 0,0-2 681,-3 4 0,-2 0 0,-5 0 0,-5-5 0,-1-2 0</inkml:trace>
  <inkml:trace contextRef="#ctx0" brushRef="#br1" timeOffset="166">13896 9523 8059,'-29'0'0,"4"0"0,0 0 378,-1 0 1,7-1-1,-4-2 1,4-2-36,2-1 1,-3 4 0,5-2 0,0 3-374,-1 1 1,4 0 0,-3 0 0,3 0-42,1 0 1,4 3-1195,-1 1 1265,6 5 0,-3-8 0,5 4 0</inkml:trace>
  <inkml:trace contextRef="#ctx0" brushRef="#br1" timeOffset="167">13221 9567 7867,'-33'10'0,"-1"-1"-216,1-2 1,4-5 0,1 3-1,-1-1 436,1 0 1,3 1-1,1-2 1,2 5-95,0 2 1,6-2 0,-5 2 0,2 2-190,2 1 0,3-1 0,1-1 0,3 0-172,3 0 0,4 0 1,0 0-38,1 0 1,2-3-68,0-1 1,4-3 338,0 3 0,-5-5 0,-6 3 0</inkml:trace>
  <inkml:trace contextRef="#ctx0" brushRef="#br1" timeOffset="168">12391 9943 6415,'-17'6'171,"2"-2"1,3 1 0,1-1 0,0-2 35,0-1 0,3 1 0,2 1-892,1 5 0,2-2 685,3 1 0,0-4 0,0 2 0</inkml:trace>
  <inkml:trace contextRef="#ctx0" brushRef="#br1" timeOffset="169">20136 9788 8210,'-11'-1'0,"0"-3"0,3 3 0,1-3-886,-2 3 0,3 1 886,-1 0 0,4 0 0,-2 0 0</inkml:trace>
  <inkml:trace contextRef="#ctx0" brushRef="#br1" timeOffset="170">19804 9733 8210,'-28'-6'0,"-2"1"-45,1 5 0,3-1 1,-6-2-1,2 0 121,2 0 0,3-2 0,1 1 0,3 2-376,2 1 0,6-3 1,-1-1-380,6-1 1,3 2 678,5-3 0,5 0 0,1-4 0</inkml:trace>
  <inkml:trace contextRef="#ctx0" brushRef="#br1" timeOffset="171">18797 9523 8210,'-58'4'-51,"7"-1"0,7 0-61,8-2 0,9-1 0,2 0 0,6 0-174,4 0 1,7 1-161,5 3 1,6-3 445,5 3 0,-3-3 0,0-6 0,-15-1 0,-2-5 0</inkml:trace>
  <inkml:trace contextRef="#ctx0" brushRef="#br1" timeOffset="172">17513 9600 8210,'-17'0'-801,"1"0"0,1 0 1167,0 0 0,-1 0 1,3 0-1,-3 0-391,-1 0 1,3 4 0,-1 0 0,4-1-301,4 2 1,-2-2 160,6 4 1,0-4-71,7 0 0,-2-2 169,6-1 1,-7 0-1,0 2 1,-5 0 83,-2 2 1,-1 0 0,-4-4 0,-1 1-11,-3 2 1,1 0 0,-3 3 0,0 0 162,0 0 0,3-2 0,-1 3 1,2 1 25,-2-2 0,3 0 1,-3-4-1,3 2-96,1-1 0,0 2 1,0-2-1,-1 1-113,1 1 1,0-3 0,0 4 0,1 1 238,3-1-228,-3 1 0,4-1 0,-5-1 0</inkml:trace>
  <inkml:trace contextRef="#ctx0" brushRef="#br0" timeOffset="173">6870 11834 8243,'-16'5'827,"0"1"0,-2 4 1,3-1 1072,3-2 0,7-3-1302,5 3 0,6-4 1,9 0-1,4-1-1053,6-2 0,3 0 1,5 1-1,2 1-610,2 2 0,-2 0 0,4-4 1,1 0-1255,-1 0 2319,-8-5 0,11-1 0,-8-5 0</inkml:trace>
  <inkml:trace contextRef="#ctx0" brushRef="#br0" timeOffset="174">6958 12022 7862,'-11'5'0,"4"-3"1011,0 1 1,5-2 0,2-1 0,9-1-1082,8-2 0,4 0 1,12-4-1,7-3-3420,5-4 3490,1 2 0,13-9 0,-3 4 0</inkml:trace>
  <inkml:trace contextRef="#ctx0" brushRef="#br0" timeOffset="175">7965 11326 7865,'-11'5'-668,"0"-4"1,-1 2 1847,-3-1 1,3 1-1,-3 1 2400,3-1-3112,1-2 0,6-1 0,5 0 0,6 0-189,4 0 0,2-1 1,3-2-1,3-1-51,3 2 1,-2-3-1,-1 1 1,2 2-318,1 1 0,1-3 0,0 0 1,0 2-184,0 1 0,-3 1 1,-2 0 18,-1 0 1,2 0 0,-3 0 0,-2 1 425,0 2 1,-7 0 0,-2 4 0,-4 2 82,-4 1 1,-4 1 0,-5 0 0,-4 0 119,-4 0 1,1 0 0,-6 0 0,2 0-34,-2 0 0,6-3 0,-2-2 0,2 0-253,3 0 0,1-4-90,5 2 0,6-3 0,5-1-187,6 0 0,9 0 1,4 0-1,2 0-164,1 0 1,0 0 0,-1 0 0,-2 0 117,0 0 1,-1 2-1,3 1 257,-2 5 1,-5 2 0,-5 2 0,-3 3 123,-1 3 1,-1 2-1,-7 1 1,-3-2-1,-6 2-178,-4-1 1,1-1 0,-3 2 0,-2-2-853,-1-5 1,3-1-1,-1-3 1,0-3-295,-2-3 0,3-3 1,4-1-1,3-1-319,3-3 1,2-6 1494,2-5 0,3 1 0,-4 3 0</inkml:trace>
  <inkml:trace contextRef="#ctx0" brushRef="#br0" timeOffset="176">7799 11768 8634,'-5'6'1971,"4"0"-984,-3-2 0,4-2 1,4 5 614,4-2 1,6-2 0,5-3-1,4-1-999,7-3 0,0 2 0,11-4 0,2 0-895,4-1 1,4 0 0,7-4 0,2-1-540,-29 4 0,0 1 0,23-5 0,-1-2 15,-7 6 1,-5 3 0,-13 5 0,-6 0 0,-7 1 815,-6 3 0,-9 7 0,-6 6 0</inkml:trace>
  <inkml:trace contextRef="#ctx0" brushRef="#br0" timeOffset="177">8065 11945 8448,'-11'0'2197,"3"0"1,1 0 104,-2 0 0,3 0-1462,-1 0 1,3 4 0,-2 1-232,1 1 1,-2-3-1,2 5-227,-1 0 1,2 2 0,-2 1-226,1 0 0,1 0 1,4 0-276,0 1 0,1-3 1,3 0-58,4-2 0,3-4 0,2 0 1,2-1-660,-2-2 0,1 0 1,-1 0-1,2 0-204,-1 0 1,-1 0 0,1 0-1,1 0-607,-2 0 1,1-2-1,-1 0 1645,2-2 0,0-4 0,-4 2 0</inkml:trace>
  <inkml:trace contextRef="#ctx0" brushRef="#br0" timeOffset="178">8330 11845 7865,'-6'-11'5529,"-2"4"-4066,4 0 1,-3 7-1,3 3 1,0 11-799,-1 5 0,-1 15 0,-4 6 0,2 11-715,0 6 1,2-1-1,-1 3 1,3 0-1529,3-4 1,2-7-1,3-6 1,4-12 1577,6-10 0,3-11 0,5-4 0</inkml:trace>
  <inkml:trace contextRef="#ctx0" brushRef="#br0" timeOffset="179">8895 11370 10337,'-8'0'1523,"2"1"0,0 4-911,0 6 0,2 6 0,-2 10 0,0 8-177,0 8 0,2 7 1,-3 9-1,2-27 1,1 0-560,-1 2 0,0 1 1,2-4-1,0 0 1,-1 31-1,2-8-1362,-2-6 0,3-12 0,-3-7 0,3-6-2031,1-4 3517,0-8 0,5-1 0,1-4 0</inkml:trace>
  <inkml:trace contextRef="#ctx0" brushRef="#br0" timeOffset="180">9038 11757 9014,'0'11'0,"0"0"730,0 0 1,-3 0 0,-2 1 0,0 3 259,0 4 1,-4-2 0,3 1 0,-1 1-193,-1-2 0,6 3 0,-2-6-418,3 0-185,1-7 0,5-10 0,4-10-597,4-3 0,1-2 1,4-4-1,1 0 1,-1-1-245,0 1 1,-3 1 0,2 3 0,-1 3 269,-2 3 1,-2 2-1,-1 3 1,0 3 259,0 3 1,-3 7 0,-2 5 0,-1 6 100,-3 4 0,-1 5 0,-2 1 0,-1 0-193,-2 0 1,-3-1 0,3-4-1,2-1 31,0-3 0,2-2 1,2-6-1269,1-2 0,3-4 1445,5-4 0,5-14 0,2-5 0</inkml:trace>
  <inkml:trace contextRef="#ctx0" brushRef="#br0" timeOffset="181">9437 11757 9945,'-6'-5'4221,"-3"3"-3359,5-6 1,1 5 0,4-5-260,2 0 0,4-1 0,4 0 0,0 2-181,0-2 1,4 4-1,-1 2 1,1 2-286,1 1 1,-2 0 0,3 0 0,0 2-173,0 5 1,-2 2 0,2 9 0,0 2-283,1 1 1,-4 2-1,5 2 1,0 1-267,2-2 1,-2 0 0,-2-5 0,0-2-989,0-2 0,-3-9 0,1 4 1,-3-4-1575,-1-3 3145,-5-7 0,4-7 0,-4-6 0</inkml:trace>
  <inkml:trace contextRef="#ctx0" brushRef="#br0" timeOffset="182">9536 12067 8293,'-10'-3'1472,"4"-4"1,7-9-912,9-8 0,8-6 0,9-10 0,6-7-309,-14 18 0,1 1 1,1 1-1,1 0 0,0-4 1,-1 0-1,0 4 0,-1 0-1342,17-21 0,-7 10 747,0 2 1,-6 4 0,3-7 0</inkml:trace>
  <inkml:trace contextRef="#ctx0" brushRef="#br0" timeOffset="183">10355 11591 7865,'-4'7'0,"1"1"0,-5 3 0,3 6 0,-1 4 1147,-2 6 0,1 5 1,0 5-1,-2 2-792,0 0 1,1 4-1,2-4 1,0-3-969,0-2 1,3-13 0,0-3 0,1-5-1401,2-1 0,0-8 2013,0-4 0,-9-9 0,-4-9 0</inkml:trace>
  <inkml:trace contextRef="#ctx0" brushRef="#br0" timeOffset="184">10067 11856 7865,'0'12'2414,"2"-6"1,2-3-1114,7-1 0,8-7 1,9-3-1,8-3-1163,6-3 0,4 1 0,10-3 0,0 2-1160,3-1 1,0-1 0,-27 9 0,0 2 1021,0-1 0,0 0 0,0-3 0,-1 0 0,24-3 0</inkml:trace>
  <inkml:trace contextRef="#ctx0" brushRef="#br0" timeOffset="185">11450 10950 7899,'-11'4'1536,"0"0"0,0 6 1,0 4-406,0 2 1,-1 8 0,-2 10 0,-1 10-746,2 6 0,1 4 0,0 1 0,1 1-579,0-1 0,5-8 0,2-6 0,3-4-956,1-5 0,0-10 0,0-1 1149,0-4 0,0-2 0,0-4 0</inkml:trace>
  <inkml:trace contextRef="#ctx0" brushRef="#br0" timeOffset="186">11152 11569 8436,'-12'10'733,"1"-7"1,2 9-1,1-3 683,4 1 0,4-4 0,4-2 0,6-3-520,7-1 1,3 0-1,9 0 1,3-1-592,4-3 0,0-2 0,3-4 1,2 2-1139,2 0 0,-5 2 0,5-1 0,-4 3-1385,-3 3 0,-6 1 0,-4 1 2218,-6 3 0,3 2 0,-10 5 0</inkml:trace>
  <inkml:trace contextRef="#ctx0" brushRef="#br0" timeOffset="187">11306 11856 7899,'-18'5'1103,"0"3"0,4-3 1,-1-2-1,4 0 2366,4 1 1,2-4-2430,5 0 0,1-2 1,3-4-1,4 0-601,6 0 0,-2-2 0,4-1 0,0 0-660,3 2 1,-2 3 0,1-2-1,2 1-238,1 2 1,0 2-1,-2 2 1,-1 3-109,-2 4 1,-2 3 0,-4 3 0,-1 5 363,-2 2 1,-4 2-1,-2 2 1,-6 2 170,-6 1 0,-4-2 0,0 2 0,-3-1 409,-3-2 1,-2-6-1,-2-2 1,-2-1-57,-1-2 1,6-7 0,-2-3 0,2-3 73,2-1 0,2-5 0,1-2 0,5-4-135,3-4 1,6-2 0,0-4-1,2 1-36,1 2 1,2 3 0,4-2 0,6 1-163,4 3 1,3 0 0,3 3-323,0 3 0,5-2 0,4 7 1,3 2-1,3 4-1661,-1 2 0,3 5 1,2 4-1,3-1-869,4 2 0,-3-7 2790,3 2 0,-2-7 0,-2 1 0</inkml:trace>
  <inkml:trace contextRef="#ctx0" brushRef="#br0" timeOffset="188">12048 11204 7952,'-5'11'1061,"2"1"0,-4 2 1,-2 2 428,-1 1 0,-1 1 0,0 6 0,-1 4-654,-3 9 0,2 3 0,-4 13 1,-1 4-450,10-27 0,-1 1 0,2 0 0,-1 0 0,-9 29 0,1-4-1086,3-5 0,5-11 0,5-8 1,1-7-1896,2-5 1,2-12-1,1 0 2594,5-6 0,1-17 0,3-3 0</inkml:trace>
  <inkml:trace contextRef="#ctx0" brushRef="#br0" timeOffset="189">12180 11580 7952,'-12'18'1512,"-1"1"1,-3 2-1282,-2 3 1,5-3-1,-3 4 1,1-1 1685,0 0 1,1-1 0,4-2-1,2-1-518,5-2 1,-2-8 0,2 0-1293,5-4 1,3-4-1,6-5 1,0-6-10,0-4 0,3-5 0,2-4 1,2-1-31,1-3 1,1 3-1,0-3 1,-2 1-831,2 0 1,1 5 0,0-1 0,-2 4-212,0 3 0,-5 3 1,4 4-1,-2 3 243,-3 3 0,-4 12 0,-3 7 0,-1 9-170,-3 5 1,-1 3-1,-2-1 1,-1 2-1029,-2-1 0,-3-4 1928,3 2 0,-5-4 0,3-7 0</inkml:trace>
  <inkml:trace contextRef="#ctx0" brushRef="#br0" timeOffset="190">12877 11093 7810,'-18'0'345,"0"0"0,-2 0 774,-1 0 0,3 0 0,-1 2 0,-1 1-426,0 5 1,-4 6 0,0 6 0,-2 6 83,1 7 1,1 6 0,-2 11 0,11-23 0,0 2-582,-1 3 1,0 1 0,3 3-1,0 2 1,1 2 0,1 1-1,0 1 1,0 0-455,0-1 1,2 0 0,4-7-1,0 0 1,1-3 0,1 0-1,3 18-89,7-12 0,6-15 0,9-3 0,1-6-1160,3-2 1,0-5 0,5-2 0,2-4-2522,1-4 4028,-2-7 0,11-11 0,-3-6 0</inkml:trace>
  <inkml:trace contextRef="#ctx0" brushRef="#br0" timeOffset="191">13065 11503 7725,'-25'7'0,"-2"-1"914,-2-1 1,5-1 0,-1-4-1,4 0 367,3 0 1,8-2 0,0-1 0,4-5-703,4-1 1,0-4 0,5-1 0,3-5-198,5-2 1,7 3 0,1-1-403,2 0 0,1 3 0,0 1 0,0 4 0,-1 4-170,-3 3 1,3 3-1,-3 2 1,-1 4-157,-2 6 1,1 2-1,-2 8 1,1 4 104,1 2 0,-6 7 1,3 6-1,1 0-76,-2 1 1,0-2 0,0 2 0,-1-6-368,0-4 1,1-5 0,1-8 0,3-4-298,2-6 1,-4-4 0,5-9 0,-1-6 980,0-6 0,-3-9 0,-3-2 0</inkml:trace>
  <inkml:trace contextRef="#ctx0" brushRef="#br0" timeOffset="192">13054 11757 7810,'-11'17'2693,"-3"-1"-1982,-1-5 0,5-6 0,8-6 0,5-9 101,8-7 0,7-6 0,7-6 0,4-4-412,-1-1 1,4-6 0,-3 1 0,5-2-1528,2 1 0,-4 4 0,4-2 1127,0 0 0,4-1 0,0-5 0</inkml:trace>
  <inkml:trace contextRef="#ctx0" brushRef="#br0" timeOffset="193">13663 11049 7817,'0'-11'1355,"0"0"0,0 4 0,-1 0 2648,-3 3-3175,3 0 1,-4 5 0,5 3-529,0 3 1,1-1-1,2 2-245,0 0 0,5-2 1,-4 1-1,1-1-713,0 0 1,3-2 0,-3 2-139,1-1 1,-3 2 0,5-2 180,0 1 0,-1-2 978,0 3 0,-5-3 1,2 3-115,-3 2 1,-1-3 0,-1 0 0,-1 0 302,-2 0 1,-5 0 0,2 3-166,-3-2 1,-1 0-1,0 1 1,0 0-1,0-1-87,0-1 0,0 3 1,0-4-1,0 0-78,0-1 1,0 4-1,-1-4 1,3-1-71,1 2 0,-2-2-1087,3 4 1,2-3 203,1 3 1,8-5 0,3 2-1,3-3-93,1-1 1,0 0 0,1 0 0,0 0 140,3 0 0,-3 4 0,3 0 0,-3-2 58,-1-1 1,0-1 0,0 0-1,0 0-1633,0 0 2258,0 5 0,0-3 0,0 3 0</inkml:trace>
  <inkml:trace contextRef="#ctx0" brushRef="#br0" timeOffset="194">13917 11370 10857,'-6'5'1765,"0"-3"0,4 6 0,-2 0-972,1 2 0,1 2 0,0 3 0,-2 5-715,1 4 0,-2 1 0,2 3 0,-1 0-1026,-1 1 0,4-5 0,-4 1 0,1-4-3189,1-3 4137,-1-4 0,-1 2 0,-1-5 0</inkml:trace>
  <inkml:trace contextRef="#ctx0" brushRef="#br0" timeOffset="195">13751 11591 9892,'8'0'1774,"-1"0"0,4-4 1,5 1-1,1-1-1439,3-1 0,2 3 1,3-6-1,2 1-1369,1 1 0,2-4 0,2 3 1034,-3-3 0,3-1 0,-4 0 0</inkml:trace>
  <inkml:trace contextRef="#ctx0" brushRef="#br0" timeOffset="196">14415 11204 7901,'0'11'809,"-1"-1"0,-1 0 234,-2 1 1,-1-1-1,2 8 1,-1 3-614,-3 3 0,4 7 0,-5 9 0,0 5-307,-2 4 1,-1-2 0,1 0 0,1-6-882,2-4 0,5-12 1,-2-7 757,3-4 0,6-13 0,1-2 0</inkml:trace>
  <inkml:trace contextRef="#ctx0" brushRef="#br0" timeOffset="197">14537 11027 7884,'4'-7'904,"-1"-1"1,2 6 0,-1-2-1,3 5-107,3 7 0,1 5 0,0 13 0,2 5 98,1 4 1,-1 7 0,1 9 0,-1 6-379,-8-25 1,1 0 0,3 28 0,-4-28 0,-2 0 0,1 29-198,-3-4 1,-7-11-1,-4 0 1,-5-4-1284,-2-2 1,-2-12 0,-3-1-1,0-3-1209,0 0 2172,0-8 0,0 10 0,0-9 0</inkml:trace>
  <inkml:trace contextRef="#ctx0" brushRef="#br0" timeOffset="198">14924 11480 7840,'-11'5'1414,"4"2"0,-1 4-430,0 0 1,5-5 0,6-3-230,7-1 0,9-5 0,2-3 0,6-5-659,5-1 0,-4-1 1,8 4-2212,0 1 1,4-2 2114,1 3 0,7-8 0,2-2 0</inkml:trace>
  <inkml:trace contextRef="#ctx0" brushRef="#br0" timeOffset="199">15931 11127 7840,'-11'0'505,"0"0"1,0 0 0,0 1 681,0 2 0,0 1 0,1 6 0,1 3-430,2 3 0,-1 8 1,-3 5-1,1 4-147,3 4 0,-3-1 0,3 2 1,-3-1-246,-1-1 1,4-8 0,0 3-1,1-6-132,0-4-233,4-11 1,2-1 0,6-14 0,2-5 47,3-4 1,-1-5 0,8 2 0,-1-2-61,0 1 1,-1 4 0,4-2 0,0 1-221,0 1 1,0 3-1,1 5 1,-2 1-464,0 2 1,-2 3-1,1 4 1,-2 4 500,0 6 0,-7 8 0,1 8 0,-4 3 365,-4 4 0,0-2 1,-4 5-1,-2-1-1,-7 0 0,-2-3 0,-4 0 0,0-6-368,0-4 1,-2-6-1,-3-3 1,0-1-52,0-3 1,3-5 0,1-5 0,-2-3-1711,-1-3 1,-1-3-1,1-7 1959,3-1 0,-3-9 0,4-5 0</inkml:trace>
  <inkml:trace contextRef="#ctx0" brushRef="#br0" timeOffset="200">15676 11215 14100,'2'-10'1461,"1"3"1,10-4 0,9 1 0,10-5-1398,11-2 1,5-1-1,-18 7 1,1 1-1,0 0 1,1 0-270,0 0 1,1 2-1,28-2 1,-27 5-1,0 0 1,-1 1-1,-1 2 409,28-1-660,-12 7 1,10 2-1,-6 5 1</inkml:trace>
  <inkml:trace contextRef="#ctx0" brushRef="#br0" timeOffset="201">16661 11182 7840,'-11'11'2725,"-1"1"-2005,-3 3 0,6-2 0,-2 7 0,0 3 169,-2 6 1,-1 9-1,-3 7 1,0 8-814,0 5 0,8-26 0,-1 0 0,-11 27 1,3-3-722,3-4 0,4-16 1,2-2-1,3-8-959,1-9 1,3-8 0,6-6 1603,3-2 0,3-10 0,1-4 0</inkml:trace>
  <inkml:trace contextRef="#ctx0" brushRef="#br0" timeOffset="202">16783 11492 7840,'-5'15'171,"-1"3"0,-5 4 0,0 0 775,0 0 0,-1 0 0,3 0 0,0 2-121,2 1 1,0-1 0,-1 2 0,2-3-389,1-1 0,1-3 0,4-2 558,0-1-907,0-2 1,0-9 0,1-6-133,3-9 1,-1-2-1,4-5 1,1 0-39,2-1 1,0 0 0,-1-4 0,-2 0 219,2 0 1,1 3 0,1 1 0,0-1-115,0 2 1,-4 0 0,1 3-1,0 0-104,2 0 1,-3 6 0,1 0 0,0 1-129,2 1 1,1 1 0,0 5 232,0 0 1,-3 5 0,-2 2 0,-1 3 367,-3 1 0,-1 0 0,-1 1 1,0 2-173,0 0 1,0 6 0,0-3 0,-1 2-103,-2-1 1,0 1 0,-4 3-431,-2 0 0,1-1 1,-1-2-1,3 0 1,0-1-1049,-1 0 1,5-6-1,-2-5 1,2 1-3435,-2-2 4793,3-1 0,-4-5 0</inkml:trace>
  <inkml:trace contextRef="#ctx0" brushRef="#br0" timeOffset="203">17491 11005 7840,'0'-7'0,"-1"-1"901,-3 0 1,-2 3-1,-7 1 175,-1 3 0,0 6 0,-3 3 0,0 6-134,0 4 1,-3 8 0,-6 5 0,-2 4-484,0 6 0,-6 6 0,2 5 0,14-21 0,0 1-356,-2 3 1,0 0 0,3-1-1,0 0 1,0 4 0,1 1-1,2-1 1,2-1-327,1 0 0,2-1 0,-2 23 0,9-11 0,5-9-1324,8-12 1,10-7-1,7-11 1,3-1 34,2-5 1,-1-7 0,9-8 0,2-6 1511,4-7 0,-2-8 0,-20 14 0,-1-1 0</inkml:trace>
  <inkml:trace contextRef="#ctx0" brushRef="#br0" timeOffset="204">17679 11270 7840,'-11'0'0,"-1"0"765,-3 0 1,6 0 0,-2-1 673,1-3 0,5 2 0,2-5 0,3-1-839,3 2 0,5-4 0,5 4 0,3-1-546,1-1 0,2 5 1,2-3-1,-2 1 13,0 2 1,-2 2-1,3 1 1,-3 1-470,-1 3 1,0 2 0,-4 5-1,1 0 194,-4 0 0,-5 4 1,0 1-1,-3 1 601,-1 3 1,-2-3 0,-5 1-86,-4 2 0,-6 0 1,0-1-1,-3-1 0,-3-2 3,0-3 1,-1-1-1,2-2 1,-1-1-280,-3-2 0,6-4 1,-1 0-1,4-1-810,4-2 1,5-2 566,5-1 0,6-4 0,5-2 0,3 0 50,3 2 1,2 3 0,3-2 0,-3 1 53,0 2 0,-4 2 0,3 1 0,-3 1 33,-1 3 0,-3 2 0,-2 7 250,-1 1 1,-3 4-1,-6 4 1,-3 1-1,-4 2 34,-4 0 1,-2 5 0,-4-3-1,1 0-788,2 0 1,3-5-1,-2-5 1,2-1-908,5-2 1,1-8 254,5-6 1,5-6-1,8-9 1230,4-3 0,9-8 0,7-2 0</inkml:trace>
  <inkml:trace contextRef="#ctx0" brushRef="#br0" timeOffset="205">17989 11381 7840,'6'11'212,"2"0"1,-4 0 0,0 0 1044,1 0 1,-3 0 0,4 2-1,0 1-537,1 5 1,-4-2-1,3 1 1,1 3-933,-1 4 1,1-5 0,4 0 0,0-2 24,0-5 1,0-1 0,0-1-3857,1 1 4043,-6-6 0,-1-6 0,-5-6 0</inkml:trace>
  <inkml:trace contextRef="#ctx0" brushRef="#br0" timeOffset="206">18044 11624 9037,'-11'-11'1649,"5"0"0,3 0-1344,6 0 0,4-4 1,8-1-1,5-1-911,4-3 1,1 3-1,3 0 1,0 0-789,1 0 1,0-2 1393,4-3 0,0-5 0,1-1 0</inkml:trace>
  <inkml:trace contextRef="#ctx0" brushRef="#br0" timeOffset="207">18708 11104 7840,'-17'23'636,"2"-1"0,6 0 1,2 0-1,-1 2 186,2 6 1,-2-3-1,4 7 1,2 0-982,0-4 0,2-3 1,0 0-1,0-2-789,0-4 948,5-6 0,-3-4 0,2-6 0</inkml:trace>
  <inkml:trace contextRef="#ctx0" brushRef="#br0" timeOffset="208">18509 11337 9749,'6'6'1478,"5"-4"0,7-3-1425,7-3 1,3-4 0,7 0 0,1-1-2467,5-2 1,2 2 2412,1-2 0,1 2 0,-1-7 0</inkml:trace>
  <inkml:trace contextRef="#ctx0" brushRef="#br0" timeOffset="209">19139 11082 7840,'0'-22'566,"4"5"0,1 2 426,1 3 1,-2 5-1,3 0-316,2 3 0,1 0 0,1 4 0,0 0-576,0 0 1,0 1 0,0 3 0,1 3-194,3 3 0,-3 1 1,3 0-1,-4 0 236,-4 0 0,2 0 0,-5 2 0,-2 0 289,-1 2 1,-2 1 0,-3-3 0,-4 3-77,-6 1 0,-2-2 0,-3 2 1,0 1-233,0-1 0,-4-4 0,0 2 0,0-1-113,2 0 1,2-1 0,1 1 0,3 0-20,3 1 1,6-3-1,2 3-349,3-3 0,6-2 1,3-2-1,6-1-5,4-3 0,4 0 0,3-4 0,2-1-310,1-3 0,-3 2 1,2-4-1,-1-1-750,0 1 1,4-1-1,-1-5 1422,-1-3 0,9-2 0,-3-5 0</inkml:trace>
  <inkml:trace contextRef="#ctx0" brushRef="#br0" timeOffset="210">19637 10640 7840,'-7'4'0,"1"1"1685,1 1 0,1-3 1,4 5-1,0 2 179,0 3 1,5 2-1,4 7 1,4 6-1186,5 7 1,1 8-1,2 11 1,-9-22-1,-1 1-275,1 3 0,0 2 1,-1-1-1,1 1 0,-1 3 1,-1 1-1,-1 1 1,0 0-518,-1-1 0,-1 0 0,-3-7 1,-1-2-1,0 0 0,-2-2 0,0 22-537,-1-9 0,-8-14 0,-5-2 0,-3-2-549,-3-3 1,0-4-1,0-6 1,-2-4-1512,1-5 0,0-3 1,-2-2 2709,0-3 0,-5-7 0,-1-6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1" y="4874138"/>
            <a:ext cx="2057400" cy="273844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4874138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1" y="4874138"/>
            <a:ext cx="2057400" cy="273844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282308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7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3" y="740573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273848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8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57CF-B9B9-EF4E-9E54-ADDE6D43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Exponential and Logarithmic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5E92A-F551-B44B-B0E0-013059FA3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 PRESS 2025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A2221E-1AC5-E3C0-DE4D-BDACC28A769F}"/>
                  </a:ext>
                </a:extLst>
              </p14:cNvPr>
              <p14:cNvContentPartPr/>
              <p14:nvPr/>
            </p14:nvContentPartPr>
            <p14:xfrm>
              <a:off x="4563360" y="844560"/>
              <a:ext cx="2160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A2221E-1AC5-E3C0-DE4D-BDACC28A76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4000" y="835200"/>
                <a:ext cx="4032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09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21CC-B9F0-A7DA-2793-74C43830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2A15D3-10B1-8427-93F8-80D3C70BE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84006"/>
                <a:ext cx="7886700" cy="354871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Functions of the form 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, where the 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base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is a constant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≠1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is any real number.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Example: Graph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2A15D3-10B1-8427-93F8-80D3C70BE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84006"/>
                <a:ext cx="7886700" cy="3548717"/>
              </a:xfrm>
              <a:blipFill>
                <a:blip r:embed="rId2"/>
                <a:stretch>
                  <a:fillRect l="-618" t="-1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10x10">
            <a:extLst>
              <a:ext uri="{FF2B5EF4-FFF2-40B4-BE49-F238E27FC236}">
                <a16:creationId xmlns:a16="http://schemas.microsoft.com/office/drawing/2014/main" id="{954C67CE-179F-3E25-D89C-EF422D0BA8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4" t="5017" r="4040" b="40133"/>
          <a:stretch/>
        </p:blipFill>
        <p:spPr bwMode="auto">
          <a:xfrm>
            <a:off x="4461388" y="1436938"/>
            <a:ext cx="4053962" cy="248105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7BF176-6C0C-DBFE-755C-8FE68605968F}"/>
                  </a:ext>
                </a:extLst>
              </p14:cNvPr>
              <p14:cNvContentPartPr/>
              <p14:nvPr/>
            </p14:nvContentPartPr>
            <p14:xfrm>
              <a:off x="506880" y="1417320"/>
              <a:ext cx="7547760" cy="3268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7BF176-6C0C-DBFE-755C-8FE6860596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520" y="1407960"/>
                <a:ext cx="7566480" cy="32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207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small" dirty="0"/>
              <a:t>One-to-One Functions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8FB382-1D80-4F9B-B332-B8057A10F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function is said to be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one-to-one</a:t>
            </a:r>
            <a:r>
              <a:rPr lang="en-US" sz="1800" b="1" i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if each number in the range is associated with exactly one number in its domain. 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Graphically, these types of functions will pass the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Horizontal Line Test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(any horizontal line drawn will intersect the function’s graph at most once).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2000" dirty="0"/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1147E3BB-DB2F-471F-ADDC-0469C104B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054" y="2571750"/>
            <a:ext cx="1890887" cy="1793273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31D034AC-05C9-48E3-A297-9AF8ABB9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473" y="2571750"/>
            <a:ext cx="1767372" cy="17968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8A2FC2-178A-8F5C-8227-B7CB655022F2}"/>
                  </a:ext>
                </a:extLst>
              </p14:cNvPr>
              <p14:cNvContentPartPr/>
              <p14:nvPr/>
            </p14:nvContentPartPr>
            <p14:xfrm>
              <a:off x="976320" y="2444400"/>
              <a:ext cx="4224240" cy="229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8A2FC2-178A-8F5C-8227-B7CB655022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6960" y="2435040"/>
                <a:ext cx="4242960" cy="230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42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BF4B-2605-781C-D673-579C3C25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A2687-4C65-346B-812F-C43AB41BF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959867"/>
                <a:ext cx="7886700" cy="3672856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For a one-to-one function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, the 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inverse</a:t>
                </a:r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</m:oMath>
                </a14:m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,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denoted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, is the “reverse” function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 </a:t>
                </a:r>
              </a:p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That is,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is the function that you can compose with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to “undo” it.</a:t>
                </a:r>
                <a:endParaRPr lang="en-US" sz="1800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endParaRPr lang="en-US" sz="1800" dirty="0">
                  <a:latin typeface="Calibri" panose="020F0502020204030204" pitchFamily="34" charset="0"/>
                </a:endParaRPr>
              </a:p>
              <a:p>
                <a:endParaRPr lang="en-US" sz="1800" dirty="0">
                  <a:latin typeface="Calibri" panose="020F0502020204030204" pitchFamily="34" charset="0"/>
                </a:endParaRPr>
              </a:p>
              <a:p>
                <a:endParaRPr lang="en-US" sz="1800" dirty="0">
                  <a:latin typeface="Calibri" panose="020F0502020204030204" pitchFamily="34" charset="0"/>
                </a:endParaRPr>
              </a:p>
              <a:p>
                <a:endParaRPr lang="en-US" sz="1800" dirty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</a:rPr>
                  <a:t>Warning: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A function MUST be one-to-one in order to have an inverse function.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  <a:tabLst>
                    <a:tab pos="0" algn="l"/>
                  </a:tabLst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Warning: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 NOT mistake the –1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for an exponent. That is,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  <a:tabLst>
                    <a:tab pos="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does NOT mean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!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A2687-4C65-346B-812F-C43AB41BF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959867"/>
                <a:ext cx="7886700" cy="3672856"/>
              </a:xfrm>
              <a:blipFill>
                <a:blip r:embed="rId2"/>
                <a:stretch>
                  <a:fillRect l="-61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04B6D5-027D-07D3-0839-7DA9F77EAB8B}"/>
                  </a:ext>
                </a:extLst>
              </p14:cNvPr>
              <p14:cNvContentPartPr/>
              <p14:nvPr/>
            </p14:nvContentPartPr>
            <p14:xfrm>
              <a:off x="611280" y="1284120"/>
              <a:ext cx="5366520" cy="3376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04B6D5-027D-07D3-0839-7DA9F77EAB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920" y="1274760"/>
                <a:ext cx="5385240" cy="339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819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D322-298A-54EA-47DD-C035F764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Function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8AB71-5410-3D5D-DB69-61C249803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tabLst>
                    <a:tab pos="0" algn="l"/>
                  </a:tabLst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domain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tabLst>
                    <a:tab pos="0" algn="l"/>
                  </a:tabLst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0" algn="l"/>
                  </a:tabLst>
                </a:pP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en-US" sz="18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The graph of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is obtained by reflecting the graph </a:t>
                </a:r>
              </a:p>
              <a:p>
                <a:pPr marL="0" indent="0">
                  <a:buNone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about the line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=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8AB71-5410-3D5D-DB69-61C249803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041880D-D388-992D-2C9F-86653F230A0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8" t="14893" r="37520" b="21959"/>
          <a:stretch/>
        </p:blipFill>
        <p:spPr bwMode="auto">
          <a:xfrm>
            <a:off x="6002594" y="1783923"/>
            <a:ext cx="2627170" cy="22708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DD551D-AE01-9CEE-9557-11FAC92E3B41}"/>
                  </a:ext>
                </a:extLst>
              </p14:cNvPr>
              <p14:cNvContentPartPr/>
              <p14:nvPr/>
            </p14:nvContentPartPr>
            <p14:xfrm>
              <a:off x="2542680" y="1761120"/>
              <a:ext cx="6219360" cy="1209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DD551D-AE01-9CEE-9557-11FAC92E3B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33320" y="1751760"/>
                <a:ext cx="6238080" cy="122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547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small" dirty="0"/>
              <a:t>Exponential and Logarithmic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412" y="1074251"/>
                <a:ext cx="7886700" cy="3263504"/>
              </a:xfrm>
            </p:spPr>
            <p:txBody>
              <a:bodyPr/>
              <a:lstStyle/>
              <a:p>
                <a:r>
                  <a:rPr lang="en-US" dirty="0"/>
                  <a:t>You may remember that exponential and logarithmic functions are inverses. That is, </a:t>
                </a:r>
              </a:p>
              <a:p>
                <a:pPr marL="0" indent="0">
                  <a:buNone/>
                </a:pPr>
                <a:r>
                  <a:rPr lang="en-US" b="0" dirty="0"/>
                  <a:t>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                           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1800" dirty="0"/>
                  <a:t>Notice that the logarithmic expression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is the exponent!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412" y="1074251"/>
                <a:ext cx="7886700" cy="3263504"/>
              </a:xfrm>
              <a:blipFill>
                <a:blip r:embed="rId2"/>
                <a:stretch>
                  <a:fillRect l="-773" t="-2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FA625DAE-1097-4735-4669-A8AA3B1D3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6" t="17538" r="31528" b="9831"/>
          <a:stretch>
            <a:fillRect/>
          </a:stretch>
        </p:blipFill>
        <p:spPr bwMode="auto">
          <a:xfrm>
            <a:off x="6010810" y="1449802"/>
            <a:ext cx="2703644" cy="24216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BE2CA4-6421-83A1-AB94-ADF538E5DA8E}"/>
                  </a:ext>
                </a:extLst>
              </p14:cNvPr>
              <p14:cNvContentPartPr/>
              <p14:nvPr/>
            </p14:nvContentPartPr>
            <p14:xfrm>
              <a:off x="2283840" y="1383480"/>
              <a:ext cx="3990600" cy="908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BE2CA4-6421-83A1-AB94-ADF538E5DA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4480" y="1374120"/>
                <a:ext cx="4009320" cy="9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326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31D0-698B-BBCC-3D01-CA9C8FF6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and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41B07E1-6FCA-3A3F-D95A-0D995826691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3988582"/>
                  </p:ext>
                </p:extLst>
              </p:nvPr>
            </p:nvGraphicFramePr>
            <p:xfrm>
              <a:off x="628650" y="1179871"/>
              <a:ext cx="7807427" cy="29865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78698">
                      <a:extLst>
                        <a:ext uri="{9D8B030D-6E8A-4147-A177-3AD203B41FA5}">
                          <a16:colId xmlns:a16="http://schemas.microsoft.com/office/drawing/2014/main" val="2767341700"/>
                        </a:ext>
                      </a:extLst>
                    </a:gridCol>
                    <a:gridCol w="2893831">
                      <a:extLst>
                        <a:ext uri="{9D8B030D-6E8A-4147-A177-3AD203B41FA5}">
                          <a16:colId xmlns:a16="http://schemas.microsoft.com/office/drawing/2014/main" val="3968485865"/>
                        </a:ext>
                      </a:extLst>
                    </a:gridCol>
                    <a:gridCol w="3334898">
                      <a:extLst>
                        <a:ext uri="{9D8B030D-6E8A-4147-A177-3AD203B41FA5}">
                          <a16:colId xmlns:a16="http://schemas.microsoft.com/office/drawing/2014/main" val="368716969"/>
                        </a:ext>
                      </a:extLst>
                    </a:gridCol>
                  </a:tblGrid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Exponential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Logarithmic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1283070"/>
                      </a:ext>
                    </a:extLst>
                  </a:tr>
                  <a:tr h="4467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Domain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00755"/>
                      </a:ext>
                    </a:extLst>
                  </a:tr>
                  <a:tr h="4467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0261246"/>
                      </a:ext>
                    </a:extLst>
                  </a:tr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Asymptote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1875861"/>
                      </a:ext>
                    </a:extLst>
                  </a:tr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57897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41B07E1-6FCA-3A3F-D95A-0D995826691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3988582"/>
                  </p:ext>
                </p:extLst>
              </p:nvPr>
            </p:nvGraphicFramePr>
            <p:xfrm>
              <a:off x="628650" y="1179871"/>
              <a:ext cx="7807427" cy="29865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78698">
                      <a:extLst>
                        <a:ext uri="{9D8B030D-6E8A-4147-A177-3AD203B41FA5}">
                          <a16:colId xmlns:a16="http://schemas.microsoft.com/office/drawing/2014/main" val="2767341700"/>
                        </a:ext>
                      </a:extLst>
                    </a:gridCol>
                    <a:gridCol w="2893831">
                      <a:extLst>
                        <a:ext uri="{9D8B030D-6E8A-4147-A177-3AD203B41FA5}">
                          <a16:colId xmlns:a16="http://schemas.microsoft.com/office/drawing/2014/main" val="3968485865"/>
                        </a:ext>
                      </a:extLst>
                    </a:gridCol>
                    <a:gridCol w="3334898">
                      <a:extLst>
                        <a:ext uri="{9D8B030D-6E8A-4147-A177-3AD203B41FA5}">
                          <a16:colId xmlns:a16="http://schemas.microsoft.com/office/drawing/2014/main" val="368716969"/>
                        </a:ext>
                      </a:extLst>
                    </a:gridCol>
                  </a:tblGrid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4737" t="-1739" r="-115579" b="-32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4369" t="-1739" r="-366" b="-32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283070"/>
                      </a:ext>
                    </a:extLst>
                  </a:tr>
                  <a:tr h="4467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Domain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00755"/>
                      </a:ext>
                    </a:extLst>
                  </a:tr>
                  <a:tr h="4467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0261246"/>
                      </a:ext>
                    </a:extLst>
                  </a:tr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Asymptote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1875861"/>
                      </a:ext>
                    </a:extLst>
                  </a:tr>
                  <a:tr h="6976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57897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21FBDE-64ED-8820-F887-C7471C1732ED}"/>
                  </a:ext>
                </a:extLst>
              </p14:cNvPr>
              <p14:cNvContentPartPr/>
              <p14:nvPr/>
            </p14:nvContentPartPr>
            <p14:xfrm>
              <a:off x="2372760" y="1914480"/>
              <a:ext cx="4653000" cy="202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21FBDE-64ED-8820-F887-C7471C1732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3400" y="1905120"/>
                <a:ext cx="4671720" cy="20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481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28BA-443D-EBD8-227B-0FB391BD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Bases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74769-C780-4DE3-2504-36D5CCB104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1948" y="1106129"/>
                <a:ext cx="8251723" cy="352659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Euler’s Number: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1800" dirty="0"/>
                  <a:t> is an irrational number (like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/>
                  <a:t>, it is NOT a variable).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≈2.71828182846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We call the function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 the </a:t>
                </a:r>
                <a:r>
                  <a:rPr lang="en-US" sz="1800" b="1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natural exponential function</a:t>
                </a:r>
                <a:r>
                  <a:rPr lang="en-US" sz="180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800" dirty="0">
                    <a:ea typeface="Calibri" panose="020F0502020204030204" pitchFamily="34" charset="0"/>
                    <a:cs typeface="Calibri" panose="020F0502020204030204" pitchFamily="34" charset="0"/>
                  </a:rPr>
                  <a:t>We call the function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sub>
                        </m:sSub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ln</m:t>
                        </m:r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the </a:t>
                </a:r>
                <a:r>
                  <a:rPr lang="en-US" sz="18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natural logarithm function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74769-C780-4DE3-2504-36D5CCB104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1948" y="1106129"/>
                <a:ext cx="8251723" cy="3526594"/>
              </a:xfrm>
              <a:blipFill>
                <a:blip r:embed="rId2"/>
                <a:stretch>
                  <a:fillRect l="-591" t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D9563F9-BC80-83A9-07F8-80133C11E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32" t="15054" r="50565" b="19427"/>
          <a:stretch/>
        </p:blipFill>
        <p:spPr>
          <a:xfrm>
            <a:off x="6430297" y="2469150"/>
            <a:ext cx="2293374" cy="222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2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cap="small" dirty="0"/>
              <a:t>Properties Of LOGARITHMIC FUNCTIONS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EE98C5-0860-F1A8-1D61-A52B6A72C021}"/>
                  </a:ext>
                </a:extLst>
              </p14:cNvPr>
              <p14:cNvContentPartPr/>
              <p14:nvPr/>
            </p14:nvContentPartPr>
            <p14:xfrm>
              <a:off x="564480" y="1010160"/>
              <a:ext cx="4838040" cy="3471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EE98C5-0860-F1A8-1D61-A52B6A72C0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120" y="1000800"/>
                <a:ext cx="4856760" cy="349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650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988741"/>
                <a:ext cx="7886700" cy="36439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Expand each expression.</a:t>
                </a:r>
              </a:p>
              <a:p>
                <a:pPr marL="0" indent="0">
                  <a:buNone/>
                </a:pPr>
                <a:endParaRPr lang="en-US" sz="100" dirty="0"/>
              </a:p>
              <a:p>
                <a:pPr marL="0" indent="0">
                  <a:buNone/>
                </a:pPr>
                <a:r>
                  <a:rPr lang="en-US" sz="2000" b="0" dirty="0"/>
                  <a:t>a.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sz="2000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AutoNum type="alphaLcParenR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b.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f>
                                      <m:fPr>
                                        <m:type m:val="lin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</m:num>
                              <m:den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(3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+2)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988741"/>
                <a:ext cx="7886700" cy="3643982"/>
              </a:xfrm>
              <a:blipFill>
                <a:blip r:embed="rId2"/>
                <a:stretch>
                  <a:fillRect l="-927" t="-1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AF230A-ADA3-9A9D-290B-50DCAC18AB17}"/>
                  </a:ext>
                </a:extLst>
              </p14:cNvPr>
              <p14:cNvContentPartPr/>
              <p14:nvPr/>
            </p14:nvContentPartPr>
            <p14:xfrm>
              <a:off x="1491840" y="1220040"/>
              <a:ext cx="5976360" cy="3251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AF230A-ADA3-9A9D-290B-50DCAC18AB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2480" y="1210680"/>
                <a:ext cx="5995080" cy="327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815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Tim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ob-2019-ppt-16x9" id="{041FDD2D-1615-5F4F-B82D-98D094696C7F}" vid="{19C20F82-67CC-014D-B13B-62176558C1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8FD09BC65C6498B60C1DA04268158" ma:contentTypeVersion="5" ma:contentTypeDescription="Create a new document." ma:contentTypeScope="" ma:versionID="3b1443a53a9889c53b1d42811326bee2">
  <xsd:schema xmlns:xsd="http://www.w3.org/2001/XMLSchema" xmlns:xs="http://www.w3.org/2001/XMLSchema" xmlns:p="http://schemas.microsoft.com/office/2006/metadata/properties" xmlns:ns3="e41bfbfa-c0ce-47fc-8480-503910e6e19c" targetNamespace="http://schemas.microsoft.com/office/2006/metadata/properties" ma:root="true" ma:fieldsID="83b49ef5dd758b81c117b37c6dd92b46" ns3:_="">
    <xsd:import namespace="e41bfbfa-c0ce-47fc-8480-503910e6e1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bfbfa-c0ce-47fc-8480-503910e6e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BA4079-95B3-454C-8A47-DFD2CD3C291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41bfbfa-c0ce-47fc-8480-503910e6e19c"/>
  </ds:schemaRefs>
</ds:datastoreItem>
</file>

<file path=customXml/itemProps2.xml><?xml version="1.0" encoding="utf-8"?>
<ds:datastoreItem xmlns:ds="http://schemas.openxmlformats.org/officeDocument/2006/customXml" ds:itemID="{76D31430-750F-410D-8BA0-8AD43F9962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D7CDD4-C21D-4577-8CBA-4F6D43A85774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1001</TotalTime>
  <Words>429</Words>
  <Application>Microsoft Office PowerPoint</Application>
  <PresentationFormat>On-screen Show (16:9)</PresentationFormat>
  <Paragraphs>59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Exponential and Logarithmic Functions</vt:lpstr>
      <vt:lpstr>Exponential Functions</vt:lpstr>
      <vt:lpstr>One-to-One Functions</vt:lpstr>
      <vt:lpstr>Inverse Functions</vt:lpstr>
      <vt:lpstr>Inverse Function Properties</vt:lpstr>
      <vt:lpstr>Exponential and Logarithmic Functions</vt:lpstr>
      <vt:lpstr>Domain and Range</vt:lpstr>
      <vt:lpstr>Special Bases</vt:lpstr>
      <vt:lpstr>Properties Of LOGARITHMIC FUNCTIONS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Exponential &amp; Logarithmic Functions</dc:title>
  <dc:creator>Microsoft Office User</dc:creator>
  <cp:lastModifiedBy>Dustin Deutsch</cp:lastModifiedBy>
  <cp:revision>18</cp:revision>
  <dcterms:created xsi:type="dcterms:W3CDTF">2019-11-08T19:52:07Z</dcterms:created>
  <dcterms:modified xsi:type="dcterms:W3CDTF">2025-08-05T17:47:27Z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0x0101004188FD09BC65C6498B60C1DA04268158</vt:lpwstr>
  </property>
</Properties>
</file>